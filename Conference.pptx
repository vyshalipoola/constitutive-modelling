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sldIdLst>
    <p:sldId id="256" r:id="rId3"/>
    <p:sldId id="257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74" r:id="rId12"/>
    <p:sldId id="275" r:id="rId13"/>
    <p:sldId id="272" r:id="rId14"/>
    <p:sldId id="273" r:id="rId15"/>
    <p:sldId id="276" r:id="rId16"/>
    <p:sldId id="277" r:id="rId17"/>
    <p:sldId id="264" r:id="rId18"/>
    <p:sldId id="265" r:id="rId19"/>
    <p:sldId id="266" r:id="rId20"/>
    <p:sldId id="267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>
      <p:cViewPr varScale="1">
        <p:scale>
          <a:sx n="70" d="100"/>
          <a:sy n="70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%20LAP\Dropbox\geopolymer%20concrete\stress-strain%20results\G-5%20(poola%20vyshali's%20conflicted%20copy%202019-03-29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LVDT1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'G10'!$S$6:$S$3210</c:f>
              <c:numCache>
                <c:formatCode>General</c:formatCode>
                <c:ptCount val="3205"/>
                <c:pt idx="0">
                  <c:v>0</c:v>
                </c:pt>
                <c:pt idx="1">
                  <c:v>6.510416824312415E-6</c:v>
                </c:pt>
                <c:pt idx="2">
                  <c:v>6.510416824312415E-6</c:v>
                </c:pt>
                <c:pt idx="3">
                  <c:v>-1.302083364862483E-5</c:v>
                </c:pt>
                <c:pt idx="4">
                  <c:v>-2.604166729724966E-5</c:v>
                </c:pt>
                <c:pt idx="5">
                  <c:v>-3.2552084121562075E-5</c:v>
                </c:pt>
                <c:pt idx="6">
                  <c:v>-3.2552084121562075E-5</c:v>
                </c:pt>
                <c:pt idx="7">
                  <c:v>-2.2786458885093452E-5</c:v>
                </c:pt>
                <c:pt idx="8">
                  <c:v>-1.6276042060781037E-5</c:v>
                </c:pt>
                <c:pt idx="9">
                  <c:v>3.2552084121562075E-6</c:v>
                </c:pt>
                <c:pt idx="10">
                  <c:v>1.302083364862483E-5</c:v>
                </c:pt>
                <c:pt idx="11">
                  <c:v>3.2552084121562075E-6</c:v>
                </c:pt>
                <c:pt idx="12">
                  <c:v>-1.9531250472937245E-5</c:v>
                </c:pt>
                <c:pt idx="13">
                  <c:v>-3.5807292533718282E-5</c:v>
                </c:pt>
                <c:pt idx="14">
                  <c:v>-6.1848959830967942E-5</c:v>
                </c:pt>
                <c:pt idx="15">
                  <c:v>-8.4635418716061395E-5</c:v>
                </c:pt>
                <c:pt idx="16">
                  <c:v>-1.1067708601331105E-4</c:v>
                </c:pt>
                <c:pt idx="17">
                  <c:v>-1.3346354489840451E-4</c:v>
                </c:pt>
                <c:pt idx="18">
                  <c:v>-1.6601562901996658E-4</c:v>
                </c:pt>
                <c:pt idx="19">
                  <c:v>-1.9205729631721624E-4</c:v>
                </c:pt>
                <c:pt idx="20">
                  <c:v>-2.2460938043877832E-4</c:v>
                </c:pt>
                <c:pt idx="21">
                  <c:v>-2.5390625614818418E-4</c:v>
                </c:pt>
                <c:pt idx="22">
                  <c:v>-2.8320313185759005E-4</c:v>
                </c:pt>
                <c:pt idx="23">
                  <c:v>-3.2226563280346454E-4</c:v>
                </c:pt>
                <c:pt idx="24">
                  <c:v>-3.5481771692502662E-4</c:v>
                </c:pt>
                <c:pt idx="25">
                  <c:v>-3.7760417581012007E-4</c:v>
                </c:pt>
                <c:pt idx="26">
                  <c:v>-4.0690105151952594E-4</c:v>
                </c:pt>
                <c:pt idx="27">
                  <c:v>-4.3945313564108801E-4</c:v>
                </c:pt>
                <c:pt idx="28">
                  <c:v>-4.7200521976265009E-4</c:v>
                </c:pt>
                <c:pt idx="29">
                  <c:v>-5.0455730388421216E-4</c:v>
                </c:pt>
                <c:pt idx="30">
                  <c:v>-5.2734376276930561E-4</c:v>
                </c:pt>
                <c:pt idx="31">
                  <c:v>-5.3710938800577424E-4</c:v>
                </c:pt>
                <c:pt idx="32">
                  <c:v>-5.631510553030239E-4</c:v>
                </c:pt>
                <c:pt idx="33">
                  <c:v>-5.8593751418811735E-4</c:v>
                </c:pt>
                <c:pt idx="34">
                  <c:v>-5.9570313942458597E-4</c:v>
                </c:pt>
                <c:pt idx="35">
                  <c:v>-6.0546876466105459E-4</c:v>
                </c:pt>
                <c:pt idx="36">
                  <c:v>-6.1523438989752322E-4</c:v>
                </c:pt>
                <c:pt idx="37">
                  <c:v>-6.087239730732108E-4</c:v>
                </c:pt>
                <c:pt idx="38">
                  <c:v>-6.0546876466105459E-4</c:v>
                </c:pt>
                <c:pt idx="39">
                  <c:v>-6.0221355624889839E-4</c:v>
                </c:pt>
                <c:pt idx="40">
                  <c:v>-6.1197918148536701E-4</c:v>
                </c:pt>
                <c:pt idx="41">
                  <c:v>-6.3151043195830425E-4</c:v>
                </c:pt>
                <c:pt idx="42">
                  <c:v>-6.4453126560692908E-4</c:v>
                </c:pt>
                <c:pt idx="43">
                  <c:v>-6.4778647401908529E-4</c:v>
                </c:pt>
                <c:pt idx="44">
                  <c:v>-6.4778647401908529E-4</c:v>
                </c:pt>
                <c:pt idx="45">
                  <c:v>-6.4778647401908529E-4</c:v>
                </c:pt>
                <c:pt idx="46">
                  <c:v>-6.4778647401908529E-4</c:v>
                </c:pt>
                <c:pt idx="47">
                  <c:v>-6.4778647401908529E-4</c:v>
                </c:pt>
                <c:pt idx="48">
                  <c:v>-6.4778647401908529E-4</c:v>
                </c:pt>
                <c:pt idx="49">
                  <c:v>-6.4778647401908529E-4</c:v>
                </c:pt>
                <c:pt idx="50">
                  <c:v>-6.4778647401908529E-4</c:v>
                </c:pt>
                <c:pt idx="51">
                  <c:v>-6.4778647401908529E-4</c:v>
                </c:pt>
                <c:pt idx="52">
                  <c:v>-6.4778647401908529E-4</c:v>
                </c:pt>
                <c:pt idx="53">
                  <c:v>-6.4778647401908529E-4</c:v>
                </c:pt>
                <c:pt idx="54">
                  <c:v>-6.4778647401908529E-4</c:v>
                </c:pt>
                <c:pt idx="55">
                  <c:v>-6.3802084878261667E-4</c:v>
                </c:pt>
                <c:pt idx="56">
                  <c:v>-6.2174480672183563E-4</c:v>
                </c:pt>
                <c:pt idx="57">
                  <c:v>-6.0221355624889839E-4</c:v>
                </c:pt>
                <c:pt idx="58">
                  <c:v>-5.9895834783674218E-4</c:v>
                </c:pt>
                <c:pt idx="59">
                  <c:v>-6.2825522354614804E-4</c:v>
                </c:pt>
                <c:pt idx="60">
                  <c:v>-6.8359376655280357E-4</c:v>
                </c:pt>
                <c:pt idx="61">
                  <c:v>-7.2916668432299048E-4</c:v>
                </c:pt>
                <c:pt idx="62">
                  <c:v>-7.5846356003239634E-4</c:v>
                </c:pt>
                <c:pt idx="63">
                  <c:v>-7.812500189174898E-4</c:v>
                </c:pt>
                <c:pt idx="64">
                  <c:v>-8.0078126939042704E-4</c:v>
                </c:pt>
                <c:pt idx="65">
                  <c:v>-8.1054689462689566E-4</c:v>
                </c:pt>
                <c:pt idx="66">
                  <c:v>-8.1380210303905187E-4</c:v>
                </c:pt>
                <c:pt idx="67">
                  <c:v>-8.1380210303905187E-4</c:v>
                </c:pt>
                <c:pt idx="68">
                  <c:v>-8.1380210303905187E-4</c:v>
                </c:pt>
                <c:pt idx="69">
                  <c:v>-8.268229366876767E-4</c:v>
                </c:pt>
                <c:pt idx="70">
                  <c:v>-8.4960939557277015E-4</c:v>
                </c:pt>
                <c:pt idx="71">
                  <c:v>-8.6263022922139498E-4</c:v>
                </c:pt>
                <c:pt idx="72">
                  <c:v>-8.5611981239708257E-4</c:v>
                </c:pt>
                <c:pt idx="73">
                  <c:v>-8.5937502080923878E-4</c:v>
                </c:pt>
                <c:pt idx="74">
                  <c:v>-8.6588543763355119E-4</c:v>
                </c:pt>
                <c:pt idx="75">
                  <c:v>-8.7890627128217602E-4</c:v>
                </c:pt>
                <c:pt idx="76">
                  <c:v>-9.0494793857942568E-4</c:v>
                </c:pt>
                <c:pt idx="77">
                  <c:v>-9.1796877222805051E-4</c:v>
                </c:pt>
                <c:pt idx="78">
                  <c:v>-9.2447918905236293E-4</c:v>
                </c:pt>
                <c:pt idx="79">
                  <c:v>-9.3098960587667534E-4</c:v>
                </c:pt>
                <c:pt idx="80">
                  <c:v>-9.4726564793745638E-4</c:v>
                </c:pt>
                <c:pt idx="81">
                  <c:v>-9.6679689841039362E-4</c:v>
                </c:pt>
                <c:pt idx="82">
                  <c:v>-9.7656252364686225E-4</c:v>
                </c:pt>
                <c:pt idx="83">
                  <c:v>-9.8307294047117466E-4</c:v>
                </c:pt>
                <c:pt idx="84">
                  <c:v>-9.993489825319557E-4</c:v>
                </c:pt>
                <c:pt idx="85">
                  <c:v>-1.0123698161805805E-3</c:v>
                </c:pt>
                <c:pt idx="86">
                  <c:v>-1.0253906498292054E-3</c:v>
                </c:pt>
                <c:pt idx="87">
                  <c:v>-1.0319010666535178E-3</c:v>
                </c:pt>
                <c:pt idx="88">
                  <c:v>-1.035156275065674E-3</c:v>
                </c:pt>
                <c:pt idx="89">
                  <c:v>-1.0319010666535178E-3</c:v>
                </c:pt>
                <c:pt idx="90">
                  <c:v>-1.0384114834778302E-3</c:v>
                </c:pt>
                <c:pt idx="91">
                  <c:v>-1.0611979423629236E-3</c:v>
                </c:pt>
                <c:pt idx="92">
                  <c:v>-1.0807291928358609E-3</c:v>
                </c:pt>
                <c:pt idx="93">
                  <c:v>-1.0872396096601733E-3</c:v>
                </c:pt>
                <c:pt idx="94">
                  <c:v>-1.0937500264844857E-3</c:v>
                </c:pt>
                <c:pt idx="95">
                  <c:v>-1.1197916937817354E-3</c:v>
                </c:pt>
                <c:pt idx="96">
                  <c:v>-1.1360677358425164E-3</c:v>
                </c:pt>
                <c:pt idx="97">
                  <c:v>-1.1588541947276099E-3</c:v>
                </c:pt>
                <c:pt idx="98">
                  <c:v>-1.1523437779032975E-3</c:v>
                </c:pt>
                <c:pt idx="99">
                  <c:v>-1.1393229442546726E-3</c:v>
                </c:pt>
                <c:pt idx="100">
                  <c:v>-1.113281276957423E-3</c:v>
                </c:pt>
                <c:pt idx="101">
                  <c:v>-1.0937500264844857E-3</c:v>
                </c:pt>
                <c:pt idx="102">
                  <c:v>-1.0872396096601733E-3</c:v>
                </c:pt>
                <c:pt idx="103">
                  <c:v>-1.0872396096601733E-3</c:v>
                </c:pt>
                <c:pt idx="104">
                  <c:v>-1.0872396096601733E-3</c:v>
                </c:pt>
                <c:pt idx="105">
                  <c:v>-1.1035156517209543E-3</c:v>
                </c:pt>
                <c:pt idx="106">
                  <c:v>-1.1263021106060478E-3</c:v>
                </c:pt>
                <c:pt idx="107">
                  <c:v>-1.1393229442546726E-3</c:v>
                </c:pt>
                <c:pt idx="108">
                  <c:v>-1.145833361078985E-3</c:v>
                </c:pt>
                <c:pt idx="109">
                  <c:v>-1.145833361078985E-3</c:v>
                </c:pt>
                <c:pt idx="110">
                  <c:v>-1.145833361078985E-3</c:v>
                </c:pt>
                <c:pt idx="111">
                  <c:v>-1.145833361078985E-3</c:v>
                </c:pt>
                <c:pt idx="112">
                  <c:v>-1.145833361078985E-3</c:v>
                </c:pt>
                <c:pt idx="113">
                  <c:v>-1.1360677358425164E-3</c:v>
                </c:pt>
                <c:pt idx="114">
                  <c:v>-1.113281276957423E-3</c:v>
                </c:pt>
                <c:pt idx="115">
                  <c:v>-1.0970052348966419E-3</c:v>
                </c:pt>
                <c:pt idx="116">
                  <c:v>-1.0904948180723295E-3</c:v>
                </c:pt>
                <c:pt idx="117">
                  <c:v>-1.0872396096601733E-3</c:v>
                </c:pt>
                <c:pt idx="118">
                  <c:v>-1.0872396096601733E-3</c:v>
                </c:pt>
                <c:pt idx="119">
                  <c:v>-1.0872396096601733E-3</c:v>
                </c:pt>
                <c:pt idx="120">
                  <c:v>-1.0839844012480171E-3</c:v>
                </c:pt>
                <c:pt idx="121">
                  <c:v>-1.0774739844237047E-3</c:v>
                </c:pt>
                <c:pt idx="122">
                  <c:v>-1.0709635675993923E-3</c:v>
                </c:pt>
                <c:pt idx="123">
                  <c:v>-1.0677083591872361E-3</c:v>
                </c:pt>
                <c:pt idx="124">
                  <c:v>-1.0807291928358609E-3</c:v>
                </c:pt>
                <c:pt idx="125">
                  <c:v>-1.0970052348966419E-3</c:v>
                </c:pt>
                <c:pt idx="126">
                  <c:v>-1.0970052348966419E-3</c:v>
                </c:pt>
                <c:pt idx="127">
                  <c:v>-1.0970052348966419E-3</c:v>
                </c:pt>
                <c:pt idx="128">
                  <c:v>-1.0970052348966419E-3</c:v>
                </c:pt>
                <c:pt idx="129">
                  <c:v>-1.0970052348966419E-3</c:v>
                </c:pt>
                <c:pt idx="130">
                  <c:v>-1.0937500264844857E-3</c:v>
                </c:pt>
                <c:pt idx="131">
                  <c:v>-1.0774739844237047E-3</c:v>
                </c:pt>
                <c:pt idx="132">
                  <c:v>-1.0644531507750798E-3</c:v>
                </c:pt>
                <c:pt idx="133">
                  <c:v>-1.0481771087142988E-3</c:v>
                </c:pt>
                <c:pt idx="134">
                  <c:v>-1.0481771087142988E-3</c:v>
                </c:pt>
                <c:pt idx="135">
                  <c:v>-1.0579427339507674E-3</c:v>
                </c:pt>
                <c:pt idx="136">
                  <c:v>-1.0742187760115485E-3</c:v>
                </c:pt>
                <c:pt idx="137">
                  <c:v>-1.0742187760115485E-3</c:v>
                </c:pt>
                <c:pt idx="138">
                  <c:v>-1.051432317126455E-3</c:v>
                </c:pt>
                <c:pt idx="139">
                  <c:v>-1.0416666918899864E-3</c:v>
                </c:pt>
                <c:pt idx="140">
                  <c:v>-1.0449219003021426E-3</c:v>
                </c:pt>
                <c:pt idx="141">
                  <c:v>-1.0481771087142988E-3</c:v>
                </c:pt>
                <c:pt idx="142">
                  <c:v>-1.0481771087142988E-3</c:v>
                </c:pt>
                <c:pt idx="143">
                  <c:v>-1.0384114834778302E-3</c:v>
                </c:pt>
                <c:pt idx="144">
                  <c:v>-1.0253906498292054E-3</c:v>
                </c:pt>
                <c:pt idx="145">
                  <c:v>-1.0221354414170492E-3</c:v>
                </c:pt>
                <c:pt idx="146">
                  <c:v>-1.035156275065674E-3</c:v>
                </c:pt>
                <c:pt idx="147">
                  <c:v>-1.0319010666535178E-3</c:v>
                </c:pt>
                <c:pt idx="148">
                  <c:v>-1.0188802330048929E-3</c:v>
                </c:pt>
                <c:pt idx="149">
                  <c:v>-9.993489825319557E-4</c:v>
                </c:pt>
                <c:pt idx="150">
                  <c:v>-9.8958335729548708E-4</c:v>
                </c:pt>
                <c:pt idx="151">
                  <c:v>-9.8632814888333087E-4</c:v>
                </c:pt>
                <c:pt idx="152">
                  <c:v>-9.7981773205901845E-4</c:v>
                </c:pt>
                <c:pt idx="153">
                  <c:v>-9.7981773205901845E-4</c:v>
                </c:pt>
                <c:pt idx="154">
                  <c:v>-9.7656252364686225E-4</c:v>
                </c:pt>
                <c:pt idx="155">
                  <c:v>-9.7656252364686225E-4</c:v>
                </c:pt>
                <c:pt idx="156">
                  <c:v>-9.7656252364686225E-4</c:v>
                </c:pt>
                <c:pt idx="157">
                  <c:v>-9.7656252364686225E-4</c:v>
                </c:pt>
                <c:pt idx="158">
                  <c:v>-9.7005210682254983E-4</c:v>
                </c:pt>
                <c:pt idx="159">
                  <c:v>-9.6679689841039362E-4</c:v>
                </c:pt>
                <c:pt idx="160">
                  <c:v>-9.57031273173925E-4</c:v>
                </c:pt>
                <c:pt idx="161">
                  <c:v>-9.4726564793745638E-4</c:v>
                </c:pt>
                <c:pt idx="162">
                  <c:v>-9.4726564793745638E-4</c:v>
                </c:pt>
                <c:pt idx="163">
                  <c:v>-9.4075523111314396E-4</c:v>
                </c:pt>
                <c:pt idx="164">
                  <c:v>-9.6028648158608121E-4</c:v>
                </c:pt>
                <c:pt idx="165">
                  <c:v>-9.7005210682254983E-4</c:v>
                </c:pt>
                <c:pt idx="166">
                  <c:v>-9.5052085634961259E-4</c:v>
                </c:pt>
                <c:pt idx="167">
                  <c:v>-9.3098960587667534E-4</c:v>
                </c:pt>
                <c:pt idx="168">
                  <c:v>-9.2122398064020672E-4</c:v>
                </c:pt>
                <c:pt idx="169">
                  <c:v>-9.2122398064020672E-4</c:v>
                </c:pt>
                <c:pt idx="170">
                  <c:v>-9.1796877222805051E-4</c:v>
                </c:pt>
                <c:pt idx="171">
                  <c:v>-9.1796877222805051E-4</c:v>
                </c:pt>
                <c:pt idx="172">
                  <c:v>-9.2122398064020672E-4</c:v>
                </c:pt>
                <c:pt idx="173">
                  <c:v>-9.1796877222805051E-4</c:v>
                </c:pt>
                <c:pt idx="174">
                  <c:v>-9.3424481428883155E-4</c:v>
                </c:pt>
                <c:pt idx="175">
                  <c:v>-9.57031273173925E-4</c:v>
                </c:pt>
                <c:pt idx="176">
                  <c:v>-9.57031273173925E-4</c:v>
                </c:pt>
                <c:pt idx="177">
                  <c:v>-9.5052085634961259E-4</c:v>
                </c:pt>
                <c:pt idx="178">
                  <c:v>-9.5052085634961259E-4</c:v>
                </c:pt>
                <c:pt idx="179">
                  <c:v>-9.5052085634961259E-4</c:v>
                </c:pt>
                <c:pt idx="180">
                  <c:v>-9.4726564793745638E-4</c:v>
                </c:pt>
                <c:pt idx="181">
                  <c:v>-9.2447918905236293E-4</c:v>
                </c:pt>
                <c:pt idx="182">
                  <c:v>-7.1940105908652185E-4</c:v>
                </c:pt>
                <c:pt idx="183">
                  <c:v>-5.2408855435714941E-4</c:v>
                </c:pt>
                <c:pt idx="184">
                  <c:v>-4.1992188516815077E-4</c:v>
                </c:pt>
                <c:pt idx="185">
                  <c:v>-3.7760417581012007E-4</c:v>
                </c:pt>
                <c:pt idx="186">
                  <c:v>-3.6783855057365145E-4</c:v>
                </c:pt>
                <c:pt idx="187">
                  <c:v>-3.6783855057365145E-4</c:v>
                </c:pt>
                <c:pt idx="188">
                  <c:v>-3.483073001007142E-4</c:v>
                </c:pt>
                <c:pt idx="189">
                  <c:v>-3.027343823305273E-4</c:v>
                </c:pt>
                <c:pt idx="190">
                  <c:v>-2.4414063091171556E-4</c:v>
                </c:pt>
                <c:pt idx="191">
                  <c:v>-1.8229167108074762E-4</c:v>
                </c:pt>
                <c:pt idx="192">
                  <c:v>-1.2695312807409209E-4</c:v>
                </c:pt>
                <c:pt idx="193">
                  <c:v>-1.0091146077684243E-4</c:v>
                </c:pt>
                <c:pt idx="194">
                  <c:v>-8.7890627128217602E-5</c:v>
                </c:pt>
                <c:pt idx="195">
                  <c:v>3.2552084121562075E-5</c:v>
                </c:pt>
                <c:pt idx="196">
                  <c:v>1.8880208790506003E-4</c:v>
                </c:pt>
                <c:pt idx="197">
                  <c:v>2.7343750662112143E-4</c:v>
                </c:pt>
                <c:pt idx="198">
                  <c:v>3.2552084121562075E-4</c:v>
                </c:pt>
                <c:pt idx="199">
                  <c:v>3.4505209168855799E-4</c:v>
                </c:pt>
                <c:pt idx="200">
                  <c:v>3.5156250851287041E-4</c:v>
                </c:pt>
                <c:pt idx="201">
                  <c:v>3.8736980104658869E-4</c:v>
                </c:pt>
                <c:pt idx="202">
                  <c:v>4.9804688705989975E-4</c:v>
                </c:pt>
                <c:pt idx="203">
                  <c:v>5.8919272260027356E-4</c:v>
                </c:pt>
                <c:pt idx="204">
                  <c:v>6.510416824312415E-4</c:v>
                </c:pt>
                <c:pt idx="205">
                  <c:v>6.7708334972849116E-4</c:v>
                </c:pt>
                <c:pt idx="206">
                  <c:v>7.2265626749867806E-4</c:v>
                </c:pt>
                <c:pt idx="207">
                  <c:v>8.1705731145120808E-4</c:v>
                </c:pt>
                <c:pt idx="208">
                  <c:v>9.4401043952530017E-4</c:v>
                </c:pt>
                <c:pt idx="209">
                  <c:v>1.0286458582413616E-3</c:v>
                </c:pt>
                <c:pt idx="210">
                  <c:v>1.0742187760115485E-3</c:v>
                </c:pt>
                <c:pt idx="211">
                  <c:v>1.1100260685452668E-3</c:v>
                </c:pt>
                <c:pt idx="212">
                  <c:v>1.1621094031397661E-3</c:v>
                </c:pt>
                <c:pt idx="213">
                  <c:v>1.2402344050315151E-3</c:v>
                </c:pt>
                <c:pt idx="214">
                  <c:v>1.3411458658083575E-3</c:v>
                </c:pt>
                <c:pt idx="215">
                  <c:v>1.4225260761122627E-3</c:v>
                </c:pt>
                <c:pt idx="216">
                  <c:v>1.4843750359432306E-3</c:v>
                </c:pt>
                <c:pt idx="217">
                  <c:v>1.5462239957741986E-3</c:v>
                </c:pt>
                <c:pt idx="218">
                  <c:v>1.63085941449026E-3</c:v>
                </c:pt>
                <c:pt idx="219">
                  <c:v>1.7024739995576965E-3</c:v>
                </c:pt>
                <c:pt idx="220">
                  <c:v>1.7805990014494455E-3</c:v>
                </c:pt>
                <c:pt idx="221">
                  <c:v>1.8326823360439448E-3</c:v>
                </c:pt>
                <c:pt idx="222">
                  <c:v>1.8815104622262879E-3</c:v>
                </c:pt>
                <c:pt idx="223">
                  <c:v>1.9270833799964748E-3</c:v>
                </c:pt>
                <c:pt idx="224">
                  <c:v>2.2265625539148459E-3</c:v>
                </c:pt>
                <c:pt idx="225">
                  <c:v>2.7994792344543384E-3</c:v>
                </c:pt>
                <c:pt idx="226">
                  <c:v>3.6263021711420151E-3</c:v>
                </c:pt>
                <c:pt idx="227">
                  <c:v>4.8535157425249054E-3</c:v>
                </c:pt>
                <c:pt idx="228">
                  <c:v>5.55338555113849E-3</c:v>
                </c:pt>
                <c:pt idx="229">
                  <c:v>5.7877605568137369E-3</c:v>
                </c:pt>
                <c:pt idx="230">
                  <c:v>5.8138022241109866E-3</c:v>
                </c:pt>
                <c:pt idx="231">
                  <c:v>5.7942709736380493E-3</c:v>
                </c:pt>
                <c:pt idx="232">
                  <c:v>5.7877605568137369E-3</c:v>
                </c:pt>
                <c:pt idx="233">
                  <c:v>5.8040365988745179E-3</c:v>
                </c:pt>
                <c:pt idx="234">
                  <c:v>5.820312640935299E-3</c:v>
                </c:pt>
                <c:pt idx="235">
                  <c:v>5.8398438914082362E-3</c:v>
                </c:pt>
                <c:pt idx="236">
                  <c:v>5.8691407671176421E-3</c:v>
                </c:pt>
                <c:pt idx="237">
                  <c:v>5.9277345185364538E-3</c:v>
                </c:pt>
                <c:pt idx="238">
                  <c:v>5.9472657690093911E-3</c:v>
                </c:pt>
                <c:pt idx="239">
                  <c:v>5.9440105605972349E-3</c:v>
                </c:pt>
                <c:pt idx="240">
                  <c:v>5.9635418110701721E-3</c:v>
                </c:pt>
                <c:pt idx="241">
                  <c:v>5.9863282699552656E-3</c:v>
                </c:pt>
                <c:pt idx="242">
                  <c:v>6.0156251456646714E-3</c:v>
                </c:pt>
                <c:pt idx="243">
                  <c:v>6.0449220213740773E-3</c:v>
                </c:pt>
                <c:pt idx="244">
                  <c:v>6.103515772792889E-3</c:v>
                </c:pt>
                <c:pt idx="245">
                  <c:v>6.2727866102250118E-3</c:v>
                </c:pt>
                <c:pt idx="246">
                  <c:v>6.448567864481447E-3</c:v>
                </c:pt>
                <c:pt idx="247">
                  <c:v>7.8808595658301783E-3</c:v>
                </c:pt>
                <c:pt idx="248">
                  <c:v>9.915364823427808E-3</c:v>
                </c:pt>
                <c:pt idx="249">
                  <c:v>1.1015625266736606E-2</c:v>
                </c:pt>
                <c:pt idx="250">
                  <c:v>1.1393229442546726E-2</c:v>
                </c:pt>
                <c:pt idx="251">
                  <c:v>1.1513672153796506E-2</c:v>
                </c:pt>
                <c:pt idx="252">
                  <c:v>1.1520182570620818E-2</c:v>
                </c:pt>
                <c:pt idx="253">
                  <c:v>1.1549479446330224E-2</c:v>
                </c:pt>
                <c:pt idx="254">
                  <c:v>1.1588541947276099E-2</c:v>
                </c:pt>
                <c:pt idx="255">
                  <c:v>1.1614583614573348E-2</c:v>
                </c:pt>
                <c:pt idx="256">
                  <c:v>1.1627604448221973E-2</c:v>
                </c:pt>
                <c:pt idx="257">
                  <c:v>1.1634114865046286E-2</c:v>
                </c:pt>
                <c:pt idx="258">
                  <c:v>1.1634114865046286E-2</c:v>
                </c:pt>
                <c:pt idx="259">
                  <c:v>1.1630859656634129E-2</c:v>
                </c:pt>
                <c:pt idx="260">
                  <c:v>1.1634114865046286E-2</c:v>
                </c:pt>
                <c:pt idx="261">
                  <c:v>1.1634114865046286E-2</c:v>
                </c:pt>
                <c:pt idx="262">
                  <c:v>1.1634114865046286E-2</c:v>
                </c:pt>
                <c:pt idx="263">
                  <c:v>1.1634114865046286E-2</c:v>
                </c:pt>
                <c:pt idx="264">
                  <c:v>1.1634114865046286E-2</c:v>
                </c:pt>
                <c:pt idx="265">
                  <c:v>1.1634114865046286E-2</c:v>
                </c:pt>
                <c:pt idx="266">
                  <c:v>1.1634114865046286E-2</c:v>
                </c:pt>
                <c:pt idx="267">
                  <c:v>1.164713569869491E-2</c:v>
                </c:pt>
                <c:pt idx="268">
                  <c:v>1.1666666949167848E-2</c:v>
                </c:pt>
                <c:pt idx="269">
                  <c:v>1.1682942991228629E-2</c:v>
                </c:pt>
                <c:pt idx="270">
                  <c:v>1.1689453408052941E-2</c:v>
                </c:pt>
                <c:pt idx="271">
                  <c:v>1.169921903328941E-2</c:v>
                </c:pt>
                <c:pt idx="272">
                  <c:v>1.1705729450113722E-2</c:v>
                </c:pt>
                <c:pt idx="273">
                  <c:v>1.1718750283762347E-2</c:v>
                </c:pt>
                <c:pt idx="274">
                  <c:v>1.1735026325823128E-2</c:v>
                </c:pt>
                <c:pt idx="275">
                  <c:v>1.174153674264744E-2</c:v>
                </c:pt>
                <c:pt idx="276">
                  <c:v>1.1744791951059597E-2</c:v>
                </c:pt>
                <c:pt idx="277">
                  <c:v>1.1748047159471753E-2</c:v>
                </c:pt>
                <c:pt idx="278">
                  <c:v>1.179362007724194E-2</c:v>
                </c:pt>
                <c:pt idx="279">
                  <c:v>1.1966146123086219E-2</c:v>
                </c:pt>
                <c:pt idx="280">
                  <c:v>1.2148437794166966E-2</c:v>
                </c:pt>
                <c:pt idx="281">
                  <c:v>1.2252604463355965E-2</c:v>
                </c:pt>
                <c:pt idx="282">
                  <c:v>1.2298177381126152E-2</c:v>
                </c:pt>
                <c:pt idx="283">
                  <c:v>1.2330729465247714E-2</c:v>
                </c:pt>
                <c:pt idx="284">
                  <c:v>1.2366536757781432E-2</c:v>
                </c:pt>
                <c:pt idx="285">
                  <c:v>1.2447916968085337E-2</c:v>
                </c:pt>
                <c:pt idx="286">
                  <c:v>1.2571614887747273E-2</c:v>
                </c:pt>
                <c:pt idx="287">
                  <c:v>1.3238932612239296E-2</c:v>
                </c:pt>
                <c:pt idx="288">
                  <c:v>1.4254557636832033E-2</c:v>
                </c:pt>
                <c:pt idx="289">
                  <c:v>1.4778646191189182E-2</c:v>
                </c:pt>
                <c:pt idx="290">
                  <c:v>1.4951172237033461E-2</c:v>
                </c:pt>
                <c:pt idx="291">
                  <c:v>1.4973958695918554E-2</c:v>
                </c:pt>
                <c:pt idx="292">
                  <c:v>1.4983724321155023E-2</c:v>
                </c:pt>
                <c:pt idx="293">
                  <c:v>1.5048828489398147E-2</c:v>
                </c:pt>
                <c:pt idx="294">
                  <c:v>1.5139974324938521E-2</c:v>
                </c:pt>
                <c:pt idx="295">
                  <c:v>1.521809932683027E-2</c:v>
                </c:pt>
                <c:pt idx="296">
                  <c:v>1.5299479537134175E-2</c:v>
                </c:pt>
                <c:pt idx="297">
                  <c:v>1.5400390997911018E-2</c:v>
                </c:pt>
                <c:pt idx="298">
                  <c:v>1.5478515999802767E-2</c:v>
                </c:pt>
                <c:pt idx="299">
                  <c:v>1.5530599334397266E-2</c:v>
                </c:pt>
                <c:pt idx="300">
                  <c:v>1.5572917043755297E-2</c:v>
                </c:pt>
                <c:pt idx="301">
                  <c:v>1.5634766003586265E-2</c:v>
                </c:pt>
                <c:pt idx="302">
                  <c:v>1.57584639232482E-2</c:v>
                </c:pt>
                <c:pt idx="303">
                  <c:v>1.5992838928923447E-2</c:v>
                </c:pt>
                <c:pt idx="304">
                  <c:v>1.6949870202097372E-2</c:v>
                </c:pt>
                <c:pt idx="305">
                  <c:v>1.7623698343413707E-2</c:v>
                </c:pt>
                <c:pt idx="306">
                  <c:v>1.7893880641622673E-2</c:v>
                </c:pt>
                <c:pt idx="307">
                  <c:v>1.795572960145364E-2</c:v>
                </c:pt>
                <c:pt idx="308">
                  <c:v>1.7998047310811671E-2</c:v>
                </c:pt>
                <c:pt idx="309">
                  <c:v>1.8092448354764201E-2</c:v>
                </c:pt>
                <c:pt idx="310">
                  <c:v>1.8180338981892419E-2</c:v>
                </c:pt>
                <c:pt idx="311">
                  <c:v>1.8245443150135543E-2</c:v>
                </c:pt>
                <c:pt idx="312">
                  <c:v>1.8300781693142198E-2</c:v>
                </c:pt>
                <c:pt idx="313">
                  <c:v>1.8349609819324542E-2</c:v>
                </c:pt>
                <c:pt idx="314">
                  <c:v>1.8391927528682572E-2</c:v>
                </c:pt>
                <c:pt idx="315">
                  <c:v>1.8450521280101384E-2</c:v>
                </c:pt>
                <c:pt idx="316">
                  <c:v>1.8538411907229602E-2</c:v>
                </c:pt>
                <c:pt idx="317">
                  <c:v>1.8623047325945663E-2</c:v>
                </c:pt>
                <c:pt idx="318">
                  <c:v>1.8684896285776631E-2</c:v>
                </c:pt>
                <c:pt idx="319">
                  <c:v>1.876302128766838E-2</c:v>
                </c:pt>
                <c:pt idx="320">
                  <c:v>1.9176432756012218E-2</c:v>
                </c:pt>
                <c:pt idx="321">
                  <c:v>2.0100911945064581E-2</c:v>
                </c:pt>
                <c:pt idx="322">
                  <c:v>2.0664063000367605E-2</c:v>
                </c:pt>
                <c:pt idx="323">
                  <c:v>2.0856120296684821E-2</c:v>
                </c:pt>
                <c:pt idx="324">
                  <c:v>2.0901693214455008E-2</c:v>
                </c:pt>
                <c:pt idx="325">
                  <c:v>2.0947266132225195E-2</c:v>
                </c:pt>
                <c:pt idx="326">
                  <c:v>2.1083984885535756E-2</c:v>
                </c:pt>
                <c:pt idx="327">
                  <c:v>2.1194661971549067E-2</c:v>
                </c:pt>
                <c:pt idx="328">
                  <c:v>2.1256510931380035E-2</c:v>
                </c:pt>
                <c:pt idx="329">
                  <c:v>2.1295573432325909E-2</c:v>
                </c:pt>
                <c:pt idx="330">
                  <c:v>2.1331380724859628E-2</c:v>
                </c:pt>
                <c:pt idx="331">
                  <c:v>2.1399740101514908E-2</c:v>
                </c:pt>
                <c:pt idx="332">
                  <c:v>2.1481120311818813E-2</c:v>
                </c:pt>
                <c:pt idx="333">
                  <c:v>2.1539714063237625E-2</c:v>
                </c:pt>
                <c:pt idx="334">
                  <c:v>2.162109427354153E-2</c:v>
                </c:pt>
                <c:pt idx="335">
                  <c:v>2.1774089068912872E-2</c:v>
                </c:pt>
                <c:pt idx="336">
                  <c:v>2.2486979711175081E-2</c:v>
                </c:pt>
                <c:pt idx="337">
                  <c:v>2.3118490143133386E-2</c:v>
                </c:pt>
                <c:pt idx="338">
                  <c:v>2.3411458900227444E-2</c:v>
                </c:pt>
                <c:pt idx="339">
                  <c:v>2.3505859944179974E-2</c:v>
                </c:pt>
                <c:pt idx="340">
                  <c:v>2.3548177653538005E-2</c:v>
                </c:pt>
                <c:pt idx="341">
                  <c:v>2.3658854739551316E-2</c:v>
                </c:pt>
                <c:pt idx="342">
                  <c:v>2.3779297450801096E-2</c:v>
                </c:pt>
                <c:pt idx="343">
                  <c:v>2.3854167244280688E-2</c:v>
                </c:pt>
                <c:pt idx="344">
                  <c:v>2.3899740162050875E-2</c:v>
                </c:pt>
                <c:pt idx="345">
                  <c:v>2.3964844330294E-2</c:v>
                </c:pt>
                <c:pt idx="346">
                  <c:v>2.4036458915361436E-2</c:v>
                </c:pt>
                <c:pt idx="347">
                  <c:v>2.4091797458368092E-2</c:v>
                </c:pt>
                <c:pt idx="348">
                  <c:v>2.4182943293908465E-2</c:v>
                </c:pt>
                <c:pt idx="349">
                  <c:v>2.4485677676238993E-2</c:v>
                </c:pt>
                <c:pt idx="350">
                  <c:v>2.526041727833217E-2</c:v>
                </c:pt>
                <c:pt idx="351">
                  <c:v>2.5771484999040695E-2</c:v>
                </c:pt>
                <c:pt idx="352">
                  <c:v>2.5979818337418692E-2</c:v>
                </c:pt>
                <c:pt idx="353">
                  <c:v>2.604166729724966E-2</c:v>
                </c:pt>
                <c:pt idx="354">
                  <c:v>2.6106771465492784E-2</c:v>
                </c:pt>
                <c:pt idx="355">
                  <c:v>2.623046938515472E-2</c:v>
                </c:pt>
                <c:pt idx="356">
                  <c:v>2.6318360012282938E-2</c:v>
                </c:pt>
                <c:pt idx="357">
                  <c:v>2.6363932930053124E-2</c:v>
                </c:pt>
                <c:pt idx="358">
                  <c:v>2.639322980576253E-2</c:v>
                </c:pt>
                <c:pt idx="359">
                  <c:v>2.6416016264647624E-2</c:v>
                </c:pt>
                <c:pt idx="360">
                  <c:v>2.648763084971506E-2</c:v>
                </c:pt>
                <c:pt idx="361">
                  <c:v>2.6611328769376996E-2</c:v>
                </c:pt>
                <c:pt idx="362">
                  <c:v>2.6722005855390307E-2</c:v>
                </c:pt>
                <c:pt idx="363">
                  <c:v>2.7050781905018084E-2</c:v>
                </c:pt>
                <c:pt idx="364">
                  <c:v>2.7799479839814012E-2</c:v>
                </c:pt>
                <c:pt idx="365">
                  <c:v>2.8255209017515881E-2</c:v>
                </c:pt>
                <c:pt idx="366">
                  <c:v>2.8444011105420941E-2</c:v>
                </c:pt>
                <c:pt idx="367">
                  <c:v>2.8538412149373471E-2</c:v>
                </c:pt>
                <c:pt idx="368">
                  <c:v>2.8645834026974626E-2</c:v>
                </c:pt>
                <c:pt idx="369">
                  <c:v>2.8740235070927156E-2</c:v>
                </c:pt>
                <c:pt idx="370">
                  <c:v>2.8811849655994592E-2</c:v>
                </c:pt>
                <c:pt idx="371">
                  <c:v>2.8857422573764779E-2</c:v>
                </c:pt>
                <c:pt idx="372">
                  <c:v>2.8916016325183591E-2</c:v>
                </c:pt>
                <c:pt idx="373">
                  <c:v>2.8990886118663184E-2</c:v>
                </c:pt>
                <c:pt idx="374">
                  <c:v>2.9052735078494152E-2</c:v>
                </c:pt>
                <c:pt idx="375">
                  <c:v>2.9147136122446682E-2</c:v>
                </c:pt>
                <c:pt idx="376">
                  <c:v>2.9283854875757243E-2</c:v>
                </c:pt>
                <c:pt idx="377">
                  <c:v>2.9847005931060266E-2</c:v>
                </c:pt>
                <c:pt idx="378">
                  <c:v>3.0517578863964445E-2</c:v>
                </c:pt>
                <c:pt idx="379">
                  <c:v>3.083984449676791E-2</c:v>
                </c:pt>
                <c:pt idx="380">
                  <c:v>3.0966797624842002E-2</c:v>
                </c:pt>
                <c:pt idx="381">
                  <c:v>3.1061198668794532E-2</c:v>
                </c:pt>
                <c:pt idx="382">
                  <c:v>3.1162110129571374E-2</c:v>
                </c:pt>
                <c:pt idx="383">
                  <c:v>3.1243490339875279E-2</c:v>
                </c:pt>
                <c:pt idx="384">
                  <c:v>3.1295573674469779E-2</c:v>
                </c:pt>
                <c:pt idx="385">
                  <c:v>3.1328125758591341E-2</c:v>
                </c:pt>
                <c:pt idx="386">
                  <c:v>3.1386719510010153E-2</c:v>
                </c:pt>
                <c:pt idx="387">
                  <c:v>3.1455078886665433E-2</c:v>
                </c:pt>
                <c:pt idx="388">
                  <c:v>3.1546224722205807E-2</c:v>
                </c:pt>
                <c:pt idx="389">
                  <c:v>3.1637370557746181E-2</c:v>
                </c:pt>
                <c:pt idx="390">
                  <c:v>3.1819662228826928E-2</c:v>
                </c:pt>
                <c:pt idx="391">
                  <c:v>3.2392578909366421E-2</c:v>
                </c:pt>
                <c:pt idx="392">
                  <c:v>3.2923177880547883E-2</c:v>
                </c:pt>
                <c:pt idx="393">
                  <c:v>3.3180339345108223E-2</c:v>
                </c:pt>
                <c:pt idx="394">
                  <c:v>3.3291016431121534E-2</c:v>
                </c:pt>
                <c:pt idx="395">
                  <c:v>3.3385417475074064E-2</c:v>
                </c:pt>
                <c:pt idx="396">
                  <c:v>3.3499349769499531E-2</c:v>
                </c:pt>
                <c:pt idx="397">
                  <c:v>3.3564453937742655E-2</c:v>
                </c:pt>
                <c:pt idx="398">
                  <c:v>3.3616537272337155E-2</c:v>
                </c:pt>
                <c:pt idx="399">
                  <c:v>3.3675131023755966E-2</c:v>
                </c:pt>
                <c:pt idx="400">
                  <c:v>3.3743490400411247E-2</c:v>
                </c:pt>
                <c:pt idx="401">
                  <c:v>3.3824870610715152E-2</c:v>
                </c:pt>
                <c:pt idx="402">
                  <c:v>3.3916016446255526E-2</c:v>
                </c:pt>
                <c:pt idx="403">
                  <c:v>3.4046224782741774E-2</c:v>
                </c:pt>
                <c:pt idx="404">
                  <c:v>3.4541016461389518E-2</c:v>
                </c:pt>
                <c:pt idx="405">
                  <c:v>3.5126953975577635E-2</c:v>
                </c:pt>
                <c:pt idx="406">
                  <c:v>3.5452474816793256E-2</c:v>
                </c:pt>
                <c:pt idx="407">
                  <c:v>3.558593836169166E-2</c:v>
                </c:pt>
                <c:pt idx="408">
                  <c:v>3.5683594614056346E-2</c:v>
                </c:pt>
                <c:pt idx="409">
                  <c:v>3.5771485241184564E-2</c:v>
                </c:pt>
                <c:pt idx="410">
                  <c:v>3.5833334201015532E-2</c:v>
                </c:pt>
                <c:pt idx="411">
                  <c:v>3.5885417535610031E-2</c:v>
                </c:pt>
                <c:pt idx="412">
                  <c:v>3.5953776912265312E-2</c:v>
                </c:pt>
                <c:pt idx="413">
                  <c:v>3.6031901914157061E-2</c:v>
                </c:pt>
                <c:pt idx="414">
                  <c:v>3.6132813374933903E-2</c:v>
                </c:pt>
                <c:pt idx="415">
                  <c:v>3.6223959210474277E-2</c:v>
                </c:pt>
                <c:pt idx="416">
                  <c:v>3.6334636296487588E-2</c:v>
                </c:pt>
                <c:pt idx="417">
                  <c:v>3.6588542552635772E-2</c:v>
                </c:pt>
                <c:pt idx="418">
                  <c:v>3.7125651940641546E-2</c:v>
                </c:pt>
                <c:pt idx="419">
                  <c:v>3.7548829034221853E-2</c:v>
                </c:pt>
                <c:pt idx="420">
                  <c:v>3.7763672789424163E-2</c:v>
                </c:pt>
                <c:pt idx="421">
                  <c:v>3.7900391542734724E-2</c:v>
                </c:pt>
                <c:pt idx="422">
                  <c:v>3.8011068628748035E-2</c:v>
                </c:pt>
                <c:pt idx="423">
                  <c:v>3.8082683213815471E-2</c:v>
                </c:pt>
                <c:pt idx="424">
                  <c:v>3.8128256131585658E-2</c:v>
                </c:pt>
                <c:pt idx="425">
                  <c:v>3.8193360299828782E-2</c:v>
                </c:pt>
                <c:pt idx="426">
                  <c:v>3.8287761343781312E-2</c:v>
                </c:pt>
                <c:pt idx="427">
                  <c:v>3.8388672804558155E-2</c:v>
                </c:pt>
                <c:pt idx="428">
                  <c:v>3.8483073848510685E-2</c:v>
                </c:pt>
                <c:pt idx="429">
                  <c:v>3.8580730100875371E-2</c:v>
                </c:pt>
                <c:pt idx="430">
                  <c:v>3.8789063439253368E-2</c:v>
                </c:pt>
                <c:pt idx="431">
                  <c:v>3.9274089492664643E-2</c:v>
                </c:pt>
                <c:pt idx="432">
                  <c:v>3.9742839504015137E-2</c:v>
                </c:pt>
                <c:pt idx="433">
                  <c:v>4.0003256176987634E-2</c:v>
                </c:pt>
                <c:pt idx="434">
                  <c:v>4.0152995763946819E-2</c:v>
                </c:pt>
                <c:pt idx="435">
                  <c:v>4.0276693683608755E-2</c:v>
                </c:pt>
                <c:pt idx="436">
                  <c:v>4.0371094727561285E-2</c:v>
                </c:pt>
                <c:pt idx="437">
                  <c:v>4.0436198895804409E-2</c:v>
                </c:pt>
                <c:pt idx="438">
                  <c:v>4.050455827245969E-2</c:v>
                </c:pt>
                <c:pt idx="439">
                  <c:v>4.057291764911497E-2</c:v>
                </c:pt>
                <c:pt idx="440">
                  <c:v>4.0660808276243188E-2</c:v>
                </c:pt>
                <c:pt idx="441">
                  <c:v>4.0745443694959249E-2</c:v>
                </c:pt>
                <c:pt idx="442">
                  <c:v>4.0843099947323935E-2</c:v>
                </c:pt>
                <c:pt idx="443">
                  <c:v>4.0973308283810184E-2</c:v>
                </c:pt>
                <c:pt idx="444">
                  <c:v>4.1194662455836806E-2</c:v>
                </c:pt>
                <c:pt idx="445">
                  <c:v>4.1643881216714362E-2</c:v>
                </c:pt>
                <c:pt idx="446">
                  <c:v>4.2125652061713481E-2</c:v>
                </c:pt>
                <c:pt idx="447">
                  <c:v>4.2412110401983227E-2</c:v>
                </c:pt>
                <c:pt idx="448">
                  <c:v>4.2574870822591038E-2</c:v>
                </c:pt>
                <c:pt idx="449">
                  <c:v>4.2705079159077286E-2</c:v>
                </c:pt>
                <c:pt idx="450">
                  <c:v>4.279622499461766E-2</c:v>
                </c:pt>
                <c:pt idx="451">
                  <c:v>4.2858073954448628E-2</c:v>
                </c:pt>
                <c:pt idx="452">
                  <c:v>4.2939454164752533E-2</c:v>
                </c:pt>
                <c:pt idx="453">
                  <c:v>4.3020834375056438E-2</c:v>
                </c:pt>
                <c:pt idx="454">
                  <c:v>4.3115235419008968E-2</c:v>
                </c:pt>
                <c:pt idx="455">
                  <c:v>4.3206381254549342E-2</c:v>
                </c:pt>
                <c:pt idx="456">
                  <c:v>4.3300782298501872E-2</c:v>
                </c:pt>
                <c:pt idx="457">
                  <c:v>4.3427735426575964E-2</c:v>
                </c:pt>
                <c:pt idx="458">
                  <c:v>4.364583439019043E-2</c:v>
                </c:pt>
                <c:pt idx="459">
                  <c:v>4.4111329193128768E-2</c:v>
                </c:pt>
                <c:pt idx="460">
                  <c:v>4.4632162539073761E-2</c:v>
                </c:pt>
                <c:pt idx="461">
                  <c:v>4.4941407338228601E-2</c:v>
                </c:pt>
                <c:pt idx="462">
                  <c:v>4.511393338407288E-2</c:v>
                </c:pt>
                <c:pt idx="463">
                  <c:v>4.5234376095322659E-2</c:v>
                </c:pt>
                <c:pt idx="464">
                  <c:v>4.5338542764511658E-2</c:v>
                </c:pt>
                <c:pt idx="465">
                  <c:v>4.5410157349579094E-2</c:v>
                </c:pt>
                <c:pt idx="466">
                  <c:v>4.5488282351470843E-2</c:v>
                </c:pt>
                <c:pt idx="467">
                  <c:v>4.555989693653828E-2</c:v>
                </c:pt>
                <c:pt idx="468">
                  <c:v>4.562825631319356E-2</c:v>
                </c:pt>
                <c:pt idx="469">
                  <c:v>4.5709636523497466E-2</c:v>
                </c:pt>
                <c:pt idx="470">
                  <c:v>4.5794271942213527E-2</c:v>
                </c:pt>
                <c:pt idx="471">
                  <c:v>4.5924480278699775E-2</c:v>
                </c:pt>
                <c:pt idx="472">
                  <c:v>4.6142579242314241E-2</c:v>
                </c:pt>
                <c:pt idx="473">
                  <c:v>4.6595053211603954E-2</c:v>
                </c:pt>
                <c:pt idx="474">
                  <c:v>4.7125652182785416E-2</c:v>
                </c:pt>
                <c:pt idx="475">
                  <c:v>4.7438152190352412E-2</c:v>
                </c:pt>
                <c:pt idx="476">
                  <c:v>4.7630209486669628E-2</c:v>
                </c:pt>
                <c:pt idx="477">
                  <c:v>4.7760417823155876E-2</c:v>
                </c:pt>
                <c:pt idx="478">
                  <c:v>4.78776053259935E-2</c:v>
                </c:pt>
                <c:pt idx="479">
                  <c:v>4.7952475119473092E-2</c:v>
                </c:pt>
                <c:pt idx="480">
                  <c:v>4.8024089704540529E-2</c:v>
                </c:pt>
                <c:pt idx="481">
                  <c:v>4.8102214706432278E-2</c:v>
                </c:pt>
                <c:pt idx="482">
                  <c:v>4.8183594916736183E-2</c:v>
                </c:pt>
                <c:pt idx="483">
                  <c:v>4.8277995960688713E-2</c:v>
                </c:pt>
                <c:pt idx="484">
                  <c:v>4.8398438671938493E-2</c:v>
                </c:pt>
                <c:pt idx="485">
                  <c:v>4.8541667842073366E-2</c:v>
                </c:pt>
                <c:pt idx="486">
                  <c:v>4.8828126182343112E-2</c:v>
                </c:pt>
                <c:pt idx="487">
                  <c:v>4.9274089734808513E-2</c:v>
                </c:pt>
                <c:pt idx="488">
                  <c:v>4.9703777245213132E-2</c:v>
                </c:pt>
                <c:pt idx="489">
                  <c:v>4.998046996024641E-2</c:v>
                </c:pt>
                <c:pt idx="490">
                  <c:v>5.0146485589266376E-2</c:v>
                </c:pt>
                <c:pt idx="491">
                  <c:v>5.0286459550989093E-2</c:v>
                </c:pt>
                <c:pt idx="492">
                  <c:v>5.0400391845414561E-2</c:v>
                </c:pt>
                <c:pt idx="493">
                  <c:v>5.047851684730631E-2</c:v>
                </c:pt>
                <c:pt idx="494">
                  <c:v>5.0566407474434527E-2</c:v>
                </c:pt>
                <c:pt idx="495">
                  <c:v>5.0651042893150588E-2</c:v>
                </c:pt>
                <c:pt idx="496">
                  <c:v>5.0745443937103119E-2</c:v>
                </c:pt>
                <c:pt idx="497">
                  <c:v>5.085612102311643E-2</c:v>
                </c:pt>
                <c:pt idx="498">
                  <c:v>5.0983074151190522E-2</c:v>
                </c:pt>
                <c:pt idx="499">
                  <c:v>5.118164186433205E-2</c:v>
                </c:pt>
                <c:pt idx="500">
                  <c:v>5.1510417913959827E-2</c:v>
                </c:pt>
                <c:pt idx="501">
                  <c:v>5.1897787715006416E-2</c:v>
                </c:pt>
                <c:pt idx="502">
                  <c:v>5.2249350223519286E-2</c:v>
                </c:pt>
                <c:pt idx="503">
                  <c:v>5.248698043760669E-2</c:v>
                </c:pt>
                <c:pt idx="504">
                  <c:v>5.2659506483450969E-2</c:v>
                </c:pt>
                <c:pt idx="505">
                  <c:v>5.2799480445173685E-2</c:v>
                </c:pt>
                <c:pt idx="506">
                  <c:v>5.2897136697538372E-2</c:v>
                </c:pt>
                <c:pt idx="507">
                  <c:v>5.2972006491017964E-2</c:v>
                </c:pt>
                <c:pt idx="508">
                  <c:v>5.3063152326558338E-2</c:v>
                </c:pt>
                <c:pt idx="509">
                  <c:v>5.31477877452744E-2</c:v>
                </c:pt>
                <c:pt idx="510">
                  <c:v>5.3238933580814773E-2</c:v>
                </c:pt>
                <c:pt idx="511">
                  <c:v>5.3346355458415928E-2</c:v>
                </c:pt>
                <c:pt idx="512">
                  <c:v>5.3502605462199426E-2</c:v>
                </c:pt>
                <c:pt idx="513">
                  <c:v>5.3730470051050361E-2</c:v>
                </c:pt>
                <c:pt idx="514">
                  <c:v>5.4059246100678138E-2</c:v>
                </c:pt>
                <c:pt idx="515">
                  <c:v>5.4407553400778852E-2</c:v>
                </c:pt>
                <c:pt idx="516">
                  <c:v>5.4720053408345848E-2</c:v>
                </c:pt>
                <c:pt idx="517">
                  <c:v>5.4947917997196782E-2</c:v>
                </c:pt>
                <c:pt idx="518">
                  <c:v>5.5136720085101842E-2</c:v>
                </c:pt>
                <c:pt idx="519">
                  <c:v>5.5276694046824559E-2</c:v>
                </c:pt>
                <c:pt idx="520">
                  <c:v>5.5371095090777089E-2</c:v>
                </c:pt>
                <c:pt idx="521">
                  <c:v>5.5458985717905307E-2</c:v>
                </c:pt>
                <c:pt idx="522">
                  <c:v>5.5543621136621368E-2</c:v>
                </c:pt>
                <c:pt idx="523">
                  <c:v>5.562825655533743E-2</c:v>
                </c:pt>
                <c:pt idx="524">
                  <c:v>5.5745444058175053E-2</c:v>
                </c:pt>
                <c:pt idx="525">
                  <c:v>5.5862631561012677E-2</c:v>
                </c:pt>
                <c:pt idx="526">
                  <c:v>5.6002605522735394E-2</c:v>
                </c:pt>
                <c:pt idx="527">
                  <c:v>5.6210938861113391E-2</c:v>
                </c:pt>
                <c:pt idx="528">
                  <c:v>5.6565756578038418E-2</c:v>
                </c:pt>
                <c:pt idx="529">
                  <c:v>5.6982423254794412E-2</c:v>
                </c:pt>
                <c:pt idx="530">
                  <c:v>5.7324220138070814E-2</c:v>
                </c:pt>
                <c:pt idx="531">
                  <c:v>5.7548829518509592E-2</c:v>
                </c:pt>
                <c:pt idx="532">
                  <c:v>5.7721355564353871E-2</c:v>
                </c:pt>
                <c:pt idx="533">
                  <c:v>5.782552223354287E-2</c:v>
                </c:pt>
                <c:pt idx="534">
                  <c:v>5.7916668069083244E-2</c:v>
                </c:pt>
                <c:pt idx="535">
                  <c:v>5.8004558696211461E-2</c:v>
                </c:pt>
                <c:pt idx="536">
                  <c:v>5.8089194114927523E-2</c:v>
                </c:pt>
                <c:pt idx="537">
                  <c:v>5.8167319116819272E-2</c:v>
                </c:pt>
                <c:pt idx="538">
                  <c:v>5.8274740994420426E-2</c:v>
                </c:pt>
                <c:pt idx="539">
                  <c:v>5.8411459747730987E-2</c:v>
                </c:pt>
                <c:pt idx="540">
                  <c:v>5.8574220168338798E-2</c:v>
                </c:pt>
                <c:pt idx="541">
                  <c:v>5.8821616007662669E-2</c:v>
                </c:pt>
                <c:pt idx="542">
                  <c:v>5.9186199349824165E-2</c:v>
                </c:pt>
                <c:pt idx="543">
                  <c:v>5.9554037900397816E-2</c:v>
                </c:pt>
                <c:pt idx="544">
                  <c:v>5.9843751449079718E-2</c:v>
                </c:pt>
                <c:pt idx="545">
                  <c:v>6.0058595204282028E-2</c:v>
                </c:pt>
                <c:pt idx="546">
                  <c:v>6.023763166695062E-2</c:v>
                </c:pt>
                <c:pt idx="547">
                  <c:v>6.0341798336139618E-2</c:v>
                </c:pt>
                <c:pt idx="548">
                  <c:v>6.0436199380092148E-2</c:v>
                </c:pt>
                <c:pt idx="549">
                  <c:v>6.0524090007220366E-2</c:v>
                </c:pt>
                <c:pt idx="550">
                  <c:v>6.0611980634348583E-2</c:v>
                </c:pt>
                <c:pt idx="551">
                  <c:v>6.070963688671327E-2</c:v>
                </c:pt>
                <c:pt idx="552">
                  <c:v>6.0826824389550893E-2</c:v>
                </c:pt>
                <c:pt idx="553">
                  <c:v>6.0950522309212829E-2</c:v>
                </c:pt>
                <c:pt idx="554">
                  <c:v>6.1100261896172015E-2</c:v>
                </c:pt>
                <c:pt idx="555">
                  <c:v>6.1324871276610793E-2</c:v>
                </c:pt>
                <c:pt idx="556">
                  <c:v>6.1679688993535819E-2</c:v>
                </c:pt>
                <c:pt idx="557">
                  <c:v>6.2063803586170252E-2</c:v>
                </c:pt>
                <c:pt idx="558">
                  <c:v>6.2386069218973716E-2</c:v>
                </c:pt>
                <c:pt idx="559">
                  <c:v>6.262369943306112E-2</c:v>
                </c:pt>
                <c:pt idx="560">
                  <c:v>6.2799480687317555E-2</c:v>
                </c:pt>
                <c:pt idx="561">
                  <c:v>6.2897136939682241E-2</c:v>
                </c:pt>
                <c:pt idx="562">
                  <c:v>6.2994793192046927E-2</c:v>
                </c:pt>
                <c:pt idx="563">
                  <c:v>6.3085939027587301E-2</c:v>
                </c:pt>
                <c:pt idx="564">
                  <c:v>6.3180340071539831E-2</c:v>
                </c:pt>
                <c:pt idx="565">
                  <c:v>6.328450674072883E-2</c:v>
                </c:pt>
                <c:pt idx="566">
                  <c:v>6.3382162993093516E-2</c:v>
                </c:pt>
                <c:pt idx="567">
                  <c:v>6.3492840079106827E-2</c:v>
                </c:pt>
                <c:pt idx="568">
                  <c:v>6.3623048415593075E-2</c:v>
                </c:pt>
                <c:pt idx="569">
                  <c:v>6.3831381753971073E-2</c:v>
                </c:pt>
                <c:pt idx="570">
                  <c:v>6.4163413012011006E-2</c:v>
                </c:pt>
                <c:pt idx="571">
                  <c:v>6.4521485937348189E-2</c:v>
                </c:pt>
                <c:pt idx="572">
                  <c:v>6.4847006778563809E-2</c:v>
                </c:pt>
                <c:pt idx="573">
                  <c:v>6.5087892201063369E-2</c:v>
                </c:pt>
                <c:pt idx="574">
                  <c:v>6.5270183872144116E-2</c:v>
                </c:pt>
                <c:pt idx="575">
                  <c:v>6.5377605749745271E-2</c:v>
                </c:pt>
                <c:pt idx="576">
                  <c:v>6.5475262002109957E-2</c:v>
                </c:pt>
                <c:pt idx="577">
                  <c:v>6.5572918254474644E-2</c:v>
                </c:pt>
                <c:pt idx="578">
                  <c:v>6.5673829715251486E-2</c:v>
                </c:pt>
                <c:pt idx="579">
                  <c:v>6.5771485967616172E-2</c:v>
                </c:pt>
                <c:pt idx="580">
                  <c:v>6.5891928678865952E-2</c:v>
                </c:pt>
                <c:pt idx="581">
                  <c:v>6.6025392223764356E-2</c:v>
                </c:pt>
                <c:pt idx="582">
                  <c:v>6.6197918269608635E-2</c:v>
                </c:pt>
                <c:pt idx="583">
                  <c:v>6.6455079734168976E-2</c:v>
                </c:pt>
                <c:pt idx="584">
                  <c:v>6.6806642242681846E-2</c:v>
                </c:pt>
                <c:pt idx="585">
                  <c:v>6.7148439125958248E-2</c:v>
                </c:pt>
                <c:pt idx="586">
                  <c:v>6.7451173508288775E-2</c:v>
                </c:pt>
                <c:pt idx="587">
                  <c:v>6.7685548513964022E-2</c:v>
                </c:pt>
                <c:pt idx="588">
                  <c:v>6.7838543309335364E-2</c:v>
                </c:pt>
                <c:pt idx="589">
                  <c:v>6.7952475603760831E-2</c:v>
                </c:pt>
                <c:pt idx="590">
                  <c:v>6.8059897481361986E-2</c:v>
                </c:pt>
                <c:pt idx="591">
                  <c:v>6.8157553733726672E-2</c:v>
                </c:pt>
                <c:pt idx="592">
                  <c:v>6.8264975611327827E-2</c:v>
                </c:pt>
                <c:pt idx="593">
                  <c:v>6.8372397488928982E-2</c:v>
                </c:pt>
                <c:pt idx="594">
                  <c:v>6.8505861033827387E-2</c:v>
                </c:pt>
                <c:pt idx="595">
                  <c:v>6.8662111037610885E-2</c:v>
                </c:pt>
                <c:pt idx="596">
                  <c:v>6.8883465209637507E-2</c:v>
                </c:pt>
                <c:pt idx="597">
                  <c:v>6.9166668341495097E-2</c:v>
                </c:pt>
                <c:pt idx="598">
                  <c:v>6.9508465224771498E-2</c:v>
                </c:pt>
                <c:pt idx="599">
                  <c:v>6.9814454815514182E-2</c:v>
                </c:pt>
                <c:pt idx="600">
                  <c:v>7.0052085029601585E-2</c:v>
                </c:pt>
                <c:pt idx="601">
                  <c:v>7.0208335033385083E-2</c:v>
                </c:pt>
                <c:pt idx="602">
                  <c:v>7.0325522536222707E-2</c:v>
                </c:pt>
                <c:pt idx="603">
                  <c:v>7.0429689205411705E-2</c:v>
                </c:pt>
                <c:pt idx="604">
                  <c:v>7.053711108301286E-2</c:v>
                </c:pt>
                <c:pt idx="605">
                  <c:v>7.0654298585850484E-2</c:v>
                </c:pt>
                <c:pt idx="606">
                  <c:v>7.0791017339161044E-2</c:v>
                </c:pt>
                <c:pt idx="607">
                  <c:v>7.0917970467235136E-2</c:v>
                </c:pt>
                <c:pt idx="608">
                  <c:v>7.1070965262606478E-2</c:v>
                </c:pt>
                <c:pt idx="609">
                  <c:v>7.1276043392572319E-2</c:v>
                </c:pt>
                <c:pt idx="610">
                  <c:v>7.1546225690781284E-2</c:v>
                </c:pt>
                <c:pt idx="611">
                  <c:v>7.1852215281523968E-2</c:v>
                </c:pt>
                <c:pt idx="612">
                  <c:v>7.2174480914327432E-2</c:v>
                </c:pt>
                <c:pt idx="613">
                  <c:v>7.242513196206346E-2</c:v>
                </c:pt>
                <c:pt idx="614">
                  <c:v>7.2610678841556364E-2</c:v>
                </c:pt>
                <c:pt idx="615">
                  <c:v>7.2747397594866925E-2</c:v>
                </c:pt>
                <c:pt idx="616">
                  <c:v>7.2861329889292392E-2</c:v>
                </c:pt>
                <c:pt idx="617">
                  <c:v>7.2958986141657078E-2</c:v>
                </c:pt>
                <c:pt idx="618">
                  <c:v>7.3072918436082546E-2</c:v>
                </c:pt>
                <c:pt idx="619">
                  <c:v>7.3183595522095857E-2</c:v>
                </c:pt>
                <c:pt idx="620">
                  <c:v>7.3333335109055042E-2</c:v>
                </c:pt>
                <c:pt idx="621">
                  <c:v>7.3531902822196571E-2</c:v>
                </c:pt>
                <c:pt idx="622">
                  <c:v>7.3808595537229849E-2</c:v>
                </c:pt>
                <c:pt idx="623">
                  <c:v>7.4153647628918407E-2</c:v>
                </c:pt>
                <c:pt idx="624">
                  <c:v>7.4469402844897559E-2</c:v>
                </c:pt>
                <c:pt idx="625">
                  <c:v>7.4720053892633587E-2</c:v>
                </c:pt>
                <c:pt idx="626">
                  <c:v>7.4902345563714334E-2</c:v>
                </c:pt>
                <c:pt idx="627">
                  <c:v>7.5032553900200583E-2</c:v>
                </c:pt>
                <c:pt idx="628">
                  <c:v>7.5149741403038206E-2</c:v>
                </c:pt>
                <c:pt idx="629">
                  <c:v>7.526692890587583E-2</c:v>
                </c:pt>
                <c:pt idx="630">
                  <c:v>7.5406902867598546E-2</c:v>
                </c:pt>
                <c:pt idx="631">
                  <c:v>7.5553387246145576E-2</c:v>
                </c:pt>
                <c:pt idx="632">
                  <c:v>7.5729168500402011E-2</c:v>
                </c:pt>
                <c:pt idx="633">
                  <c:v>7.5934246630367852E-2</c:v>
                </c:pt>
                <c:pt idx="634">
                  <c:v>7.6178387261279568E-2</c:v>
                </c:pt>
                <c:pt idx="635">
                  <c:v>7.644205914266422E-2</c:v>
                </c:pt>
                <c:pt idx="636">
                  <c:v>7.6715496649285342E-2</c:v>
                </c:pt>
                <c:pt idx="637">
                  <c:v>7.6975913322257838E-2</c:v>
                </c:pt>
                <c:pt idx="638">
                  <c:v>7.7194012285872304E-2</c:v>
                </c:pt>
                <c:pt idx="639">
                  <c:v>7.7360027914892271E-2</c:v>
                </c:pt>
                <c:pt idx="640">
                  <c:v>7.75065122934393E-2</c:v>
                </c:pt>
                <c:pt idx="641">
                  <c:v>7.7636720629925549E-2</c:v>
                </c:pt>
                <c:pt idx="642">
                  <c:v>7.7770184174823953E-2</c:v>
                </c:pt>
                <c:pt idx="643">
                  <c:v>7.7913413344958826E-2</c:v>
                </c:pt>
                <c:pt idx="644">
                  <c:v>7.807291855715448E-2</c:v>
                </c:pt>
                <c:pt idx="645">
                  <c:v>7.8238934186174447E-2</c:v>
                </c:pt>
                <c:pt idx="646">
                  <c:v>7.8424481065667351E-2</c:v>
                </c:pt>
                <c:pt idx="647">
                  <c:v>7.8649090446106129E-2</c:v>
                </c:pt>
                <c:pt idx="648">
                  <c:v>7.8912762327490782E-2</c:v>
                </c:pt>
                <c:pt idx="649">
                  <c:v>7.9186199834111903E-2</c:v>
                </c:pt>
                <c:pt idx="650">
                  <c:v>7.9433595673435775E-2</c:v>
                </c:pt>
                <c:pt idx="651">
                  <c:v>7.9632163386577304E-2</c:v>
                </c:pt>
                <c:pt idx="652">
                  <c:v>7.9814455057658051E-2</c:v>
                </c:pt>
                <c:pt idx="653">
                  <c:v>8.0003257145563111E-2</c:v>
                </c:pt>
                <c:pt idx="654">
                  <c:v>8.0195314441880328E-2</c:v>
                </c:pt>
                <c:pt idx="655">
                  <c:v>8.0354819654075982E-2</c:v>
                </c:pt>
                <c:pt idx="656">
                  <c:v>8.051106965785948E-2</c:v>
                </c:pt>
                <c:pt idx="657">
                  <c:v>8.0664064453230822E-2</c:v>
                </c:pt>
                <c:pt idx="658">
                  <c:v>8.0833335290662944E-2</c:v>
                </c:pt>
                <c:pt idx="659">
                  <c:v>8.100911654491938E-2</c:v>
                </c:pt>
                <c:pt idx="660">
                  <c:v>8.1194663424412283E-2</c:v>
                </c:pt>
                <c:pt idx="661">
                  <c:v>8.1402996762790281E-2</c:v>
                </c:pt>
                <c:pt idx="662">
                  <c:v>8.1663413435762777E-2</c:v>
                </c:pt>
                <c:pt idx="663">
                  <c:v>8.1917319691910961E-2</c:v>
                </c:pt>
                <c:pt idx="664">
                  <c:v>8.2148439489174052E-2</c:v>
                </c:pt>
                <c:pt idx="665">
                  <c:v>8.2347007202315581E-2</c:v>
                </c:pt>
                <c:pt idx="666">
                  <c:v>8.2539064498632797E-2</c:v>
                </c:pt>
                <c:pt idx="667">
                  <c:v>8.2705080127652764E-2</c:v>
                </c:pt>
                <c:pt idx="668">
                  <c:v>8.2867840548260574E-2</c:v>
                </c:pt>
                <c:pt idx="669">
                  <c:v>8.3033856177280541E-2</c:v>
                </c:pt>
                <c:pt idx="670">
                  <c:v>8.3212892639949132E-2</c:v>
                </c:pt>
                <c:pt idx="671">
                  <c:v>8.339518431102988E-2</c:v>
                </c:pt>
                <c:pt idx="672">
                  <c:v>8.3597007232583564E-2</c:v>
                </c:pt>
                <c:pt idx="673">
                  <c:v>8.3802085362549406E-2</c:v>
                </c:pt>
                <c:pt idx="674">
                  <c:v>8.4039715576636809E-2</c:v>
                </c:pt>
                <c:pt idx="675">
                  <c:v>8.4280600999136368E-2</c:v>
                </c:pt>
                <c:pt idx="676">
                  <c:v>8.4495444754338678E-2</c:v>
                </c:pt>
                <c:pt idx="677">
                  <c:v>8.4684246842243738E-2</c:v>
                </c:pt>
                <c:pt idx="678">
                  <c:v>8.4856772888088017E-2</c:v>
                </c:pt>
                <c:pt idx="679">
                  <c:v>8.5019533308695827E-2</c:v>
                </c:pt>
                <c:pt idx="680">
                  <c:v>8.5192059354540106E-2</c:v>
                </c:pt>
                <c:pt idx="681">
                  <c:v>8.5358074983560073E-2</c:v>
                </c:pt>
                <c:pt idx="682">
                  <c:v>8.5546877071465133E-2</c:v>
                </c:pt>
                <c:pt idx="683">
                  <c:v>8.5748699993018818E-2</c:v>
                </c:pt>
                <c:pt idx="684">
                  <c:v>8.5966798956633284E-2</c:v>
                </c:pt>
                <c:pt idx="685">
                  <c:v>8.6194663545484218E-2</c:v>
                </c:pt>
                <c:pt idx="686">
                  <c:v>8.6432293759571621E-2</c:v>
                </c:pt>
                <c:pt idx="687">
                  <c:v>8.6634116681125306E-2</c:v>
                </c:pt>
                <c:pt idx="688">
                  <c:v>8.6809897935381741E-2</c:v>
                </c:pt>
                <c:pt idx="689">
                  <c:v>8.6966147939165239E-2</c:v>
                </c:pt>
                <c:pt idx="690">
                  <c:v>8.7138673985009518E-2</c:v>
                </c:pt>
                <c:pt idx="691">
                  <c:v>8.7314455239265953E-2</c:v>
                </c:pt>
                <c:pt idx="692">
                  <c:v>8.7509767743995326E-2</c:v>
                </c:pt>
                <c:pt idx="693">
                  <c:v>8.7718101082373323E-2</c:v>
                </c:pt>
                <c:pt idx="694">
                  <c:v>8.7972007338521507E-2</c:v>
                </c:pt>
                <c:pt idx="695">
                  <c:v>8.820963755260891E-2</c:v>
                </c:pt>
                <c:pt idx="696">
                  <c:v>8.8421226099399064E-2</c:v>
                </c:pt>
                <c:pt idx="697">
                  <c:v>8.8606772978891968E-2</c:v>
                </c:pt>
                <c:pt idx="698">
                  <c:v>8.8782554233148403E-2</c:v>
                </c:pt>
                <c:pt idx="699">
                  <c:v>8.8964845904229151E-2</c:v>
                </c:pt>
                <c:pt idx="700">
                  <c:v>8.9163413617370679E-2</c:v>
                </c:pt>
                <c:pt idx="701">
                  <c:v>8.9348960496863583E-2</c:v>
                </c:pt>
                <c:pt idx="702">
                  <c:v>8.9531252167944331E-2</c:v>
                </c:pt>
                <c:pt idx="703">
                  <c:v>8.9716799047437235E-2</c:v>
                </c:pt>
                <c:pt idx="704">
                  <c:v>8.9915366760578763E-2</c:v>
                </c:pt>
                <c:pt idx="705">
                  <c:v>9.012370009895676E-2</c:v>
                </c:pt>
                <c:pt idx="706">
                  <c:v>9.0354819896219851E-2</c:v>
                </c:pt>
                <c:pt idx="707">
                  <c:v>9.0585939693482942E-2</c:v>
                </c:pt>
                <c:pt idx="708">
                  <c:v>9.0823569907570345E-2</c:v>
                </c:pt>
                <c:pt idx="709">
                  <c:v>9.1057944913245592E-2</c:v>
                </c:pt>
                <c:pt idx="710">
                  <c:v>9.1272788668447902E-2</c:v>
                </c:pt>
                <c:pt idx="711">
                  <c:v>9.1468101173177274E-2</c:v>
                </c:pt>
                <c:pt idx="712">
                  <c:v>9.1643882427433709E-2</c:v>
                </c:pt>
                <c:pt idx="713">
                  <c:v>9.1822918890102301E-2</c:v>
                </c:pt>
                <c:pt idx="714">
                  <c:v>9.2014976186419517E-2</c:v>
                </c:pt>
                <c:pt idx="715">
                  <c:v>9.2203778274324577E-2</c:v>
                </c:pt>
                <c:pt idx="716">
                  <c:v>9.239909077905395E-2</c:v>
                </c:pt>
                <c:pt idx="717">
                  <c:v>9.2591148075371166E-2</c:v>
                </c:pt>
                <c:pt idx="718">
                  <c:v>9.2802736622161319E-2</c:v>
                </c:pt>
                <c:pt idx="719">
                  <c:v>9.3030601211012254E-2</c:v>
                </c:pt>
                <c:pt idx="720">
                  <c:v>9.3277997050336126E-2</c:v>
                </c:pt>
                <c:pt idx="721">
                  <c:v>9.3518882472835685E-2</c:v>
                </c:pt>
                <c:pt idx="722">
                  <c:v>9.3746747061686619E-2</c:v>
                </c:pt>
                <c:pt idx="723">
                  <c:v>9.3942059566415992E-2</c:v>
                </c:pt>
                <c:pt idx="724">
                  <c:v>9.4124351237496739E-2</c:v>
                </c:pt>
                <c:pt idx="725">
                  <c:v>9.4303387700165331E-2</c:v>
                </c:pt>
                <c:pt idx="726">
                  <c:v>9.450195541330686E-2</c:v>
                </c:pt>
                <c:pt idx="727">
                  <c:v>9.4707033543272701E-2</c:v>
                </c:pt>
                <c:pt idx="728">
                  <c:v>9.4908856464826385E-2</c:v>
                </c:pt>
                <c:pt idx="729">
                  <c:v>9.5084637719082821E-2</c:v>
                </c:pt>
                <c:pt idx="730">
                  <c:v>9.5263674181751412E-2</c:v>
                </c:pt>
                <c:pt idx="731">
                  <c:v>9.5442710644420004E-2</c:v>
                </c:pt>
                <c:pt idx="732">
                  <c:v>9.5641278357561532E-2</c:v>
                </c:pt>
                <c:pt idx="733">
                  <c:v>9.5833335653878748E-2</c:v>
                </c:pt>
                <c:pt idx="734">
                  <c:v>9.6044924200668902E-2</c:v>
                </c:pt>
                <c:pt idx="735">
                  <c:v>9.6276043997931993E-2</c:v>
                </c:pt>
                <c:pt idx="736">
                  <c:v>9.6497398169958615E-2</c:v>
                </c:pt>
                <c:pt idx="737">
                  <c:v>9.6725262758809549E-2</c:v>
                </c:pt>
                <c:pt idx="738">
                  <c:v>9.695638255607264E-2</c:v>
                </c:pt>
                <c:pt idx="739">
                  <c:v>9.7164715894450637E-2</c:v>
                </c:pt>
                <c:pt idx="740">
                  <c:v>9.7363283607592166E-2</c:v>
                </c:pt>
                <c:pt idx="741">
                  <c:v>9.7542320070260757E-2</c:v>
                </c:pt>
                <c:pt idx="742">
                  <c:v>9.7744142991814442E-2</c:v>
                </c:pt>
                <c:pt idx="743">
                  <c:v>9.7952476330192439E-2</c:v>
                </c:pt>
                <c:pt idx="744">
                  <c:v>9.8173830502219062E-2</c:v>
                </c:pt>
                <c:pt idx="745">
                  <c:v>9.8375653423772746E-2</c:v>
                </c:pt>
                <c:pt idx="746">
                  <c:v>9.8570965928502119E-2</c:v>
                </c:pt>
                <c:pt idx="747">
                  <c:v>9.8759768016407179E-2</c:v>
                </c:pt>
                <c:pt idx="748">
                  <c:v>9.8961590937960864E-2</c:v>
                </c:pt>
                <c:pt idx="749">
                  <c:v>9.9169924276338861E-2</c:v>
                </c:pt>
                <c:pt idx="750">
                  <c:v>9.9371747197892546E-2</c:v>
                </c:pt>
                <c:pt idx="751">
                  <c:v>9.9596356578331324E-2</c:v>
                </c:pt>
                <c:pt idx="752">
                  <c:v>9.984049720924304E-2</c:v>
                </c:pt>
                <c:pt idx="753">
                  <c:v>0.1000813826317426</c:v>
                </c:pt>
                <c:pt idx="754">
                  <c:v>0.10030599201218138</c:v>
                </c:pt>
                <c:pt idx="755">
                  <c:v>0.10049804930849859</c:v>
                </c:pt>
                <c:pt idx="756">
                  <c:v>0.10067708577116719</c:v>
                </c:pt>
                <c:pt idx="757">
                  <c:v>0.10085612223383578</c:v>
                </c:pt>
                <c:pt idx="758">
                  <c:v>0.10105468994697731</c:v>
                </c:pt>
                <c:pt idx="759">
                  <c:v>0.10124023682647021</c:v>
                </c:pt>
                <c:pt idx="760">
                  <c:v>0.1014192732891388</c:v>
                </c:pt>
                <c:pt idx="761">
                  <c:v>0.10159505454339524</c:v>
                </c:pt>
                <c:pt idx="762">
                  <c:v>0.1018131535070097</c:v>
                </c:pt>
                <c:pt idx="763">
                  <c:v>0.10204427330427279</c:v>
                </c:pt>
                <c:pt idx="764">
                  <c:v>0.10227539310153588</c:v>
                </c:pt>
                <c:pt idx="765">
                  <c:v>0.10249349206515035</c:v>
                </c:pt>
                <c:pt idx="766">
                  <c:v>0.10272135665400128</c:v>
                </c:pt>
                <c:pt idx="767">
                  <c:v>0.10292643478396712</c:v>
                </c:pt>
                <c:pt idx="768">
                  <c:v>0.10311198166346003</c:v>
                </c:pt>
                <c:pt idx="769">
                  <c:v>0.10327148687565568</c:v>
                </c:pt>
                <c:pt idx="770">
                  <c:v>0.10346028896356074</c:v>
                </c:pt>
                <c:pt idx="771">
                  <c:v>0.1036718775103509</c:v>
                </c:pt>
                <c:pt idx="772">
                  <c:v>0.10388672126555321</c:v>
                </c:pt>
                <c:pt idx="773">
                  <c:v>0.10409179939551905</c:v>
                </c:pt>
                <c:pt idx="774">
                  <c:v>0.10429362231707273</c:v>
                </c:pt>
                <c:pt idx="775">
                  <c:v>0.10449870044703857</c:v>
                </c:pt>
                <c:pt idx="776">
                  <c:v>0.10470703378541657</c:v>
                </c:pt>
                <c:pt idx="777">
                  <c:v>0.10491211191538241</c:v>
                </c:pt>
                <c:pt idx="778">
                  <c:v>0.10512695567058472</c:v>
                </c:pt>
                <c:pt idx="779">
                  <c:v>0.10532877859213841</c:v>
                </c:pt>
                <c:pt idx="780">
                  <c:v>0.10555338797257718</c:v>
                </c:pt>
                <c:pt idx="781">
                  <c:v>0.10579101818666459</c:v>
                </c:pt>
                <c:pt idx="782">
                  <c:v>0.10602864840075199</c:v>
                </c:pt>
                <c:pt idx="783">
                  <c:v>0.10623047132230568</c:v>
                </c:pt>
                <c:pt idx="784">
                  <c:v>0.10641276299338642</c:v>
                </c:pt>
                <c:pt idx="785">
                  <c:v>0.10659179945605501</c:v>
                </c:pt>
                <c:pt idx="786">
                  <c:v>0.10677409112713576</c:v>
                </c:pt>
                <c:pt idx="787">
                  <c:v>0.1069498723813922</c:v>
                </c:pt>
                <c:pt idx="788">
                  <c:v>0.10712890884406079</c:v>
                </c:pt>
                <c:pt idx="789">
                  <c:v>0.10734700780767525</c:v>
                </c:pt>
                <c:pt idx="790">
                  <c:v>0.10759440364699913</c:v>
                </c:pt>
                <c:pt idx="791">
                  <c:v>0.10785156511155947</c:v>
                </c:pt>
                <c:pt idx="792">
                  <c:v>0.10809896095088334</c:v>
                </c:pt>
                <c:pt idx="793">
                  <c:v>0.10830403908084918</c:v>
                </c:pt>
                <c:pt idx="794">
                  <c:v>0.1084960963771664</c:v>
                </c:pt>
                <c:pt idx="795">
                  <c:v>0.10868815367348361</c:v>
                </c:pt>
                <c:pt idx="796">
                  <c:v>0.10889648701186161</c:v>
                </c:pt>
                <c:pt idx="797">
                  <c:v>0.10908854430817883</c:v>
                </c:pt>
                <c:pt idx="798">
                  <c:v>0.10931640889702976</c:v>
                </c:pt>
                <c:pt idx="799">
                  <c:v>0.10956380473635363</c:v>
                </c:pt>
                <c:pt idx="800">
                  <c:v>0.10979492453361672</c:v>
                </c:pt>
                <c:pt idx="801">
                  <c:v>0.10999674745517041</c:v>
                </c:pt>
                <c:pt idx="802">
                  <c:v>0.11019857037672409</c:v>
                </c:pt>
                <c:pt idx="803">
                  <c:v>0.11041666934033856</c:v>
                </c:pt>
                <c:pt idx="804">
                  <c:v>0.11064453392918949</c:v>
                </c:pt>
                <c:pt idx="805">
                  <c:v>0.1108821641432769</c:v>
                </c:pt>
                <c:pt idx="806">
                  <c:v>0.1111490912330737</c:v>
                </c:pt>
                <c:pt idx="807">
                  <c:v>0.11138997665557326</c:v>
                </c:pt>
                <c:pt idx="808">
                  <c:v>0.11158854436871479</c:v>
                </c:pt>
                <c:pt idx="809">
                  <c:v>0.11176107041455907</c:v>
                </c:pt>
                <c:pt idx="810">
                  <c:v>0.11193685166881551</c:v>
                </c:pt>
                <c:pt idx="811">
                  <c:v>0.11214192979878135</c:v>
                </c:pt>
                <c:pt idx="812">
                  <c:v>0.11237304959604444</c:v>
                </c:pt>
                <c:pt idx="813">
                  <c:v>0.11260742460171969</c:v>
                </c:pt>
                <c:pt idx="814">
                  <c:v>0.11283854439898278</c:v>
                </c:pt>
                <c:pt idx="815">
                  <c:v>0.1130371121121243</c:v>
                </c:pt>
                <c:pt idx="816">
                  <c:v>0.11322265899161721</c:v>
                </c:pt>
                <c:pt idx="817">
                  <c:v>0.11340495066269796</c:v>
                </c:pt>
                <c:pt idx="818">
                  <c:v>0.11360026316742733</c:v>
                </c:pt>
                <c:pt idx="819">
                  <c:v>0.11382487254786611</c:v>
                </c:pt>
                <c:pt idx="820">
                  <c:v>0.1140852892208386</c:v>
                </c:pt>
                <c:pt idx="821">
                  <c:v>0.11433594026857463</c:v>
                </c:pt>
                <c:pt idx="822">
                  <c:v>0.11456706006583772</c:v>
                </c:pt>
                <c:pt idx="823">
                  <c:v>0.11476237257056709</c:v>
                </c:pt>
                <c:pt idx="824">
                  <c:v>0.11493815382482353</c:v>
                </c:pt>
                <c:pt idx="825">
                  <c:v>0.11509440382860703</c:v>
                </c:pt>
                <c:pt idx="826">
                  <c:v>0.11526692987445131</c:v>
                </c:pt>
                <c:pt idx="827">
                  <c:v>0.1154459663371199</c:v>
                </c:pt>
                <c:pt idx="828">
                  <c:v>0.11563802363343711</c:v>
                </c:pt>
                <c:pt idx="829">
                  <c:v>0.11585937780546374</c:v>
                </c:pt>
                <c:pt idx="830">
                  <c:v>0.11612630489526055</c:v>
                </c:pt>
                <c:pt idx="831">
                  <c:v>0.1163899767766452</c:v>
                </c:pt>
                <c:pt idx="832">
                  <c:v>0.1166276069907326</c:v>
                </c:pt>
                <c:pt idx="833">
                  <c:v>0.11684245074593491</c:v>
                </c:pt>
                <c:pt idx="834">
                  <c:v>0.11705403929272507</c:v>
                </c:pt>
                <c:pt idx="835">
                  <c:v>0.11724609658904228</c:v>
                </c:pt>
                <c:pt idx="836">
                  <c:v>0.11744791951059597</c:v>
                </c:pt>
                <c:pt idx="837">
                  <c:v>0.11767252889103474</c:v>
                </c:pt>
                <c:pt idx="838">
                  <c:v>0.11791015910512215</c:v>
                </c:pt>
                <c:pt idx="839">
                  <c:v>0.11824870077998639</c:v>
                </c:pt>
                <c:pt idx="840">
                  <c:v>0.11856445599596555</c:v>
                </c:pt>
                <c:pt idx="841">
                  <c:v>0.11881510704370157</c:v>
                </c:pt>
                <c:pt idx="842">
                  <c:v>0.11904297163255251</c:v>
                </c:pt>
                <c:pt idx="843">
                  <c:v>0.11928060184663991</c:v>
                </c:pt>
                <c:pt idx="844">
                  <c:v>0.11952148726913947</c:v>
                </c:pt>
                <c:pt idx="845">
                  <c:v>0.11972982060751747</c:v>
                </c:pt>
                <c:pt idx="846">
                  <c:v>0.11986328415241587</c:v>
                </c:pt>
                <c:pt idx="847">
                  <c:v>0.11996745082160487</c:v>
                </c:pt>
                <c:pt idx="848">
                  <c:v>0.12016276332633424</c:v>
                </c:pt>
                <c:pt idx="849">
                  <c:v>0.1204036487488338</c:v>
                </c:pt>
                <c:pt idx="850">
                  <c:v>0.12075521125734667</c:v>
                </c:pt>
                <c:pt idx="851">
                  <c:v>0.12104818001444073</c:v>
                </c:pt>
                <c:pt idx="852">
                  <c:v>0.12127278939487951</c:v>
                </c:pt>
                <c:pt idx="853">
                  <c:v>0.12148763315008182</c:v>
                </c:pt>
                <c:pt idx="854">
                  <c:v>0.12170898732210844</c:v>
                </c:pt>
                <c:pt idx="855">
                  <c:v>0.1219205758688986</c:v>
                </c:pt>
                <c:pt idx="856">
                  <c:v>0.12211914358204012</c:v>
                </c:pt>
                <c:pt idx="857">
                  <c:v>0.12229492483629656</c:v>
                </c:pt>
                <c:pt idx="858">
                  <c:v>0.12248047171578946</c:v>
                </c:pt>
                <c:pt idx="859">
                  <c:v>0.12268229463734315</c:v>
                </c:pt>
                <c:pt idx="860">
                  <c:v>0.12292969047666702</c:v>
                </c:pt>
                <c:pt idx="861">
                  <c:v>0.12321289360852461</c:v>
                </c:pt>
                <c:pt idx="862">
                  <c:v>0.12347656548990926</c:v>
                </c:pt>
                <c:pt idx="863">
                  <c:v>0.12367838841146295</c:v>
                </c:pt>
                <c:pt idx="864">
                  <c:v>0.12387370091619232</c:v>
                </c:pt>
                <c:pt idx="865">
                  <c:v>0.12406901342092169</c:v>
                </c:pt>
                <c:pt idx="866">
                  <c:v>0.12428711238453616</c:v>
                </c:pt>
                <c:pt idx="867">
                  <c:v>0.12449870093132631</c:v>
                </c:pt>
                <c:pt idx="868">
                  <c:v>0.12474935197906234</c:v>
                </c:pt>
                <c:pt idx="869">
                  <c:v>0.1250195342772713</c:v>
                </c:pt>
                <c:pt idx="870">
                  <c:v>0.12530273740912889</c:v>
                </c:pt>
                <c:pt idx="871">
                  <c:v>0.12553385720639199</c:v>
                </c:pt>
                <c:pt idx="872">
                  <c:v>0.12572265929429705</c:v>
                </c:pt>
                <c:pt idx="873">
                  <c:v>0.12589518534014132</c:v>
                </c:pt>
                <c:pt idx="874">
                  <c:v>0.12608398742804638</c:v>
                </c:pt>
                <c:pt idx="875">
                  <c:v>0.12626627909912713</c:v>
                </c:pt>
                <c:pt idx="876">
                  <c:v>0.12647135722909297</c:v>
                </c:pt>
                <c:pt idx="877">
                  <c:v>0.1266927114011196</c:v>
                </c:pt>
                <c:pt idx="878">
                  <c:v>0.12695312807409209</c:v>
                </c:pt>
                <c:pt idx="879">
                  <c:v>0.1272200551638889</c:v>
                </c:pt>
                <c:pt idx="880">
                  <c:v>0.12750000308733433</c:v>
                </c:pt>
                <c:pt idx="881">
                  <c:v>0.12776693017713114</c:v>
                </c:pt>
                <c:pt idx="882">
                  <c:v>0.12801107080804286</c:v>
                </c:pt>
                <c:pt idx="883">
                  <c:v>0.1282161489380087</c:v>
                </c:pt>
                <c:pt idx="884">
                  <c:v>0.12840495102591376</c:v>
                </c:pt>
                <c:pt idx="885">
                  <c:v>0.12861653957270391</c:v>
                </c:pt>
                <c:pt idx="886">
                  <c:v>0.12885742499520347</c:v>
                </c:pt>
                <c:pt idx="887">
                  <c:v>0.12908203437564225</c:v>
                </c:pt>
                <c:pt idx="888">
                  <c:v>0.12930338854766887</c:v>
                </c:pt>
                <c:pt idx="889">
                  <c:v>0.12951823230287118</c:v>
                </c:pt>
                <c:pt idx="890">
                  <c:v>0.12975260730854643</c:v>
                </c:pt>
                <c:pt idx="891">
                  <c:v>0.12997396148057305</c:v>
                </c:pt>
                <c:pt idx="892">
                  <c:v>0.13021484690307261</c:v>
                </c:pt>
                <c:pt idx="893">
                  <c:v>0.13046549795080864</c:v>
                </c:pt>
                <c:pt idx="894">
                  <c:v>0.13072265941536898</c:v>
                </c:pt>
                <c:pt idx="895">
                  <c:v>0.13095703442104423</c:v>
                </c:pt>
                <c:pt idx="896">
                  <c:v>0.13119140942671947</c:v>
                </c:pt>
                <c:pt idx="897">
                  <c:v>0.13142578443239472</c:v>
                </c:pt>
                <c:pt idx="898">
                  <c:v>0.13166341464648212</c:v>
                </c:pt>
                <c:pt idx="899">
                  <c:v>0.1318880240269209</c:v>
                </c:pt>
                <c:pt idx="900">
                  <c:v>0.1320963573652989</c:v>
                </c:pt>
                <c:pt idx="901">
                  <c:v>0.13231445632891337</c:v>
                </c:pt>
                <c:pt idx="902">
                  <c:v>0.13255859695982508</c:v>
                </c:pt>
                <c:pt idx="903">
                  <c:v>0.13279948238232464</c:v>
                </c:pt>
                <c:pt idx="904">
                  <c:v>0.13302409176276342</c:v>
                </c:pt>
                <c:pt idx="905">
                  <c:v>0.13323568030955357</c:v>
                </c:pt>
                <c:pt idx="906">
                  <c:v>0.13346680010681666</c:v>
                </c:pt>
                <c:pt idx="907">
                  <c:v>0.13370117511249191</c:v>
                </c:pt>
                <c:pt idx="908">
                  <c:v>0.13392578449293069</c:v>
                </c:pt>
                <c:pt idx="909">
                  <c:v>0.13413737303972084</c:v>
                </c:pt>
                <c:pt idx="910">
                  <c:v>0.13437500325380825</c:v>
                </c:pt>
                <c:pt idx="911">
                  <c:v>0.1345865918005984</c:v>
                </c:pt>
                <c:pt idx="912">
                  <c:v>0.13480794597262502</c:v>
                </c:pt>
                <c:pt idx="913">
                  <c:v>0.1350325553530638</c:v>
                </c:pt>
                <c:pt idx="914">
                  <c:v>0.13527669598397551</c:v>
                </c:pt>
                <c:pt idx="915">
                  <c:v>0.13554036786536017</c:v>
                </c:pt>
                <c:pt idx="916">
                  <c:v>0.13579427412150835</c:v>
                </c:pt>
                <c:pt idx="917">
                  <c:v>0.13601237308512282</c:v>
                </c:pt>
                <c:pt idx="918">
                  <c:v>0.13625651371603453</c:v>
                </c:pt>
                <c:pt idx="919">
                  <c:v>0.13649414393012194</c:v>
                </c:pt>
                <c:pt idx="920">
                  <c:v>0.13670247726849993</c:v>
                </c:pt>
                <c:pt idx="921">
                  <c:v>0.13689127935640499</c:v>
                </c:pt>
                <c:pt idx="922">
                  <c:v>0.13708333665272221</c:v>
                </c:pt>
                <c:pt idx="923">
                  <c:v>0.13729492519951236</c:v>
                </c:pt>
                <c:pt idx="924">
                  <c:v>0.13756185228930917</c:v>
                </c:pt>
                <c:pt idx="925">
                  <c:v>0.13782226896228167</c:v>
                </c:pt>
                <c:pt idx="926">
                  <c:v>0.13806315438478123</c:v>
                </c:pt>
                <c:pt idx="927">
                  <c:v>0.13827799813998354</c:v>
                </c:pt>
                <c:pt idx="928">
                  <c:v>0.13848307626994938</c:v>
                </c:pt>
                <c:pt idx="929">
                  <c:v>0.13869466481673953</c:v>
                </c:pt>
                <c:pt idx="930">
                  <c:v>0.13891927419717831</c:v>
                </c:pt>
                <c:pt idx="931">
                  <c:v>0.13914713878602925</c:v>
                </c:pt>
                <c:pt idx="932">
                  <c:v>0.13939127941694096</c:v>
                </c:pt>
                <c:pt idx="933">
                  <c:v>0.13962890963102836</c:v>
                </c:pt>
                <c:pt idx="934">
                  <c:v>0.13986328463670361</c:v>
                </c:pt>
                <c:pt idx="935">
                  <c:v>0.14007161797508161</c:v>
                </c:pt>
                <c:pt idx="936">
                  <c:v>0.14029622735552039</c:v>
                </c:pt>
                <c:pt idx="937">
                  <c:v>0.14053385756960779</c:v>
                </c:pt>
                <c:pt idx="938">
                  <c:v>0.14076823257528304</c:v>
                </c:pt>
                <c:pt idx="939">
                  <c:v>0.14099284195572181</c:v>
                </c:pt>
                <c:pt idx="940">
                  <c:v>0.14124023779504569</c:v>
                </c:pt>
                <c:pt idx="941">
                  <c:v>0.14146159196707231</c:v>
                </c:pt>
                <c:pt idx="942">
                  <c:v>0.14167318051386246</c:v>
                </c:pt>
                <c:pt idx="943">
                  <c:v>0.14188802426906477</c:v>
                </c:pt>
                <c:pt idx="944">
                  <c:v>0.14212239927474002</c:v>
                </c:pt>
                <c:pt idx="945">
                  <c:v>0.14234049823835448</c:v>
                </c:pt>
                <c:pt idx="946">
                  <c:v>0.14257812845244189</c:v>
                </c:pt>
                <c:pt idx="947">
                  <c:v>0.14281901387494145</c:v>
                </c:pt>
                <c:pt idx="948">
                  <c:v>0.14304036804696807</c:v>
                </c:pt>
                <c:pt idx="949">
                  <c:v>0.14326172221899469</c:v>
                </c:pt>
                <c:pt idx="950">
                  <c:v>0.14349284201625778</c:v>
                </c:pt>
                <c:pt idx="951">
                  <c:v>0.14370768577146009</c:v>
                </c:pt>
                <c:pt idx="952">
                  <c:v>0.14392903994348671</c:v>
                </c:pt>
                <c:pt idx="953">
                  <c:v>0.14415039411551334</c:v>
                </c:pt>
                <c:pt idx="954">
                  <c:v>0.14440755558007368</c:v>
                </c:pt>
                <c:pt idx="955">
                  <c:v>0.14468424829510695</c:v>
                </c:pt>
                <c:pt idx="956">
                  <c:v>0.14495768580172808</c:v>
                </c:pt>
                <c:pt idx="957">
                  <c:v>0.14520182643263979</c:v>
                </c:pt>
                <c:pt idx="958">
                  <c:v>0.14545898789720013</c:v>
                </c:pt>
                <c:pt idx="959">
                  <c:v>0.14569661811128753</c:v>
                </c:pt>
                <c:pt idx="960">
                  <c:v>0.14590495144966553</c:v>
                </c:pt>
                <c:pt idx="961">
                  <c:v>0.14611328478804353</c:v>
                </c:pt>
                <c:pt idx="962">
                  <c:v>0.146331383751658</c:v>
                </c:pt>
                <c:pt idx="963">
                  <c:v>0.14652669625638737</c:v>
                </c:pt>
                <c:pt idx="964">
                  <c:v>0.1467252639695289</c:v>
                </c:pt>
                <c:pt idx="965">
                  <c:v>0.14694661814155552</c:v>
                </c:pt>
                <c:pt idx="966">
                  <c:v>0.14719726918929155</c:v>
                </c:pt>
                <c:pt idx="967">
                  <c:v>0.14742838898655464</c:v>
                </c:pt>
                <c:pt idx="968">
                  <c:v>0.14765625357540557</c:v>
                </c:pt>
                <c:pt idx="969">
                  <c:v>0.14786458691378357</c:v>
                </c:pt>
                <c:pt idx="970">
                  <c:v>0.14807943066898588</c:v>
                </c:pt>
                <c:pt idx="971">
                  <c:v>0.14830404004942466</c:v>
                </c:pt>
                <c:pt idx="972">
                  <c:v>0.1485384150550999</c:v>
                </c:pt>
                <c:pt idx="973">
                  <c:v>0.14875000360189006</c:v>
                </c:pt>
                <c:pt idx="974">
                  <c:v>0.14897135777391668</c:v>
                </c:pt>
                <c:pt idx="975">
                  <c:v>0.14920898798800408</c:v>
                </c:pt>
                <c:pt idx="976">
                  <c:v>0.14947265986938874</c:v>
                </c:pt>
                <c:pt idx="977">
                  <c:v>0.14971680050030045</c:v>
                </c:pt>
                <c:pt idx="978">
                  <c:v>0.14994140988073923</c:v>
                </c:pt>
                <c:pt idx="979">
                  <c:v>0.15015625363594154</c:v>
                </c:pt>
                <c:pt idx="980">
                  <c:v>0.15037760780796816</c:v>
                </c:pt>
                <c:pt idx="981">
                  <c:v>0.15059896197999478</c:v>
                </c:pt>
                <c:pt idx="982">
                  <c:v>0.15081706094360925</c:v>
                </c:pt>
                <c:pt idx="983">
                  <c:v>0.15102213907357509</c:v>
                </c:pt>
                <c:pt idx="984">
                  <c:v>0.15124349324560171</c:v>
                </c:pt>
                <c:pt idx="985">
                  <c:v>0.15146810262604049</c:v>
                </c:pt>
                <c:pt idx="986">
                  <c:v>0.15170247763171574</c:v>
                </c:pt>
                <c:pt idx="987">
                  <c:v>0.15194661826262745</c:v>
                </c:pt>
                <c:pt idx="988">
                  <c:v>0.15222656618607289</c:v>
                </c:pt>
                <c:pt idx="989">
                  <c:v>0.15247721723380891</c:v>
                </c:pt>
                <c:pt idx="990">
                  <c:v>0.15272786828154494</c:v>
                </c:pt>
                <c:pt idx="991">
                  <c:v>0.15297526412086881</c:v>
                </c:pt>
                <c:pt idx="992">
                  <c:v>0.15322591516860484</c:v>
                </c:pt>
                <c:pt idx="993">
                  <c:v>0.15345052454904362</c:v>
                </c:pt>
                <c:pt idx="994">
                  <c:v>0.15365885788742162</c:v>
                </c:pt>
                <c:pt idx="995">
                  <c:v>0.15385417039215099</c:v>
                </c:pt>
                <c:pt idx="996">
                  <c:v>0.15407877977258977</c:v>
                </c:pt>
                <c:pt idx="997">
                  <c:v>0.15431315477826502</c:v>
                </c:pt>
                <c:pt idx="998">
                  <c:v>0.15456380582600104</c:v>
                </c:pt>
                <c:pt idx="999">
                  <c:v>0.1548046912485006</c:v>
                </c:pt>
                <c:pt idx="1000">
                  <c:v>0.15504557667100016</c:v>
                </c:pt>
                <c:pt idx="1001">
                  <c:v>0.15528971730191188</c:v>
                </c:pt>
                <c:pt idx="1002">
                  <c:v>0.15554687876647222</c:v>
                </c:pt>
                <c:pt idx="1003">
                  <c:v>0.15577799856373531</c:v>
                </c:pt>
                <c:pt idx="1004">
                  <c:v>0.15598633190211331</c:v>
                </c:pt>
                <c:pt idx="1005">
                  <c:v>0.15618489961525484</c:v>
                </c:pt>
                <c:pt idx="1006">
                  <c:v>0.15639323295363283</c:v>
                </c:pt>
                <c:pt idx="1007">
                  <c:v>0.15663086316772024</c:v>
                </c:pt>
                <c:pt idx="1008">
                  <c:v>0.15688802463228058</c:v>
                </c:pt>
                <c:pt idx="1009">
                  <c:v>0.15712239963795582</c:v>
                </c:pt>
                <c:pt idx="1010">
                  <c:v>0.15737305068569185</c:v>
                </c:pt>
                <c:pt idx="1011">
                  <c:v>0.15762695694184004</c:v>
                </c:pt>
                <c:pt idx="1012">
                  <c:v>0.15790690486528547</c:v>
                </c:pt>
                <c:pt idx="1013">
                  <c:v>0.15816081112143365</c:v>
                </c:pt>
                <c:pt idx="1014">
                  <c:v>0.15841146216916968</c:v>
                </c:pt>
                <c:pt idx="1015">
                  <c:v>0.15866211321690571</c:v>
                </c:pt>
                <c:pt idx="1016">
                  <c:v>0.15891601947305389</c:v>
                </c:pt>
                <c:pt idx="1017">
                  <c:v>0.15915039447872914</c:v>
                </c:pt>
                <c:pt idx="1018">
                  <c:v>0.15938476948440439</c:v>
                </c:pt>
                <c:pt idx="1019">
                  <c:v>0.15959310282278238</c:v>
                </c:pt>
                <c:pt idx="1020">
                  <c:v>0.15985677470416704</c:v>
                </c:pt>
                <c:pt idx="1021">
                  <c:v>0.16011068096031522</c:v>
                </c:pt>
                <c:pt idx="1022">
                  <c:v>0.16033854554916616</c:v>
                </c:pt>
                <c:pt idx="1023">
                  <c:v>0.16052734763707122</c:v>
                </c:pt>
                <c:pt idx="1024">
                  <c:v>0.16070963930815196</c:v>
                </c:pt>
                <c:pt idx="1025">
                  <c:v>0.16089518618764487</c:v>
                </c:pt>
                <c:pt idx="1026">
                  <c:v>0.16111002994284718</c:v>
                </c:pt>
                <c:pt idx="1027">
                  <c:v>0.16134114974011027</c:v>
                </c:pt>
                <c:pt idx="1028">
                  <c:v>0.16157877995419767</c:v>
                </c:pt>
                <c:pt idx="1029">
                  <c:v>0.16183919662717017</c:v>
                </c:pt>
                <c:pt idx="1030">
                  <c:v>0.16215169663473716</c:v>
                </c:pt>
                <c:pt idx="1031">
                  <c:v>0.16241536851612182</c:v>
                </c:pt>
                <c:pt idx="1032">
                  <c:v>0.16266927477227</c:v>
                </c:pt>
                <c:pt idx="1033">
                  <c:v>0.16289388415270878</c:v>
                </c:pt>
                <c:pt idx="1034">
                  <c:v>0.16314127999203265</c:v>
                </c:pt>
                <c:pt idx="1035">
                  <c:v>0.1633756549977079</c:v>
                </c:pt>
                <c:pt idx="1036">
                  <c:v>0.16360351958655883</c:v>
                </c:pt>
                <c:pt idx="1037">
                  <c:v>0.16383138417540977</c:v>
                </c:pt>
                <c:pt idx="1038">
                  <c:v>0.16404622793061208</c:v>
                </c:pt>
                <c:pt idx="1039">
                  <c:v>0.16427734772787517</c:v>
                </c:pt>
                <c:pt idx="1040">
                  <c:v>0.16451172273355041</c:v>
                </c:pt>
                <c:pt idx="1041">
                  <c:v>0.1647428425308135</c:v>
                </c:pt>
                <c:pt idx="1042">
                  <c:v>0.16496094149442797</c:v>
                </c:pt>
                <c:pt idx="1043">
                  <c:v>0.16517578524963028</c:v>
                </c:pt>
                <c:pt idx="1044">
                  <c:v>0.16541667067212984</c:v>
                </c:pt>
                <c:pt idx="1045">
                  <c:v>0.16567057692827802</c:v>
                </c:pt>
                <c:pt idx="1046">
                  <c:v>0.16597005610219639</c:v>
                </c:pt>
                <c:pt idx="1047">
                  <c:v>0.16625000402564183</c:v>
                </c:pt>
                <c:pt idx="1048">
                  <c:v>0.16650716549020217</c:v>
                </c:pt>
                <c:pt idx="1049">
                  <c:v>0.16672526445381664</c:v>
                </c:pt>
                <c:pt idx="1050">
                  <c:v>0.16694661862584326</c:v>
                </c:pt>
                <c:pt idx="1051">
                  <c:v>0.16717773842310635</c:v>
                </c:pt>
                <c:pt idx="1052">
                  <c:v>0.16744466551290316</c:v>
                </c:pt>
                <c:pt idx="1053">
                  <c:v>0.16768555093540272</c:v>
                </c:pt>
                <c:pt idx="1054">
                  <c:v>0.16791667073266581</c:v>
                </c:pt>
                <c:pt idx="1055">
                  <c:v>0.16812174886263165</c:v>
                </c:pt>
                <c:pt idx="1056">
                  <c:v>0.16832031657577318</c:v>
                </c:pt>
                <c:pt idx="1057">
                  <c:v>0.16847656657955667</c:v>
                </c:pt>
                <c:pt idx="1058">
                  <c:v>0.16866536866746173</c:v>
                </c:pt>
                <c:pt idx="1059">
                  <c:v>0.16884766033854248</c:v>
                </c:pt>
                <c:pt idx="1060">
                  <c:v>0.16904622805168401</c:v>
                </c:pt>
                <c:pt idx="1061">
                  <c:v>0.16931641034989298</c:v>
                </c:pt>
                <c:pt idx="1062">
                  <c:v>0.16958659264810194</c:v>
                </c:pt>
                <c:pt idx="1063">
                  <c:v>0.16979492598647994</c:v>
                </c:pt>
                <c:pt idx="1064">
                  <c:v>0.17000000411644578</c:v>
                </c:pt>
                <c:pt idx="1065">
                  <c:v>0.17023112391370887</c:v>
                </c:pt>
                <c:pt idx="1066">
                  <c:v>0.17054687912968802</c:v>
                </c:pt>
                <c:pt idx="1067">
                  <c:v>0.17086263434566717</c:v>
                </c:pt>
                <c:pt idx="1068">
                  <c:v>0.17110677497657889</c:v>
                </c:pt>
                <c:pt idx="1069">
                  <c:v>0.17130859789813258</c:v>
                </c:pt>
                <c:pt idx="1070">
                  <c:v>0.17154297290380782</c:v>
                </c:pt>
                <c:pt idx="1071">
                  <c:v>0.17176107186742229</c:v>
                </c:pt>
                <c:pt idx="1072">
                  <c:v>0.17204101979086772</c:v>
                </c:pt>
                <c:pt idx="1073">
                  <c:v>0.17230143646384022</c:v>
                </c:pt>
                <c:pt idx="1074">
                  <c:v>0.1725032593853939</c:v>
                </c:pt>
                <c:pt idx="1075">
                  <c:v>0.17269857189012328</c:v>
                </c:pt>
                <c:pt idx="1076">
                  <c:v>0.17291341564532559</c:v>
                </c:pt>
                <c:pt idx="1077">
                  <c:v>0.17314779065100083</c:v>
                </c:pt>
                <c:pt idx="1078">
                  <c:v>0.17342122815762195</c:v>
                </c:pt>
                <c:pt idx="1079">
                  <c:v>0.17366536878853367</c:v>
                </c:pt>
                <c:pt idx="1080">
                  <c:v>0.17393880629515479</c:v>
                </c:pt>
                <c:pt idx="1081">
                  <c:v>0.17425130630272179</c:v>
                </c:pt>
                <c:pt idx="1082">
                  <c:v>0.17455078547664016</c:v>
                </c:pt>
                <c:pt idx="1083">
                  <c:v>0.17476562923184247</c:v>
                </c:pt>
                <c:pt idx="1084">
                  <c:v>0.17492513444403812</c:v>
                </c:pt>
                <c:pt idx="1085">
                  <c:v>0.17511393653194318</c:v>
                </c:pt>
                <c:pt idx="1086">
                  <c:v>0.1753580771628549</c:v>
                </c:pt>
                <c:pt idx="1087">
                  <c:v>0.17561849383582739</c:v>
                </c:pt>
                <c:pt idx="1088">
                  <c:v>0.17586263446673911</c:v>
                </c:pt>
                <c:pt idx="1089">
                  <c:v>0.17610351988923867</c:v>
                </c:pt>
                <c:pt idx="1090">
                  <c:v>0.17634766052015038</c:v>
                </c:pt>
                <c:pt idx="1091">
                  <c:v>0.17656575948376485</c:v>
                </c:pt>
                <c:pt idx="1092">
                  <c:v>0.17681641053150088</c:v>
                </c:pt>
                <c:pt idx="1093">
                  <c:v>0.17704427512035181</c:v>
                </c:pt>
                <c:pt idx="1094">
                  <c:v>0.17726888450079059</c:v>
                </c:pt>
                <c:pt idx="1095">
                  <c:v>0.17750000429805368</c:v>
                </c:pt>
                <c:pt idx="1096">
                  <c:v>0.17774740013737755</c:v>
                </c:pt>
                <c:pt idx="1097">
                  <c:v>0.17799479597670143</c:v>
                </c:pt>
                <c:pt idx="1098">
                  <c:v>0.17826172306649823</c:v>
                </c:pt>
                <c:pt idx="1099">
                  <c:v>0.17850586369740995</c:v>
                </c:pt>
                <c:pt idx="1100">
                  <c:v>0.17875000432832167</c:v>
                </c:pt>
                <c:pt idx="1101">
                  <c:v>0.17898437933399691</c:v>
                </c:pt>
                <c:pt idx="1102">
                  <c:v>0.17921549913126</c:v>
                </c:pt>
                <c:pt idx="1103">
                  <c:v>0.17943685330328663</c:v>
                </c:pt>
                <c:pt idx="1104">
                  <c:v>0.17969401476784697</c:v>
                </c:pt>
                <c:pt idx="1105">
                  <c:v>0.17999023873335318</c:v>
                </c:pt>
                <c:pt idx="1106">
                  <c:v>0.18025391061473783</c:v>
                </c:pt>
                <c:pt idx="1107">
                  <c:v>0.18046549916152799</c:v>
                </c:pt>
                <c:pt idx="1108">
                  <c:v>0.18069010854196677</c:v>
                </c:pt>
                <c:pt idx="1109">
                  <c:v>0.18093750438129064</c:v>
                </c:pt>
                <c:pt idx="1110">
                  <c:v>0.18119466584585098</c:v>
                </c:pt>
                <c:pt idx="1111">
                  <c:v>0.18145833772723563</c:v>
                </c:pt>
                <c:pt idx="1112">
                  <c:v>0.18169922314973519</c:v>
                </c:pt>
                <c:pt idx="1113">
                  <c:v>0.1819140669049375</c:v>
                </c:pt>
                <c:pt idx="1114">
                  <c:v>0.18213216586855197</c:v>
                </c:pt>
                <c:pt idx="1115">
                  <c:v>0.1823600304574029</c:v>
                </c:pt>
                <c:pt idx="1116">
                  <c:v>0.18261393671355108</c:v>
                </c:pt>
                <c:pt idx="1117">
                  <c:v>0.18287109817811142</c:v>
                </c:pt>
                <c:pt idx="1118">
                  <c:v>0.18313151485108392</c:v>
                </c:pt>
                <c:pt idx="1119">
                  <c:v>0.18336914506517132</c:v>
                </c:pt>
                <c:pt idx="1120">
                  <c:v>0.18362305132131951</c:v>
                </c:pt>
                <c:pt idx="1121">
                  <c:v>0.18388021278587985</c:v>
                </c:pt>
                <c:pt idx="1122">
                  <c:v>0.18413737425044019</c:v>
                </c:pt>
                <c:pt idx="1123">
                  <c:v>0.18437500446452759</c:v>
                </c:pt>
                <c:pt idx="1124">
                  <c:v>0.18462565551226362</c:v>
                </c:pt>
                <c:pt idx="1125">
                  <c:v>0.1848795617684118</c:v>
                </c:pt>
                <c:pt idx="1126">
                  <c:v>0.18514974406662077</c:v>
                </c:pt>
                <c:pt idx="1127">
                  <c:v>0.18541341594800542</c:v>
                </c:pt>
                <c:pt idx="1128">
                  <c:v>0.18567057741256576</c:v>
                </c:pt>
                <c:pt idx="1129">
                  <c:v>0.18592448366871395</c:v>
                </c:pt>
                <c:pt idx="1130">
                  <c:v>0.1861881555500986</c:v>
                </c:pt>
                <c:pt idx="1131">
                  <c:v>0.18643555138942247</c:v>
                </c:pt>
                <c:pt idx="1132">
                  <c:v>0.18669271285398281</c:v>
                </c:pt>
                <c:pt idx="1133">
                  <c:v>0.18694336390171884</c:v>
                </c:pt>
                <c:pt idx="1134">
                  <c:v>0.18717122849056977</c:v>
                </c:pt>
                <c:pt idx="1135">
                  <c:v>0.1873925826625964</c:v>
                </c:pt>
                <c:pt idx="1136">
                  <c:v>0.18761719204303517</c:v>
                </c:pt>
                <c:pt idx="1137">
                  <c:v>0.18784180142347395</c:v>
                </c:pt>
                <c:pt idx="1138">
                  <c:v>0.18807943163756136</c:v>
                </c:pt>
                <c:pt idx="1139">
                  <c:v>0.18832357226847307</c:v>
                </c:pt>
                <c:pt idx="1140">
                  <c:v>0.18859700977509419</c:v>
                </c:pt>
                <c:pt idx="1141">
                  <c:v>0.18887044728171531</c:v>
                </c:pt>
                <c:pt idx="1142">
                  <c:v>0.18914713999674859</c:v>
                </c:pt>
                <c:pt idx="1143">
                  <c:v>0.18942057750336971</c:v>
                </c:pt>
                <c:pt idx="1144">
                  <c:v>0.18968424938475437</c:v>
                </c:pt>
                <c:pt idx="1145">
                  <c:v>0.18993164522407824</c:v>
                </c:pt>
                <c:pt idx="1146">
                  <c:v>0.1901725306465778</c:v>
                </c:pt>
                <c:pt idx="1147">
                  <c:v>0.19040365044384089</c:v>
                </c:pt>
                <c:pt idx="1148">
                  <c:v>0.19063802544951614</c:v>
                </c:pt>
                <c:pt idx="1149">
                  <c:v>0.19086914524677923</c:v>
                </c:pt>
                <c:pt idx="1150">
                  <c:v>0.19111328587769094</c:v>
                </c:pt>
                <c:pt idx="1151">
                  <c:v>0.19136393692542697</c:v>
                </c:pt>
                <c:pt idx="1152">
                  <c:v>0.19164714005728456</c:v>
                </c:pt>
                <c:pt idx="1153">
                  <c:v>0.19191732235549352</c:v>
                </c:pt>
                <c:pt idx="1154">
                  <c:v>0.1921940150705268</c:v>
                </c:pt>
                <c:pt idx="1155">
                  <c:v>0.19245768695191146</c:v>
                </c:pt>
                <c:pt idx="1156">
                  <c:v>0.19270833799964748</c:v>
                </c:pt>
                <c:pt idx="1157">
                  <c:v>0.19297526508944429</c:v>
                </c:pt>
                <c:pt idx="1158">
                  <c:v>0.19326497863812619</c:v>
                </c:pt>
                <c:pt idx="1159">
                  <c:v>0.19352539531109869</c:v>
                </c:pt>
                <c:pt idx="1160">
                  <c:v>0.19376302552518609</c:v>
                </c:pt>
                <c:pt idx="1161">
                  <c:v>0.19399740053086134</c:v>
                </c:pt>
                <c:pt idx="1162">
                  <c:v>0.19424154116177306</c:v>
                </c:pt>
                <c:pt idx="1163">
                  <c:v>0.19448242658427262</c:v>
                </c:pt>
                <c:pt idx="1164">
                  <c:v>0.19472982242359649</c:v>
                </c:pt>
                <c:pt idx="1165">
                  <c:v>0.19497721826292036</c:v>
                </c:pt>
                <c:pt idx="1166">
                  <c:v>0.19524414535271717</c:v>
                </c:pt>
                <c:pt idx="1167">
                  <c:v>0.19550456202568967</c:v>
                </c:pt>
                <c:pt idx="1168">
                  <c:v>0.19575846828183785</c:v>
                </c:pt>
                <c:pt idx="1169">
                  <c:v>0.19598958807910094</c:v>
                </c:pt>
                <c:pt idx="1170">
                  <c:v>0.19625651516889775</c:v>
                </c:pt>
                <c:pt idx="1171">
                  <c:v>0.19652995267551887</c:v>
                </c:pt>
                <c:pt idx="1172">
                  <c:v>0.19681966622420077</c:v>
                </c:pt>
                <c:pt idx="1173">
                  <c:v>0.19710937977288268</c:v>
                </c:pt>
                <c:pt idx="1174">
                  <c:v>0.1973828172795038</c:v>
                </c:pt>
                <c:pt idx="1175">
                  <c:v>0.19763997874406414</c:v>
                </c:pt>
                <c:pt idx="1176">
                  <c:v>0.19788737458338801</c:v>
                </c:pt>
                <c:pt idx="1177">
                  <c:v>0.19811523917223894</c:v>
                </c:pt>
                <c:pt idx="1178">
                  <c:v>0.19833008292744125</c:v>
                </c:pt>
                <c:pt idx="1179">
                  <c:v>0.19854167147423141</c:v>
                </c:pt>
                <c:pt idx="1180">
                  <c:v>0.1987727912714945</c:v>
                </c:pt>
                <c:pt idx="1181">
                  <c:v>0.19904622877811562</c:v>
                </c:pt>
                <c:pt idx="1182">
                  <c:v>0.19933594232679752</c:v>
                </c:pt>
                <c:pt idx="1183">
                  <c:v>0.19962891108389158</c:v>
                </c:pt>
                <c:pt idx="1184">
                  <c:v>0.19992187984098564</c:v>
                </c:pt>
                <c:pt idx="1185">
                  <c:v>0.20016927568030951</c:v>
                </c:pt>
                <c:pt idx="1186">
                  <c:v>0.20040690589439691</c:v>
                </c:pt>
                <c:pt idx="1187">
                  <c:v>0.20065430173372079</c:v>
                </c:pt>
                <c:pt idx="1188">
                  <c:v>0.20092448403192975</c:v>
                </c:pt>
                <c:pt idx="1189">
                  <c:v>0.20119792153855087</c:v>
                </c:pt>
                <c:pt idx="1190">
                  <c:v>0.20147461425358415</c:v>
                </c:pt>
                <c:pt idx="1191">
                  <c:v>0.20174805176020527</c:v>
                </c:pt>
                <c:pt idx="1192">
                  <c:v>0.20200846843317777</c:v>
                </c:pt>
                <c:pt idx="1193">
                  <c:v>0.20226562989773811</c:v>
                </c:pt>
                <c:pt idx="1194">
                  <c:v>0.20253581219594707</c:v>
                </c:pt>
                <c:pt idx="1195">
                  <c:v>0.20279622886891957</c:v>
                </c:pt>
                <c:pt idx="1196">
                  <c:v>0.20306641116712854</c:v>
                </c:pt>
                <c:pt idx="1197">
                  <c:v>0.20333984867374966</c:v>
                </c:pt>
                <c:pt idx="1198">
                  <c:v>0.20361328618037078</c:v>
                </c:pt>
                <c:pt idx="1199">
                  <c:v>0.2038867236869919</c:v>
                </c:pt>
                <c:pt idx="1200">
                  <c:v>0.20414062994314008</c:v>
                </c:pt>
                <c:pt idx="1201">
                  <c:v>0.20438802578246396</c:v>
                </c:pt>
                <c:pt idx="1202">
                  <c:v>0.20466471849749723</c:v>
                </c:pt>
                <c:pt idx="1203">
                  <c:v>0.20493164558729404</c:v>
                </c:pt>
                <c:pt idx="1204">
                  <c:v>0.20521159351073948</c:v>
                </c:pt>
                <c:pt idx="1205">
                  <c:v>0.20546875497529982</c:v>
                </c:pt>
                <c:pt idx="1206">
                  <c:v>0.20572591643986016</c:v>
                </c:pt>
                <c:pt idx="1207">
                  <c:v>0.2059830779044205</c:v>
                </c:pt>
                <c:pt idx="1208">
                  <c:v>0.20624023936898084</c:v>
                </c:pt>
                <c:pt idx="1209">
                  <c:v>0.20649089041671687</c:v>
                </c:pt>
                <c:pt idx="1210">
                  <c:v>0.20674805188127721</c:v>
                </c:pt>
                <c:pt idx="1211">
                  <c:v>0.20700195813742539</c:v>
                </c:pt>
                <c:pt idx="1212">
                  <c:v>0.20728190606087082</c:v>
                </c:pt>
                <c:pt idx="1213">
                  <c:v>0.2075813852347892</c:v>
                </c:pt>
                <c:pt idx="1214">
                  <c:v>0.20788411961711972</c:v>
                </c:pt>
                <c:pt idx="1215">
                  <c:v>0.20815430191532869</c:v>
                </c:pt>
                <c:pt idx="1216">
                  <c:v>0.20840820817147687</c:v>
                </c:pt>
                <c:pt idx="1217">
                  <c:v>0.20865560401080074</c:v>
                </c:pt>
                <c:pt idx="1218">
                  <c:v>0.20890299985012462</c:v>
                </c:pt>
                <c:pt idx="1219">
                  <c:v>0.20914388527262417</c:v>
                </c:pt>
                <c:pt idx="1220">
                  <c:v>0.20941406757083314</c:v>
                </c:pt>
                <c:pt idx="1221">
                  <c:v>0.20970052591110289</c:v>
                </c:pt>
                <c:pt idx="1222">
                  <c:v>0.20998047383454832</c:v>
                </c:pt>
                <c:pt idx="1223">
                  <c:v>0.21024414571593297</c:v>
                </c:pt>
                <c:pt idx="1224">
                  <c:v>0.21050456238890547</c:v>
                </c:pt>
                <c:pt idx="1225">
                  <c:v>0.2107552134366415</c:v>
                </c:pt>
                <c:pt idx="1226">
                  <c:v>0.21100911969278968</c:v>
                </c:pt>
                <c:pt idx="1227">
                  <c:v>0.21127279157417433</c:v>
                </c:pt>
                <c:pt idx="1228">
                  <c:v>0.21155599470603192</c:v>
                </c:pt>
                <c:pt idx="1229">
                  <c:v>0.21185221867153814</c:v>
                </c:pt>
                <c:pt idx="1230">
                  <c:v>0.21213867701180789</c:v>
                </c:pt>
                <c:pt idx="1231">
                  <c:v>0.21239258326795607</c:v>
                </c:pt>
                <c:pt idx="1232">
                  <c:v>0.21263672389886779</c:v>
                </c:pt>
                <c:pt idx="1233">
                  <c:v>0.21287109890454303</c:v>
                </c:pt>
                <c:pt idx="1234">
                  <c:v>0.21312826036910337</c:v>
                </c:pt>
                <c:pt idx="1235">
                  <c:v>0.21338216662525156</c:v>
                </c:pt>
                <c:pt idx="1236">
                  <c:v>0.21366211454869699</c:v>
                </c:pt>
                <c:pt idx="1237">
                  <c:v>0.21396159372261536</c:v>
                </c:pt>
                <c:pt idx="1238">
                  <c:v>0.21425781768812158</c:v>
                </c:pt>
                <c:pt idx="1239">
                  <c:v>0.21452799998633054</c:v>
                </c:pt>
                <c:pt idx="1240">
                  <c:v>0.21479167186771519</c:v>
                </c:pt>
                <c:pt idx="1241">
                  <c:v>0.2150293020818026</c:v>
                </c:pt>
                <c:pt idx="1242">
                  <c:v>0.21528320833795078</c:v>
                </c:pt>
                <c:pt idx="1243">
                  <c:v>0.21553060417727465</c:v>
                </c:pt>
                <c:pt idx="1244">
                  <c:v>0.21582031772595656</c:v>
                </c:pt>
                <c:pt idx="1245">
                  <c:v>0.21609701044098983</c:v>
                </c:pt>
                <c:pt idx="1246">
                  <c:v>0.21637370315602311</c:v>
                </c:pt>
                <c:pt idx="1247">
                  <c:v>0.21663086462058345</c:v>
                </c:pt>
                <c:pt idx="1248">
                  <c:v>0.21690755733561673</c:v>
                </c:pt>
                <c:pt idx="1249">
                  <c:v>0.21719076046747432</c:v>
                </c:pt>
                <c:pt idx="1250">
                  <c:v>0.21748372922456838</c:v>
                </c:pt>
                <c:pt idx="1251">
                  <c:v>0.21777018756483812</c:v>
                </c:pt>
                <c:pt idx="1252">
                  <c:v>0.21805339069669571</c:v>
                </c:pt>
                <c:pt idx="1253">
                  <c:v>0.21831055216125606</c:v>
                </c:pt>
                <c:pt idx="1254">
                  <c:v>0.21855469279216777</c:v>
                </c:pt>
                <c:pt idx="1255">
                  <c:v>0.21879232300625517</c:v>
                </c:pt>
                <c:pt idx="1256">
                  <c:v>0.21905925009605198</c:v>
                </c:pt>
                <c:pt idx="1257">
                  <c:v>0.21933919801949742</c:v>
                </c:pt>
                <c:pt idx="1258">
                  <c:v>0.21960938031770638</c:v>
                </c:pt>
                <c:pt idx="1259">
                  <c:v>0.21986003136544241</c:v>
                </c:pt>
                <c:pt idx="1260">
                  <c:v>0.22010742720476628</c:v>
                </c:pt>
                <c:pt idx="1261">
                  <c:v>0.220351567835678</c:v>
                </c:pt>
                <c:pt idx="1262">
                  <c:v>0.22061198450865049</c:v>
                </c:pt>
                <c:pt idx="1263">
                  <c:v>0.2208789115984473</c:v>
                </c:pt>
                <c:pt idx="1264">
                  <c:v>0.22117839077236567</c:v>
                </c:pt>
                <c:pt idx="1265">
                  <c:v>0.22144531786216248</c:v>
                </c:pt>
                <c:pt idx="1266">
                  <c:v>0.22170247932672282</c:v>
                </c:pt>
                <c:pt idx="1267">
                  <c:v>0.22196940641651963</c:v>
                </c:pt>
                <c:pt idx="1268">
                  <c:v>0.22227214079885016</c:v>
                </c:pt>
                <c:pt idx="1269">
                  <c:v>0.22255859913911991</c:v>
                </c:pt>
                <c:pt idx="1270">
                  <c:v>0.22284831268780181</c:v>
                </c:pt>
                <c:pt idx="1271">
                  <c:v>0.22313477102807155</c:v>
                </c:pt>
                <c:pt idx="1272">
                  <c:v>0.2233919324926319</c:v>
                </c:pt>
                <c:pt idx="1273">
                  <c:v>0.2236295627067193</c:v>
                </c:pt>
                <c:pt idx="1274">
                  <c:v>0.22387044812921886</c:v>
                </c:pt>
                <c:pt idx="1275">
                  <c:v>0.22414063042742782</c:v>
                </c:pt>
                <c:pt idx="1276">
                  <c:v>0.22443685439293404</c:v>
                </c:pt>
                <c:pt idx="1277">
                  <c:v>0.22472005752479163</c:v>
                </c:pt>
                <c:pt idx="1278">
                  <c:v>0.22500000544823706</c:v>
                </c:pt>
                <c:pt idx="1279">
                  <c:v>0.22527018774644603</c:v>
                </c:pt>
                <c:pt idx="1280">
                  <c:v>0.22555664608671577</c:v>
                </c:pt>
                <c:pt idx="1281">
                  <c:v>0.22582031796810043</c:v>
                </c:pt>
                <c:pt idx="1282">
                  <c:v>0.2260970106831337</c:v>
                </c:pt>
                <c:pt idx="1283">
                  <c:v>0.22636393777293051</c:v>
                </c:pt>
                <c:pt idx="1284">
                  <c:v>0.22665039611320026</c:v>
                </c:pt>
                <c:pt idx="1285">
                  <c:v>0.22693359924505785</c:v>
                </c:pt>
                <c:pt idx="1286">
                  <c:v>0.22722982321056406</c:v>
                </c:pt>
                <c:pt idx="1287">
                  <c:v>0.2275097711340095</c:v>
                </c:pt>
                <c:pt idx="1288">
                  <c:v>0.22778971905745493</c:v>
                </c:pt>
                <c:pt idx="1289">
                  <c:v>0.2280599013556639</c:v>
                </c:pt>
                <c:pt idx="1290">
                  <c:v>0.22831380761181208</c:v>
                </c:pt>
                <c:pt idx="1291">
                  <c:v>0.22856771386796026</c:v>
                </c:pt>
                <c:pt idx="1292">
                  <c:v>0.22883464095775707</c:v>
                </c:pt>
                <c:pt idx="1293">
                  <c:v>0.22910156804755388</c:v>
                </c:pt>
                <c:pt idx="1294">
                  <c:v>0.22940755763829657</c:v>
                </c:pt>
                <c:pt idx="1295">
                  <c:v>0.22970052639539063</c:v>
                </c:pt>
                <c:pt idx="1296">
                  <c:v>0.23000326077772115</c:v>
                </c:pt>
                <c:pt idx="1297">
                  <c:v>0.23027995349275443</c:v>
                </c:pt>
                <c:pt idx="1298">
                  <c:v>0.23054037016572693</c:v>
                </c:pt>
                <c:pt idx="1299">
                  <c:v>0.23079102121346295</c:v>
                </c:pt>
                <c:pt idx="1300">
                  <c:v>0.23107096913690839</c:v>
                </c:pt>
                <c:pt idx="1301">
                  <c:v>0.23136068268559029</c:v>
                </c:pt>
                <c:pt idx="1302">
                  <c:v>0.23164388581744788</c:v>
                </c:pt>
                <c:pt idx="1303">
                  <c:v>0.23190104728200822</c:v>
                </c:pt>
                <c:pt idx="1304">
                  <c:v>0.23217122958021719</c:v>
                </c:pt>
                <c:pt idx="1305">
                  <c:v>0.23243490146160184</c:v>
                </c:pt>
                <c:pt idx="1306">
                  <c:v>0.23269531813457434</c:v>
                </c:pt>
                <c:pt idx="1307">
                  <c:v>0.23296224522437115</c:v>
                </c:pt>
                <c:pt idx="1308">
                  <c:v>0.23324219314781658</c:v>
                </c:pt>
                <c:pt idx="1309">
                  <c:v>0.23352539627967417</c:v>
                </c:pt>
                <c:pt idx="1310">
                  <c:v>0.2338281306620047</c:v>
                </c:pt>
                <c:pt idx="1311">
                  <c:v>0.23411133379386229</c:v>
                </c:pt>
                <c:pt idx="1312">
                  <c:v>0.23439128171730772</c:v>
                </c:pt>
                <c:pt idx="1313">
                  <c:v>0.23465495359869237</c:v>
                </c:pt>
                <c:pt idx="1314">
                  <c:v>0.23492513589690134</c:v>
                </c:pt>
                <c:pt idx="1315">
                  <c:v>0.23519857340352246</c:v>
                </c:pt>
                <c:pt idx="1316">
                  <c:v>0.23548503174379221</c:v>
                </c:pt>
                <c:pt idx="1317">
                  <c:v>0.23576172445882548</c:v>
                </c:pt>
                <c:pt idx="1318">
                  <c:v>0.2360579484243317</c:v>
                </c:pt>
                <c:pt idx="1319">
                  <c:v>0.23635091718142576</c:v>
                </c:pt>
                <c:pt idx="1320">
                  <c:v>0.2366373755216955</c:v>
                </c:pt>
                <c:pt idx="1321">
                  <c:v>0.23691081302831662</c:v>
                </c:pt>
                <c:pt idx="1322">
                  <c:v>0.2371875057433499</c:v>
                </c:pt>
                <c:pt idx="1323">
                  <c:v>0.23746419845838318</c:v>
                </c:pt>
                <c:pt idx="1324">
                  <c:v>0.23776367763230155</c:v>
                </c:pt>
                <c:pt idx="1325">
                  <c:v>0.23806966722304423</c:v>
                </c:pt>
                <c:pt idx="1326">
                  <c:v>0.23837891202219907</c:v>
                </c:pt>
                <c:pt idx="1327">
                  <c:v>0.2386523495288202</c:v>
                </c:pt>
                <c:pt idx="1328">
                  <c:v>0.23891602141020485</c:v>
                </c:pt>
                <c:pt idx="1329">
                  <c:v>0.23917318287476519</c:v>
                </c:pt>
                <c:pt idx="1330">
                  <c:v>0.23946289642344709</c:v>
                </c:pt>
                <c:pt idx="1331">
                  <c:v>0.23977865163942624</c:v>
                </c:pt>
                <c:pt idx="1332">
                  <c:v>0.24007487560493246</c:v>
                </c:pt>
                <c:pt idx="1333">
                  <c:v>0.24036458915361436</c:v>
                </c:pt>
                <c:pt idx="1334">
                  <c:v>0.24065104749388411</c:v>
                </c:pt>
                <c:pt idx="1335">
                  <c:v>0.2409635475014511</c:v>
                </c:pt>
                <c:pt idx="1336">
                  <c:v>0.2412760475090181</c:v>
                </c:pt>
                <c:pt idx="1337">
                  <c:v>0.24154622980722706</c:v>
                </c:pt>
                <c:pt idx="1338">
                  <c:v>0.24180013606337525</c:v>
                </c:pt>
                <c:pt idx="1339">
                  <c:v>0.24204753190269912</c:v>
                </c:pt>
                <c:pt idx="1340">
                  <c:v>0.24233073503455671</c:v>
                </c:pt>
                <c:pt idx="1341">
                  <c:v>0.24263346941688724</c:v>
                </c:pt>
                <c:pt idx="1342">
                  <c:v>0.24293294859080561</c:v>
                </c:pt>
                <c:pt idx="1343">
                  <c:v>0.24320964130583889</c:v>
                </c:pt>
                <c:pt idx="1344">
                  <c:v>0.2435058652713451</c:v>
                </c:pt>
                <c:pt idx="1345">
                  <c:v>0.24379232361161485</c:v>
                </c:pt>
                <c:pt idx="1346">
                  <c:v>0.24409180278553322</c:v>
                </c:pt>
                <c:pt idx="1347">
                  <c:v>0.24437826112580296</c:v>
                </c:pt>
                <c:pt idx="1348">
                  <c:v>0.24467448509130918</c:v>
                </c:pt>
                <c:pt idx="1349">
                  <c:v>0.24495117780634246</c:v>
                </c:pt>
                <c:pt idx="1350">
                  <c:v>0.24523438093820005</c:v>
                </c:pt>
                <c:pt idx="1351">
                  <c:v>0.24553386011211842</c:v>
                </c:pt>
                <c:pt idx="1352">
                  <c:v>0.24584310491127326</c:v>
                </c:pt>
                <c:pt idx="1353">
                  <c:v>0.24612630804313085</c:v>
                </c:pt>
                <c:pt idx="1354">
                  <c:v>0.24641927680022491</c:v>
                </c:pt>
                <c:pt idx="1355">
                  <c:v>0.24669596951525818</c:v>
                </c:pt>
                <c:pt idx="1356">
                  <c:v>0.24698568306394009</c:v>
                </c:pt>
                <c:pt idx="1357">
                  <c:v>0.24727214140420983</c:v>
                </c:pt>
                <c:pt idx="1358">
                  <c:v>0.2475716205781282</c:v>
                </c:pt>
                <c:pt idx="1359">
                  <c:v>0.24785482370998579</c:v>
                </c:pt>
                <c:pt idx="1360">
                  <c:v>0.24813477163343123</c:v>
                </c:pt>
                <c:pt idx="1361">
                  <c:v>0.24841146434846451</c:v>
                </c:pt>
                <c:pt idx="1362">
                  <c:v>0.24868164664667347</c:v>
                </c:pt>
                <c:pt idx="1363">
                  <c:v>0.24895833936170675</c:v>
                </c:pt>
                <c:pt idx="1364">
                  <c:v>0.2492740945776859</c:v>
                </c:pt>
                <c:pt idx="1365">
                  <c:v>0.24960287062731368</c:v>
                </c:pt>
                <c:pt idx="1366">
                  <c:v>0.24991537063488067</c:v>
                </c:pt>
                <c:pt idx="1367">
                  <c:v>0.2501888081415018</c:v>
                </c:pt>
                <c:pt idx="1368">
                  <c:v>0.25046875606494723</c:v>
                </c:pt>
                <c:pt idx="1369">
                  <c:v>0.25073893836315619</c:v>
                </c:pt>
                <c:pt idx="1370">
                  <c:v>0.25103190712025025</c:v>
                </c:pt>
                <c:pt idx="1371">
                  <c:v>0.25131836546052</c:v>
                </c:pt>
                <c:pt idx="1372">
                  <c:v>0.2516080790092019</c:v>
                </c:pt>
                <c:pt idx="1373">
                  <c:v>0.25191732380835674</c:v>
                </c:pt>
                <c:pt idx="1374">
                  <c:v>0.25222331339909942</c:v>
                </c:pt>
                <c:pt idx="1375">
                  <c:v>0.25251628215619348</c:v>
                </c:pt>
                <c:pt idx="1376">
                  <c:v>0.25281576133011185</c:v>
                </c:pt>
                <c:pt idx="1377">
                  <c:v>0.25308594362832082</c:v>
                </c:pt>
                <c:pt idx="1378">
                  <c:v>0.25335287071811763</c:v>
                </c:pt>
                <c:pt idx="1379">
                  <c:v>0.25363281864156306</c:v>
                </c:pt>
                <c:pt idx="1380">
                  <c:v>0.25393880823230575</c:v>
                </c:pt>
                <c:pt idx="1381">
                  <c:v>0.25427083949034568</c:v>
                </c:pt>
                <c:pt idx="1382">
                  <c:v>0.25459961553997346</c:v>
                </c:pt>
                <c:pt idx="1383">
                  <c:v>0.25491862596436476</c:v>
                </c:pt>
                <c:pt idx="1384">
                  <c:v>0.25523763638875607</c:v>
                </c:pt>
                <c:pt idx="1385">
                  <c:v>0.25551758431220151</c:v>
                </c:pt>
                <c:pt idx="1386">
                  <c:v>0.25579753223564694</c:v>
                </c:pt>
                <c:pt idx="1387">
                  <c:v>0.25608073536750453</c:v>
                </c:pt>
                <c:pt idx="1388">
                  <c:v>0.25638998016665937</c:v>
                </c:pt>
                <c:pt idx="1389">
                  <c:v>0.2566927145489899</c:v>
                </c:pt>
                <c:pt idx="1390">
                  <c:v>0.25699544893132042</c:v>
                </c:pt>
                <c:pt idx="1391">
                  <c:v>0.25729167289682664</c:v>
                </c:pt>
                <c:pt idx="1392">
                  <c:v>0.25762370415486657</c:v>
                </c:pt>
                <c:pt idx="1393">
                  <c:v>0.2579264385371971</c:v>
                </c:pt>
                <c:pt idx="1394">
                  <c:v>0.25820638646064253</c:v>
                </c:pt>
                <c:pt idx="1395">
                  <c:v>0.25848633438408797</c:v>
                </c:pt>
                <c:pt idx="1396">
                  <c:v>0.25881185522530359</c:v>
                </c:pt>
                <c:pt idx="1397">
                  <c:v>0.25914063127493137</c:v>
                </c:pt>
                <c:pt idx="1398">
                  <c:v>0.25947591774138345</c:v>
                </c:pt>
                <c:pt idx="1399">
                  <c:v>0.25976563129006536</c:v>
                </c:pt>
                <c:pt idx="1400">
                  <c:v>0.2600520896303351</c:v>
                </c:pt>
                <c:pt idx="1401">
                  <c:v>0.26036133442948994</c:v>
                </c:pt>
                <c:pt idx="1402">
                  <c:v>0.26066081360340831</c:v>
                </c:pt>
                <c:pt idx="1403">
                  <c:v>0.26094076152685375</c:v>
                </c:pt>
                <c:pt idx="1404">
                  <c:v>0.26124675111759643</c:v>
                </c:pt>
                <c:pt idx="1405">
                  <c:v>0.26155925112516343</c:v>
                </c:pt>
                <c:pt idx="1406">
                  <c:v>0.26187175113273042</c:v>
                </c:pt>
                <c:pt idx="1407">
                  <c:v>0.26217123030664879</c:v>
                </c:pt>
                <c:pt idx="1408">
                  <c:v>0.26245768864691854</c:v>
                </c:pt>
                <c:pt idx="1409">
                  <c:v>0.26273763657036397</c:v>
                </c:pt>
                <c:pt idx="1410">
                  <c:v>0.26304688136951881</c:v>
                </c:pt>
                <c:pt idx="1411">
                  <c:v>0.26336914700232228</c:v>
                </c:pt>
                <c:pt idx="1412">
                  <c:v>0.26370443346877437</c:v>
                </c:pt>
                <c:pt idx="1413">
                  <c:v>0.26404623035205077</c:v>
                </c:pt>
                <c:pt idx="1414">
                  <c:v>0.26434570952596914</c:v>
                </c:pt>
                <c:pt idx="1415">
                  <c:v>0.26462565744941458</c:v>
                </c:pt>
                <c:pt idx="1416">
                  <c:v>0.26493490224856941</c:v>
                </c:pt>
                <c:pt idx="1417">
                  <c:v>0.26524740225613641</c:v>
                </c:pt>
                <c:pt idx="1418">
                  <c:v>0.26556315747211556</c:v>
                </c:pt>
                <c:pt idx="1419">
                  <c:v>0.26586263664603393</c:v>
                </c:pt>
                <c:pt idx="1420">
                  <c:v>0.26615886061154015</c:v>
                </c:pt>
                <c:pt idx="1421">
                  <c:v>0.26645508457704636</c:v>
                </c:pt>
                <c:pt idx="1422">
                  <c:v>0.26679037104349845</c:v>
                </c:pt>
                <c:pt idx="1423">
                  <c:v>0.26711263667630192</c:v>
                </c:pt>
                <c:pt idx="1424">
                  <c:v>0.26743490230910538</c:v>
                </c:pt>
                <c:pt idx="1425">
                  <c:v>0.26775065752508453</c:v>
                </c:pt>
                <c:pt idx="1426">
                  <c:v>0.268072923157888</c:v>
                </c:pt>
                <c:pt idx="1427">
                  <c:v>0.26838542316545499</c:v>
                </c:pt>
                <c:pt idx="1428">
                  <c:v>0.26867839192254905</c:v>
                </c:pt>
                <c:pt idx="1429">
                  <c:v>0.26896810547123096</c:v>
                </c:pt>
                <c:pt idx="1430">
                  <c:v>0.26927083985356148</c:v>
                </c:pt>
                <c:pt idx="1431">
                  <c:v>0.26956055340224339</c:v>
                </c:pt>
                <c:pt idx="1432">
                  <c:v>0.26987630861822254</c:v>
                </c:pt>
                <c:pt idx="1433">
                  <c:v>0.27022787112673541</c:v>
                </c:pt>
                <c:pt idx="1434">
                  <c:v>0.27056966801001181</c:v>
                </c:pt>
                <c:pt idx="1435">
                  <c:v>0.27087565760075449</c:v>
                </c:pt>
                <c:pt idx="1436">
                  <c:v>0.27118815760832149</c:v>
                </c:pt>
                <c:pt idx="1437">
                  <c:v>0.27147787115700339</c:v>
                </c:pt>
                <c:pt idx="1438">
                  <c:v>0.27178711595615823</c:v>
                </c:pt>
                <c:pt idx="1439">
                  <c:v>0.27211589200578601</c:v>
                </c:pt>
                <c:pt idx="1440">
                  <c:v>0.27243490243017732</c:v>
                </c:pt>
                <c:pt idx="1441">
                  <c:v>0.27273438160409569</c:v>
                </c:pt>
                <c:pt idx="1442">
                  <c:v>0.2730306055696019</c:v>
                </c:pt>
                <c:pt idx="1443">
                  <c:v>0.27331706390987165</c:v>
                </c:pt>
                <c:pt idx="1444">
                  <c:v>0.27360677745855355</c:v>
                </c:pt>
                <c:pt idx="1445">
                  <c:v>0.27390625663247192</c:v>
                </c:pt>
                <c:pt idx="1446">
                  <c:v>0.27422201184845107</c:v>
                </c:pt>
                <c:pt idx="1447">
                  <c:v>0.27455404310649101</c:v>
                </c:pt>
                <c:pt idx="1448">
                  <c:v>0.27490886082341603</c:v>
                </c:pt>
                <c:pt idx="1449">
                  <c:v>0.27522787124780734</c:v>
                </c:pt>
                <c:pt idx="1450">
                  <c:v>0.2755208400049014</c:v>
                </c:pt>
                <c:pt idx="1451">
                  <c:v>0.27580404313675899</c:v>
                </c:pt>
                <c:pt idx="1452">
                  <c:v>0.27609701189385305</c:v>
                </c:pt>
                <c:pt idx="1453">
                  <c:v>0.27640300148459573</c:v>
                </c:pt>
                <c:pt idx="1454">
                  <c:v>0.27672201190898704</c:v>
                </c:pt>
                <c:pt idx="1455">
                  <c:v>0.27703451191655404</c:v>
                </c:pt>
                <c:pt idx="1456">
                  <c:v>0.27733399109047241</c:v>
                </c:pt>
                <c:pt idx="1457">
                  <c:v>0.27763021505597862</c:v>
                </c:pt>
                <c:pt idx="1458">
                  <c:v>0.27793294943830915</c:v>
                </c:pt>
                <c:pt idx="1459">
                  <c:v>0.27824544944587615</c:v>
                </c:pt>
                <c:pt idx="1460">
                  <c:v>0.27856445987026746</c:v>
                </c:pt>
                <c:pt idx="1461">
                  <c:v>0.27885742862736151</c:v>
                </c:pt>
                <c:pt idx="1462">
                  <c:v>0.27915039738445557</c:v>
                </c:pt>
                <c:pt idx="1463">
                  <c:v>0.27943034530790101</c:v>
                </c:pt>
                <c:pt idx="1464">
                  <c:v>0.279742845315468</c:v>
                </c:pt>
                <c:pt idx="1465">
                  <c:v>0.28007162136509578</c:v>
                </c:pt>
                <c:pt idx="1466">
                  <c:v>0.28038737658107493</c:v>
                </c:pt>
                <c:pt idx="1467">
                  <c:v>0.28069662138022977</c:v>
                </c:pt>
                <c:pt idx="1468">
                  <c:v>0.28104818388874264</c:v>
                </c:pt>
                <c:pt idx="1469">
                  <c:v>0.28136719431313395</c:v>
                </c:pt>
                <c:pt idx="1470">
                  <c:v>0.28167643911228879</c:v>
                </c:pt>
                <c:pt idx="1471">
                  <c:v>0.281972663077795</c:v>
                </c:pt>
                <c:pt idx="1472">
                  <c:v>0.28225261100124044</c:v>
                </c:pt>
                <c:pt idx="1473">
                  <c:v>0.28253255892468587</c:v>
                </c:pt>
                <c:pt idx="1474">
                  <c:v>0.28286459018272581</c:v>
                </c:pt>
                <c:pt idx="1475">
                  <c:v>0.28319662144076574</c:v>
                </c:pt>
                <c:pt idx="1476">
                  <c:v>0.28351237665674489</c:v>
                </c:pt>
                <c:pt idx="1477">
                  <c:v>0.28382162145589973</c:v>
                </c:pt>
                <c:pt idx="1478">
                  <c:v>0.28418294958964907</c:v>
                </c:pt>
                <c:pt idx="1479">
                  <c:v>0.284514980847689</c:v>
                </c:pt>
                <c:pt idx="1480">
                  <c:v>0.28482097043843169</c:v>
                </c:pt>
                <c:pt idx="1481">
                  <c:v>0.2850878975282285</c:v>
                </c:pt>
                <c:pt idx="1482">
                  <c:v>0.28537435586849824</c:v>
                </c:pt>
                <c:pt idx="1483">
                  <c:v>0.28569011108447739</c:v>
                </c:pt>
                <c:pt idx="1484">
                  <c:v>0.28603516317616595</c:v>
                </c:pt>
                <c:pt idx="1485">
                  <c:v>0.2863737048510302</c:v>
                </c:pt>
                <c:pt idx="1486">
                  <c:v>0.28671875694271876</c:v>
                </c:pt>
                <c:pt idx="1487">
                  <c:v>0.28702474653346144</c:v>
                </c:pt>
                <c:pt idx="1488">
                  <c:v>0.28732748091579197</c:v>
                </c:pt>
                <c:pt idx="1489">
                  <c:v>0.28761393925606171</c:v>
                </c:pt>
                <c:pt idx="1490">
                  <c:v>0.28793620488886518</c:v>
                </c:pt>
                <c:pt idx="1491">
                  <c:v>0.2882617257300808</c:v>
                </c:pt>
                <c:pt idx="1492">
                  <c:v>0.28856771532082348</c:v>
                </c:pt>
                <c:pt idx="1493">
                  <c:v>0.28888347053680263</c:v>
                </c:pt>
                <c:pt idx="1494">
                  <c:v>0.28921224658643041</c:v>
                </c:pt>
                <c:pt idx="1495">
                  <c:v>0.28952800180240956</c:v>
                </c:pt>
                <c:pt idx="1496">
                  <c:v>0.28985352264362518</c:v>
                </c:pt>
                <c:pt idx="1497">
                  <c:v>0.29016276744278002</c:v>
                </c:pt>
                <c:pt idx="1498">
                  <c:v>0.29046224661669839</c:v>
                </c:pt>
                <c:pt idx="1499">
                  <c:v>0.29076498099902892</c:v>
                </c:pt>
                <c:pt idx="1500">
                  <c:v>0.29110026746548101</c:v>
                </c:pt>
                <c:pt idx="1501">
                  <c:v>0.29142253309828448</c:v>
                </c:pt>
                <c:pt idx="1502">
                  <c:v>0.29175456435632441</c:v>
                </c:pt>
                <c:pt idx="1503">
                  <c:v>0.29206380915547925</c:v>
                </c:pt>
                <c:pt idx="1504">
                  <c:v>0.29239909562193134</c:v>
                </c:pt>
                <c:pt idx="1505">
                  <c:v>0.29272787167155911</c:v>
                </c:pt>
                <c:pt idx="1506">
                  <c:v>0.29304688209595042</c:v>
                </c:pt>
                <c:pt idx="1507">
                  <c:v>0.29333985085304448</c:v>
                </c:pt>
                <c:pt idx="1508">
                  <c:v>0.29364584044378716</c:v>
                </c:pt>
                <c:pt idx="1509">
                  <c:v>0.29397136128500279</c:v>
                </c:pt>
                <c:pt idx="1510">
                  <c:v>0.29431641337669134</c:v>
                </c:pt>
                <c:pt idx="1511">
                  <c:v>0.29465495505155559</c:v>
                </c:pt>
                <c:pt idx="1512">
                  <c:v>0.29499675193483199</c:v>
                </c:pt>
                <c:pt idx="1513">
                  <c:v>0.29530599673398683</c:v>
                </c:pt>
                <c:pt idx="1514">
                  <c:v>0.29559245507425658</c:v>
                </c:pt>
                <c:pt idx="1515">
                  <c:v>0.29586263737246554</c:v>
                </c:pt>
                <c:pt idx="1516">
                  <c:v>0.29617188217162038</c:v>
                </c:pt>
                <c:pt idx="1517">
                  <c:v>0.29648763738759953</c:v>
                </c:pt>
                <c:pt idx="1518">
                  <c:v>0.29683594468770025</c:v>
                </c:pt>
                <c:pt idx="1519">
                  <c:v>0.29717123115415234</c:v>
                </c:pt>
                <c:pt idx="1520">
                  <c:v>0.29748698637013149</c:v>
                </c:pt>
                <c:pt idx="1521">
                  <c:v>0.29777995512722555</c:v>
                </c:pt>
                <c:pt idx="1522">
                  <c:v>0.29809896555161686</c:v>
                </c:pt>
                <c:pt idx="1523">
                  <c:v>0.29840495514235954</c:v>
                </c:pt>
                <c:pt idx="1524">
                  <c:v>0.29873047598357516</c:v>
                </c:pt>
                <c:pt idx="1525">
                  <c:v>0.29903972078273</c:v>
                </c:pt>
                <c:pt idx="1526">
                  <c:v>0.29933919995664837</c:v>
                </c:pt>
                <c:pt idx="1527">
                  <c:v>0.29965495517262752</c:v>
                </c:pt>
                <c:pt idx="1528">
                  <c:v>0.30000326247272824</c:v>
                </c:pt>
                <c:pt idx="1529">
                  <c:v>0.30032227289711955</c:v>
                </c:pt>
                <c:pt idx="1530">
                  <c:v>0.3006380281130987</c:v>
                </c:pt>
                <c:pt idx="1531">
                  <c:v>0.30095378332907785</c:v>
                </c:pt>
                <c:pt idx="1532">
                  <c:v>0.3012923250039421</c:v>
                </c:pt>
                <c:pt idx="1533">
                  <c:v>0.30160808021992125</c:v>
                </c:pt>
                <c:pt idx="1534">
                  <c:v>0.3019238354359004</c:v>
                </c:pt>
                <c:pt idx="1535">
                  <c:v>0.30224284586029171</c:v>
                </c:pt>
                <c:pt idx="1536">
                  <c:v>0.30254883545103439</c:v>
                </c:pt>
                <c:pt idx="1537">
                  <c:v>0.30283529379130414</c:v>
                </c:pt>
                <c:pt idx="1538">
                  <c:v>0.30314779379887113</c:v>
                </c:pt>
                <c:pt idx="1539">
                  <c:v>0.30345703859802597</c:v>
                </c:pt>
                <c:pt idx="1540">
                  <c:v>0.30378906985606591</c:v>
                </c:pt>
                <c:pt idx="1541">
                  <c:v>0.30410808028045722</c:v>
                </c:pt>
                <c:pt idx="1542">
                  <c:v>0.30442383549643637</c:v>
                </c:pt>
                <c:pt idx="1543">
                  <c:v>0.30473959071241552</c:v>
                </c:pt>
                <c:pt idx="1544">
                  <c:v>0.30508138759569192</c:v>
                </c:pt>
                <c:pt idx="1545">
                  <c:v>0.30539063239484676</c:v>
                </c:pt>
                <c:pt idx="1546">
                  <c:v>0.3056998771940016</c:v>
                </c:pt>
                <c:pt idx="1547">
                  <c:v>0.30601563240998075</c:v>
                </c:pt>
                <c:pt idx="1548">
                  <c:v>0.30633138762595991</c:v>
                </c:pt>
                <c:pt idx="1549">
                  <c:v>0.30663086679987828</c:v>
                </c:pt>
                <c:pt idx="1550">
                  <c:v>0.3069336011822088</c:v>
                </c:pt>
                <c:pt idx="1551">
                  <c:v>0.30723308035612718</c:v>
                </c:pt>
                <c:pt idx="1552">
                  <c:v>0.30756185640575495</c:v>
                </c:pt>
                <c:pt idx="1553">
                  <c:v>0.30791341891426782</c:v>
                </c:pt>
                <c:pt idx="1554">
                  <c:v>0.30827474704801716</c:v>
                </c:pt>
                <c:pt idx="1555">
                  <c:v>0.30859701268082063</c:v>
                </c:pt>
                <c:pt idx="1556">
                  <c:v>0.30890625747997547</c:v>
                </c:pt>
                <c:pt idx="1557">
                  <c:v>0.30919922623706952</c:v>
                </c:pt>
                <c:pt idx="1558">
                  <c:v>0.30949219499416358</c:v>
                </c:pt>
                <c:pt idx="1559">
                  <c:v>0.30979492937649411</c:v>
                </c:pt>
                <c:pt idx="1560">
                  <c:v>0.31011393980088542</c:v>
                </c:pt>
                <c:pt idx="1561">
                  <c:v>0.31046224710098613</c:v>
                </c:pt>
                <c:pt idx="1562">
                  <c:v>0.31080729919267469</c:v>
                </c:pt>
                <c:pt idx="1563">
                  <c:v>0.31113282003389031</c:v>
                </c:pt>
                <c:pt idx="1564">
                  <c:v>0.31144857524986946</c:v>
                </c:pt>
                <c:pt idx="1565">
                  <c:v>0.3117578200490243</c:v>
                </c:pt>
                <c:pt idx="1566">
                  <c:v>0.31206706484817914</c:v>
                </c:pt>
                <c:pt idx="1567">
                  <c:v>0.31237305443892183</c:v>
                </c:pt>
                <c:pt idx="1568">
                  <c:v>0.31269857528013745</c:v>
                </c:pt>
                <c:pt idx="1569">
                  <c:v>0.31304688258023816</c:v>
                </c:pt>
                <c:pt idx="1570">
                  <c:v>0.31339518988033888</c:v>
                </c:pt>
                <c:pt idx="1571">
                  <c:v>0.31372396592996665</c:v>
                </c:pt>
                <c:pt idx="1572">
                  <c:v>0.3140625076048309</c:v>
                </c:pt>
                <c:pt idx="1573">
                  <c:v>0.31437500761239789</c:v>
                </c:pt>
                <c:pt idx="1574">
                  <c:v>0.31468750761996489</c:v>
                </c:pt>
                <c:pt idx="1575">
                  <c:v>0.31501628366959267</c:v>
                </c:pt>
                <c:pt idx="1576">
                  <c:v>0.31535808055286907</c:v>
                </c:pt>
                <c:pt idx="1577">
                  <c:v>0.31568034618567253</c:v>
                </c:pt>
                <c:pt idx="1578">
                  <c:v>0.31601237744371247</c:v>
                </c:pt>
                <c:pt idx="1579">
                  <c:v>0.31633464307651593</c:v>
                </c:pt>
                <c:pt idx="1580">
                  <c:v>0.31667318475138018</c:v>
                </c:pt>
                <c:pt idx="1581">
                  <c:v>0.31699219517577149</c:v>
                </c:pt>
                <c:pt idx="1582">
                  <c:v>0.31732422643381142</c:v>
                </c:pt>
                <c:pt idx="1583">
                  <c:v>0.3176302160245541</c:v>
                </c:pt>
                <c:pt idx="1584">
                  <c:v>0.3179427160321211</c:v>
                </c:pt>
                <c:pt idx="1585">
                  <c:v>0.31826172645651241</c:v>
                </c:pt>
                <c:pt idx="1586">
                  <c:v>0.31861979938184959</c:v>
                </c:pt>
                <c:pt idx="1587">
                  <c:v>0.31896159626512599</c:v>
                </c:pt>
                <c:pt idx="1588">
                  <c:v>0.31929362752316592</c:v>
                </c:pt>
                <c:pt idx="1589">
                  <c:v>0.31960938273914508</c:v>
                </c:pt>
                <c:pt idx="1590">
                  <c:v>0.31990886191306345</c:v>
                </c:pt>
                <c:pt idx="1591">
                  <c:v>0.32019206504492104</c:v>
                </c:pt>
                <c:pt idx="1592">
                  <c:v>0.32049805463566372</c:v>
                </c:pt>
                <c:pt idx="1593">
                  <c:v>0.32080729943481856</c:v>
                </c:pt>
                <c:pt idx="1594">
                  <c:v>0.32113933069285849</c:v>
                </c:pt>
                <c:pt idx="1595">
                  <c:v>0.32144857549201333</c:v>
                </c:pt>
                <c:pt idx="1596">
                  <c:v>0.32177409633322895</c:v>
                </c:pt>
                <c:pt idx="1597">
                  <c:v>0.32209310675762026</c:v>
                </c:pt>
                <c:pt idx="1598">
                  <c:v>0.32243164843248451</c:v>
                </c:pt>
                <c:pt idx="1599">
                  <c:v>0.32275065885687582</c:v>
                </c:pt>
                <c:pt idx="1600">
                  <c:v>0.32307943490650359</c:v>
                </c:pt>
                <c:pt idx="1601">
                  <c:v>0.3233984453308949</c:v>
                </c:pt>
                <c:pt idx="1602">
                  <c:v>0.32373047658893483</c:v>
                </c:pt>
                <c:pt idx="1603">
                  <c:v>0.3240527422217383</c:v>
                </c:pt>
                <c:pt idx="1604">
                  <c:v>0.32438151827136608</c:v>
                </c:pt>
                <c:pt idx="1605">
                  <c:v>0.32469401827893307</c:v>
                </c:pt>
                <c:pt idx="1606">
                  <c:v>0.32501953912014869</c:v>
                </c:pt>
                <c:pt idx="1607">
                  <c:v>0.32532552871089138</c:v>
                </c:pt>
                <c:pt idx="1608">
                  <c:v>0.32565755996893131</c:v>
                </c:pt>
                <c:pt idx="1609">
                  <c:v>0.3259928464353834</c:v>
                </c:pt>
                <c:pt idx="1610">
                  <c:v>0.3263346433186598</c:v>
                </c:pt>
                <c:pt idx="1611">
                  <c:v>0.32667318499352405</c:v>
                </c:pt>
                <c:pt idx="1612">
                  <c:v>0.32700196104315182</c:v>
                </c:pt>
                <c:pt idx="1613">
                  <c:v>0.32733399230119176</c:v>
                </c:pt>
                <c:pt idx="1614">
                  <c:v>0.32769206522652894</c:v>
                </c:pt>
                <c:pt idx="1615">
                  <c:v>0.32806966940233906</c:v>
                </c:pt>
                <c:pt idx="1616">
                  <c:v>0.32840170066037899</c:v>
                </c:pt>
                <c:pt idx="1617">
                  <c:v>0.32870443504270952</c:v>
                </c:pt>
                <c:pt idx="1618">
                  <c:v>0.32900716942504005</c:v>
                </c:pt>
                <c:pt idx="1619">
                  <c:v>0.32929688297372195</c:v>
                </c:pt>
                <c:pt idx="1620">
                  <c:v>0.3296126381897011</c:v>
                </c:pt>
                <c:pt idx="1621">
                  <c:v>0.32994792465615319</c:v>
                </c:pt>
                <c:pt idx="1622">
                  <c:v>0.33030274237307822</c:v>
                </c:pt>
                <c:pt idx="1623">
                  <c:v>0.33064128404794246</c:v>
                </c:pt>
                <c:pt idx="1624">
                  <c:v>0.33099284655645533</c:v>
                </c:pt>
                <c:pt idx="1625">
                  <c:v>0.33133138823131958</c:v>
                </c:pt>
                <c:pt idx="1626">
                  <c:v>0.33165365386412304</c:v>
                </c:pt>
                <c:pt idx="1627">
                  <c:v>0.3319694090801022</c:v>
                </c:pt>
                <c:pt idx="1628">
                  <c:v>0.33229167471290566</c:v>
                </c:pt>
                <c:pt idx="1629">
                  <c:v>0.33263347159618206</c:v>
                </c:pt>
                <c:pt idx="1630">
                  <c:v>0.33298503410469493</c:v>
                </c:pt>
                <c:pt idx="1631">
                  <c:v>0.33333008619638349</c:v>
                </c:pt>
                <c:pt idx="1632">
                  <c:v>0.3337011799553693</c:v>
                </c:pt>
                <c:pt idx="1633">
                  <c:v>0.33404623204705786</c:v>
                </c:pt>
                <c:pt idx="1634">
                  <c:v>0.33436198726303701</c:v>
                </c:pt>
                <c:pt idx="1635">
                  <c:v>0.33466797685377969</c:v>
                </c:pt>
                <c:pt idx="1636">
                  <c:v>0.33500000811181962</c:v>
                </c:pt>
                <c:pt idx="1637">
                  <c:v>0.33532227374462309</c:v>
                </c:pt>
                <c:pt idx="1638">
                  <c:v>0.33565430500266302</c:v>
                </c:pt>
                <c:pt idx="1639">
                  <c:v>0.3359830810522908</c:v>
                </c:pt>
                <c:pt idx="1640">
                  <c:v>0.33633464356080367</c:v>
                </c:pt>
                <c:pt idx="1641">
                  <c:v>0.33668620606931654</c:v>
                </c:pt>
                <c:pt idx="1642">
                  <c:v>0.33702800295259294</c:v>
                </c:pt>
                <c:pt idx="1643">
                  <c:v>0.33732748212651131</c:v>
                </c:pt>
                <c:pt idx="1644">
                  <c:v>0.33763998213407831</c:v>
                </c:pt>
                <c:pt idx="1645">
                  <c:v>0.33797201339211824</c:v>
                </c:pt>
                <c:pt idx="1646">
                  <c:v>0.33829753423333386</c:v>
                </c:pt>
                <c:pt idx="1647">
                  <c:v>0.33862305507454948</c:v>
                </c:pt>
                <c:pt idx="1648">
                  <c:v>0.33898763841671098</c:v>
                </c:pt>
                <c:pt idx="1649">
                  <c:v>0.33932943529998738</c:v>
                </c:pt>
                <c:pt idx="1650">
                  <c:v>0.33965821134961516</c:v>
                </c:pt>
                <c:pt idx="1651">
                  <c:v>0.33996420094035784</c:v>
                </c:pt>
                <c:pt idx="1652">
                  <c:v>0.34027344573951268</c:v>
                </c:pt>
                <c:pt idx="1653">
                  <c:v>0.34058594574707968</c:v>
                </c:pt>
                <c:pt idx="1654">
                  <c:v>0.3408886801294102</c:v>
                </c:pt>
                <c:pt idx="1655">
                  <c:v>0.3412011801369772</c:v>
                </c:pt>
                <c:pt idx="1656">
                  <c:v>0.34153646660342929</c:v>
                </c:pt>
                <c:pt idx="1657">
                  <c:v>0.3418554770278206</c:v>
                </c:pt>
                <c:pt idx="1658">
                  <c:v>0.34220378432792131</c:v>
                </c:pt>
                <c:pt idx="1659">
                  <c:v>0.34256185725325849</c:v>
                </c:pt>
                <c:pt idx="1660">
                  <c:v>0.34289063330288627</c:v>
                </c:pt>
                <c:pt idx="1661">
                  <c:v>0.34318685726839249</c:v>
                </c:pt>
                <c:pt idx="1662">
                  <c:v>0.34349284685913517</c:v>
                </c:pt>
                <c:pt idx="1663">
                  <c:v>0.34381511249193863</c:v>
                </c:pt>
                <c:pt idx="1664">
                  <c:v>0.34416667500045151</c:v>
                </c:pt>
                <c:pt idx="1665">
                  <c:v>0.34452149271737653</c:v>
                </c:pt>
                <c:pt idx="1666">
                  <c:v>0.34488607605953803</c:v>
                </c:pt>
                <c:pt idx="1667">
                  <c:v>0.3452376385680509</c:v>
                </c:pt>
                <c:pt idx="1668">
                  <c:v>0.3455794354513273</c:v>
                </c:pt>
                <c:pt idx="1669">
                  <c:v>0.34588868025048214</c:v>
                </c:pt>
                <c:pt idx="1670">
                  <c:v>0.34620118025804913</c:v>
                </c:pt>
                <c:pt idx="1671">
                  <c:v>0.34650065943196751</c:v>
                </c:pt>
                <c:pt idx="1672">
                  <c:v>0.34683920110683175</c:v>
                </c:pt>
                <c:pt idx="1673">
                  <c:v>0.34718099799010815</c:v>
                </c:pt>
                <c:pt idx="1674">
                  <c:v>0.34755209174909396</c:v>
                </c:pt>
                <c:pt idx="1675">
                  <c:v>0.34790690946601899</c:v>
                </c:pt>
                <c:pt idx="1676">
                  <c:v>0.34824870634929539</c:v>
                </c:pt>
                <c:pt idx="1677">
                  <c:v>0.34855469594003807</c:v>
                </c:pt>
                <c:pt idx="1678">
                  <c:v>0.34887370636442938</c:v>
                </c:pt>
                <c:pt idx="1679">
                  <c:v>0.34919597199723285</c:v>
                </c:pt>
                <c:pt idx="1680">
                  <c:v>0.34952800325527278</c:v>
                </c:pt>
                <c:pt idx="1681">
                  <c:v>0.34986654493013702</c:v>
                </c:pt>
                <c:pt idx="1682">
                  <c:v>0.35022461785547421</c:v>
                </c:pt>
                <c:pt idx="1683">
                  <c:v>0.3505599043219263</c:v>
                </c:pt>
                <c:pt idx="1684">
                  <c:v>0.35089844599679054</c:v>
                </c:pt>
                <c:pt idx="1685">
                  <c:v>0.35123047725483048</c:v>
                </c:pt>
                <c:pt idx="1686">
                  <c:v>0.35157552934651903</c:v>
                </c:pt>
                <c:pt idx="1687">
                  <c:v>0.35192383664661975</c:v>
                </c:pt>
                <c:pt idx="1688">
                  <c:v>0.35228190957195693</c:v>
                </c:pt>
                <c:pt idx="1689">
                  <c:v>0.35260417520476039</c:v>
                </c:pt>
                <c:pt idx="1690">
                  <c:v>0.35291993042073955</c:v>
                </c:pt>
                <c:pt idx="1691">
                  <c:v>0.35322592001148223</c:v>
                </c:pt>
                <c:pt idx="1692">
                  <c:v>0.35353842001904923</c:v>
                </c:pt>
                <c:pt idx="1693">
                  <c:v>0.353867196068677</c:v>
                </c:pt>
                <c:pt idx="1694">
                  <c:v>0.35421875857718987</c:v>
                </c:pt>
                <c:pt idx="1695">
                  <c:v>0.35457032108570274</c:v>
                </c:pt>
                <c:pt idx="1696">
                  <c:v>0.35492188359421561</c:v>
                </c:pt>
                <c:pt idx="1697">
                  <c:v>0.35526368047749202</c:v>
                </c:pt>
                <c:pt idx="1698">
                  <c:v>0.35562826381965351</c:v>
                </c:pt>
                <c:pt idx="1699">
                  <c:v>0.35597331591134207</c:v>
                </c:pt>
                <c:pt idx="1700">
                  <c:v>0.35630209196096985</c:v>
                </c:pt>
                <c:pt idx="1701">
                  <c:v>0.35660482634330037</c:v>
                </c:pt>
                <c:pt idx="1702">
                  <c:v>0.35694336801816462</c:v>
                </c:pt>
                <c:pt idx="1703">
                  <c:v>0.35728190969302887</c:v>
                </c:pt>
                <c:pt idx="1704">
                  <c:v>0.35765625866042683</c:v>
                </c:pt>
                <c:pt idx="1705">
                  <c:v>0.35802084200258832</c:v>
                </c:pt>
                <c:pt idx="1706">
                  <c:v>0.35834310763539179</c:v>
                </c:pt>
                <c:pt idx="1707">
                  <c:v>0.35864584201772232</c:v>
                </c:pt>
                <c:pt idx="1708">
                  <c:v>0.35898438369258656</c:v>
                </c:pt>
                <c:pt idx="1709">
                  <c:v>0.35933920140951159</c:v>
                </c:pt>
                <c:pt idx="1710">
                  <c:v>0.35971355037690955</c:v>
                </c:pt>
                <c:pt idx="1711">
                  <c:v>0.36005860246859811</c:v>
                </c:pt>
                <c:pt idx="1712">
                  <c:v>0.36040365456028667</c:v>
                </c:pt>
                <c:pt idx="1713">
                  <c:v>0.36071615456785366</c:v>
                </c:pt>
                <c:pt idx="1714">
                  <c:v>0.36105469624271791</c:v>
                </c:pt>
                <c:pt idx="1715">
                  <c:v>0.36140625875123078</c:v>
                </c:pt>
                <c:pt idx="1716">
                  <c:v>0.36177409730180443</c:v>
                </c:pt>
                <c:pt idx="1717">
                  <c:v>0.36213217022714161</c:v>
                </c:pt>
                <c:pt idx="1718">
                  <c:v>0.36249349836089095</c:v>
                </c:pt>
                <c:pt idx="1719">
                  <c:v>0.36282227441051873</c:v>
                </c:pt>
                <c:pt idx="1720">
                  <c:v>0.36313477441808573</c:v>
                </c:pt>
                <c:pt idx="1721">
                  <c:v>0.36344727442565272</c:v>
                </c:pt>
                <c:pt idx="1722">
                  <c:v>0.36380209214257775</c:v>
                </c:pt>
                <c:pt idx="1723">
                  <c:v>0.36416342027632709</c:v>
                </c:pt>
                <c:pt idx="1724">
                  <c:v>0.36452474841007643</c:v>
                </c:pt>
                <c:pt idx="1725">
                  <c:v>0.36488933175223792</c:v>
                </c:pt>
                <c:pt idx="1726">
                  <c:v>0.36525391509439942</c:v>
                </c:pt>
                <c:pt idx="1727">
                  <c:v>0.36560547760291229</c:v>
                </c:pt>
                <c:pt idx="1728">
                  <c:v>0.36596029531983731</c:v>
                </c:pt>
                <c:pt idx="1729">
                  <c:v>0.36630534741152587</c:v>
                </c:pt>
                <c:pt idx="1730">
                  <c:v>0.36662110262750502</c:v>
                </c:pt>
                <c:pt idx="1731">
                  <c:v>0.36693685784348418</c:v>
                </c:pt>
                <c:pt idx="1732">
                  <c:v>0.3672916755604092</c:v>
                </c:pt>
                <c:pt idx="1733">
                  <c:v>0.36762696202686129</c:v>
                </c:pt>
                <c:pt idx="1734">
                  <c:v>0.36796550370172554</c:v>
                </c:pt>
                <c:pt idx="1735">
                  <c:v>0.36831381100182625</c:v>
                </c:pt>
                <c:pt idx="1736">
                  <c:v>0.36868815996922422</c:v>
                </c:pt>
                <c:pt idx="1737">
                  <c:v>0.36905274331138571</c:v>
                </c:pt>
                <c:pt idx="1738">
                  <c:v>0.36942058186195936</c:v>
                </c:pt>
                <c:pt idx="1739">
                  <c:v>0.36977865478729655</c:v>
                </c:pt>
                <c:pt idx="1740">
                  <c:v>0.3701237068789851</c:v>
                </c:pt>
                <c:pt idx="1741">
                  <c:v>0.37044597251178857</c:v>
                </c:pt>
                <c:pt idx="1742">
                  <c:v>0.37077474856141635</c:v>
                </c:pt>
                <c:pt idx="1743">
                  <c:v>0.37110677981945628</c:v>
                </c:pt>
                <c:pt idx="1744">
                  <c:v>0.37147461837002993</c:v>
                </c:pt>
                <c:pt idx="1745">
                  <c:v>0.37185873296266436</c:v>
                </c:pt>
                <c:pt idx="1746">
                  <c:v>0.37224610276371095</c:v>
                </c:pt>
                <c:pt idx="1747">
                  <c:v>0.37260417568904813</c:v>
                </c:pt>
                <c:pt idx="1748">
                  <c:v>0.37294922778073669</c:v>
                </c:pt>
                <c:pt idx="1749">
                  <c:v>0.37328125903877662</c:v>
                </c:pt>
                <c:pt idx="1750">
                  <c:v>0.37364909758935028</c:v>
                </c:pt>
                <c:pt idx="1751">
                  <c:v>0.37400066009786315</c:v>
                </c:pt>
                <c:pt idx="1752">
                  <c:v>0.37432943614749092</c:v>
                </c:pt>
                <c:pt idx="1753">
                  <c:v>0.37465170178029439</c:v>
                </c:pt>
                <c:pt idx="1754">
                  <c:v>0.37501628512245588</c:v>
                </c:pt>
                <c:pt idx="1755">
                  <c:v>0.37535808200573229</c:v>
                </c:pt>
                <c:pt idx="1756">
                  <c:v>0.37569987888900869</c:v>
                </c:pt>
                <c:pt idx="1757">
                  <c:v>0.37605469660593371</c:v>
                </c:pt>
                <c:pt idx="1758">
                  <c:v>0.37641602473968305</c:v>
                </c:pt>
                <c:pt idx="1759">
                  <c:v>0.37676758724819592</c:v>
                </c:pt>
                <c:pt idx="1760">
                  <c:v>0.37711914975670879</c:v>
                </c:pt>
                <c:pt idx="1761">
                  <c:v>0.37748047789045813</c:v>
                </c:pt>
                <c:pt idx="1762">
                  <c:v>0.37782878519055885</c:v>
                </c:pt>
                <c:pt idx="1763">
                  <c:v>0.37816081644859878</c:v>
                </c:pt>
                <c:pt idx="1764">
                  <c:v>0.37852865499917243</c:v>
                </c:pt>
                <c:pt idx="1765">
                  <c:v>0.37888672792450961</c:v>
                </c:pt>
                <c:pt idx="1766">
                  <c:v>0.37923503522461033</c:v>
                </c:pt>
                <c:pt idx="1767">
                  <c:v>0.37957032169106242</c:v>
                </c:pt>
                <c:pt idx="1768">
                  <c:v>0.37991211857433882</c:v>
                </c:pt>
                <c:pt idx="1769">
                  <c:v>0.3802408946239666</c:v>
                </c:pt>
                <c:pt idx="1770">
                  <c:v>0.38059896754930378</c:v>
                </c:pt>
                <c:pt idx="1771">
                  <c:v>0.38093425401575587</c:v>
                </c:pt>
                <c:pt idx="1772">
                  <c:v>0.38126954048220796</c:v>
                </c:pt>
                <c:pt idx="1773">
                  <c:v>0.38162435819913298</c:v>
                </c:pt>
                <c:pt idx="1774">
                  <c:v>0.38198243112447017</c:v>
                </c:pt>
                <c:pt idx="1775">
                  <c:v>0.38230795196568579</c:v>
                </c:pt>
                <c:pt idx="1776">
                  <c:v>0.38263672801531357</c:v>
                </c:pt>
                <c:pt idx="1777">
                  <c:v>0.38298829052382644</c:v>
                </c:pt>
                <c:pt idx="1778">
                  <c:v>0.38335938428281224</c:v>
                </c:pt>
                <c:pt idx="1779">
                  <c:v>0.38369792595767649</c:v>
                </c:pt>
                <c:pt idx="1780">
                  <c:v>0.38406250929983798</c:v>
                </c:pt>
                <c:pt idx="1781">
                  <c:v>0.38443034785041164</c:v>
                </c:pt>
                <c:pt idx="1782">
                  <c:v>0.38480144160939744</c:v>
                </c:pt>
                <c:pt idx="1783">
                  <c:v>0.38514323849267385</c:v>
                </c:pt>
                <c:pt idx="1784">
                  <c:v>0.38549805620959887</c:v>
                </c:pt>
                <c:pt idx="1785">
                  <c:v>0.38583659788446312</c:v>
                </c:pt>
                <c:pt idx="1786">
                  <c:v>0.38619792601821246</c:v>
                </c:pt>
                <c:pt idx="1787">
                  <c:v>0.3865592541519618</c:v>
                </c:pt>
                <c:pt idx="1788">
                  <c:v>0.3869303479109476</c:v>
                </c:pt>
                <c:pt idx="1789">
                  <c:v>0.38726888958581185</c:v>
                </c:pt>
                <c:pt idx="1790">
                  <c:v>0.38761394167750041</c:v>
                </c:pt>
                <c:pt idx="1791">
                  <c:v>0.38795248335236465</c:v>
                </c:pt>
                <c:pt idx="1792">
                  <c:v>0.38829753544405321</c:v>
                </c:pt>
                <c:pt idx="1793">
                  <c:v>0.38863933232732961</c:v>
                </c:pt>
                <c:pt idx="1794">
                  <c:v>0.38899415004425464</c:v>
                </c:pt>
                <c:pt idx="1795">
                  <c:v>0.38934245734435535</c:v>
                </c:pt>
                <c:pt idx="1796">
                  <c:v>0.38971355110334116</c:v>
                </c:pt>
                <c:pt idx="1797">
                  <c:v>0.39006511361185403</c:v>
                </c:pt>
                <c:pt idx="1798">
                  <c:v>0.39040691049513043</c:v>
                </c:pt>
                <c:pt idx="1799">
                  <c:v>0.39073243133634605</c:v>
                </c:pt>
                <c:pt idx="1800">
                  <c:v>0.39106771780279814</c:v>
                </c:pt>
                <c:pt idx="1801">
                  <c:v>0.39140625947766239</c:v>
                </c:pt>
                <c:pt idx="1802">
                  <c:v>0.39176758761141173</c:v>
                </c:pt>
                <c:pt idx="1803">
                  <c:v>0.39212240532833675</c:v>
                </c:pt>
                <c:pt idx="1804">
                  <c:v>0.39246745742002531</c:v>
                </c:pt>
                <c:pt idx="1805">
                  <c:v>0.39281576472012603</c:v>
                </c:pt>
                <c:pt idx="1806">
                  <c:v>0.39319336889593615</c:v>
                </c:pt>
                <c:pt idx="1807">
                  <c:v>0.39355469702968549</c:v>
                </c:pt>
                <c:pt idx="1808">
                  <c:v>0.39393230120549561</c:v>
                </c:pt>
                <c:pt idx="1809">
                  <c:v>0.39430013975606926</c:v>
                </c:pt>
                <c:pt idx="1810">
                  <c:v>0.39467123351505506</c:v>
                </c:pt>
                <c:pt idx="1811">
                  <c:v>0.39500000956468284</c:v>
                </c:pt>
                <c:pt idx="1812">
                  <c:v>0.39534831686478356</c:v>
                </c:pt>
                <c:pt idx="1813">
                  <c:v>0.39571290020694505</c:v>
                </c:pt>
                <c:pt idx="1814">
                  <c:v>0.39608724917434301</c:v>
                </c:pt>
                <c:pt idx="1815">
                  <c:v>0.39645183251650451</c:v>
                </c:pt>
                <c:pt idx="1816">
                  <c:v>0.39681967106707816</c:v>
                </c:pt>
                <c:pt idx="1817">
                  <c:v>0.39714519190829378</c:v>
                </c:pt>
                <c:pt idx="1818">
                  <c:v>0.39749024399998234</c:v>
                </c:pt>
                <c:pt idx="1819">
                  <c:v>0.39784180650849521</c:v>
                </c:pt>
                <c:pt idx="1820">
                  <c:v>0.39818360339177161</c:v>
                </c:pt>
                <c:pt idx="1821">
                  <c:v>0.39852540027504801</c:v>
                </c:pt>
                <c:pt idx="1822">
                  <c:v>0.39888021799197304</c:v>
                </c:pt>
                <c:pt idx="1823">
                  <c:v>0.39923178050048591</c:v>
                </c:pt>
                <c:pt idx="1824">
                  <c:v>0.39963868155200544</c:v>
                </c:pt>
                <c:pt idx="1825">
                  <c:v>0.40004232739511281</c:v>
                </c:pt>
                <c:pt idx="1826">
                  <c:v>0.4004296971961594</c:v>
                </c:pt>
                <c:pt idx="1827">
                  <c:v>0.40075847324578717</c:v>
                </c:pt>
                <c:pt idx="1828">
                  <c:v>0.40108724929541495</c:v>
                </c:pt>
                <c:pt idx="1829">
                  <c:v>0.40141928055345488</c:v>
                </c:pt>
                <c:pt idx="1830">
                  <c:v>0.40178711910402853</c:v>
                </c:pt>
                <c:pt idx="1831">
                  <c:v>0.40214844723777787</c:v>
                </c:pt>
                <c:pt idx="1832">
                  <c:v>0.40251303057993937</c:v>
                </c:pt>
                <c:pt idx="1833">
                  <c:v>0.40288086913051302</c:v>
                </c:pt>
                <c:pt idx="1834">
                  <c:v>0.40327800455679608</c:v>
                </c:pt>
                <c:pt idx="1835">
                  <c:v>0.40365886394101835</c:v>
                </c:pt>
                <c:pt idx="1836">
                  <c:v>0.40401368165794338</c:v>
                </c:pt>
                <c:pt idx="1837">
                  <c:v>0.40436849937486841</c:v>
                </c:pt>
                <c:pt idx="1838">
                  <c:v>0.40471680667496912</c:v>
                </c:pt>
                <c:pt idx="1839">
                  <c:v>0.40506836918348199</c:v>
                </c:pt>
                <c:pt idx="1840">
                  <c:v>0.40542969731723133</c:v>
                </c:pt>
                <c:pt idx="1841">
                  <c:v>0.40579102545098067</c:v>
                </c:pt>
                <c:pt idx="1842">
                  <c:v>0.4061751400436151</c:v>
                </c:pt>
                <c:pt idx="1843">
                  <c:v>0.40654948901101307</c:v>
                </c:pt>
                <c:pt idx="1844">
                  <c:v>0.40693034839523534</c:v>
                </c:pt>
                <c:pt idx="1845">
                  <c:v>0.40729818694580899</c:v>
                </c:pt>
                <c:pt idx="1846">
                  <c:v>0.40767579112161911</c:v>
                </c:pt>
                <c:pt idx="1847">
                  <c:v>0.4080338640469563</c:v>
                </c:pt>
                <c:pt idx="1848">
                  <c:v>0.40837240572182054</c:v>
                </c:pt>
                <c:pt idx="1849">
                  <c:v>0.40868816093779969</c:v>
                </c:pt>
                <c:pt idx="1850">
                  <c:v>0.40902344740425178</c:v>
                </c:pt>
                <c:pt idx="1851">
                  <c:v>0.40938152032958897</c:v>
                </c:pt>
                <c:pt idx="1852">
                  <c:v>0.4097656349222234</c:v>
                </c:pt>
                <c:pt idx="1853">
                  <c:v>0.41013672868120921</c:v>
                </c:pt>
                <c:pt idx="1854">
                  <c:v>0.41048503598130992</c:v>
                </c:pt>
                <c:pt idx="1855">
                  <c:v>0.41082683286458632</c:v>
                </c:pt>
                <c:pt idx="1856">
                  <c:v>0.4111849057899235</c:v>
                </c:pt>
                <c:pt idx="1857">
                  <c:v>0.41152019225637559</c:v>
                </c:pt>
                <c:pt idx="1858">
                  <c:v>0.41186849955647631</c:v>
                </c:pt>
                <c:pt idx="1859">
                  <c:v>0.41221680685657702</c:v>
                </c:pt>
                <c:pt idx="1860">
                  <c:v>0.41255534853144127</c:v>
                </c:pt>
                <c:pt idx="1861">
                  <c:v>0.41286459333059611</c:v>
                </c:pt>
                <c:pt idx="1862">
                  <c:v>0.41316081729610232</c:v>
                </c:pt>
                <c:pt idx="1863">
                  <c:v>0.41346029647002069</c:v>
                </c:pt>
                <c:pt idx="1864">
                  <c:v>0.4138020933532971</c:v>
                </c:pt>
                <c:pt idx="1865">
                  <c:v>0.41413737981974919</c:v>
                </c:pt>
                <c:pt idx="1866">
                  <c:v>0.41449545274508637</c:v>
                </c:pt>
                <c:pt idx="1867">
                  <c:v>0.41485027046201139</c:v>
                </c:pt>
                <c:pt idx="1868">
                  <c:v>0.41517904651163917</c:v>
                </c:pt>
                <c:pt idx="1869">
                  <c:v>0.41548829131079401</c:v>
                </c:pt>
                <c:pt idx="1870">
                  <c:v>0.41582032256883394</c:v>
                </c:pt>
                <c:pt idx="1871">
                  <c:v>0.41615235382687388</c:v>
                </c:pt>
                <c:pt idx="1872">
                  <c:v>0.41647136425126519</c:v>
                </c:pt>
                <c:pt idx="1873">
                  <c:v>0.41677735384200787</c:v>
                </c:pt>
                <c:pt idx="1874">
                  <c:v>0.41709636426639918</c:v>
                </c:pt>
                <c:pt idx="1875">
                  <c:v>0.41741537469079049</c:v>
                </c:pt>
                <c:pt idx="1876">
                  <c:v>0.41777670282453983</c:v>
                </c:pt>
                <c:pt idx="1877">
                  <c:v>0.41811849970781623</c:v>
                </c:pt>
                <c:pt idx="1878">
                  <c:v>0.41846029659109263</c:v>
                </c:pt>
                <c:pt idx="1879">
                  <c:v>0.41876954139024747</c:v>
                </c:pt>
                <c:pt idx="1880">
                  <c:v>0.419072275772578</c:v>
                </c:pt>
                <c:pt idx="1881">
                  <c:v>0.41937501015490852</c:v>
                </c:pt>
                <c:pt idx="1882">
                  <c:v>0.41969727578771199</c:v>
                </c:pt>
                <c:pt idx="1883">
                  <c:v>0.42000977579527898</c:v>
                </c:pt>
                <c:pt idx="1884">
                  <c:v>0.42035482788696754</c:v>
                </c:pt>
                <c:pt idx="1885">
                  <c:v>0.42066732789453454</c:v>
                </c:pt>
                <c:pt idx="1886">
                  <c:v>0.42098633831892585</c:v>
                </c:pt>
                <c:pt idx="1887">
                  <c:v>0.42131511436855362</c:v>
                </c:pt>
                <c:pt idx="1888">
                  <c:v>0.4216438904181814</c:v>
                </c:pt>
                <c:pt idx="1889">
                  <c:v>0.42196941125939702</c:v>
                </c:pt>
                <c:pt idx="1890">
                  <c:v>0.42227214564172755</c:v>
                </c:pt>
                <c:pt idx="1891">
                  <c:v>0.42259115606611886</c:v>
                </c:pt>
                <c:pt idx="1892">
                  <c:v>0.42291342169892232</c:v>
                </c:pt>
                <c:pt idx="1893">
                  <c:v>0.42323568733172579</c:v>
                </c:pt>
                <c:pt idx="1894">
                  <c:v>0.42357422900659003</c:v>
                </c:pt>
                <c:pt idx="1895">
                  <c:v>0.42388021859733271</c:v>
                </c:pt>
                <c:pt idx="1896">
                  <c:v>0.42418295297966324</c:v>
                </c:pt>
                <c:pt idx="1897">
                  <c:v>0.42448568736199377</c:v>
                </c:pt>
                <c:pt idx="1898">
                  <c:v>0.42480795299479723</c:v>
                </c:pt>
                <c:pt idx="1899">
                  <c:v>0.42513347383601285</c:v>
                </c:pt>
                <c:pt idx="1900">
                  <c:v>0.42545573946881632</c:v>
                </c:pt>
                <c:pt idx="1901">
                  <c:v>0.42576823947638331</c:v>
                </c:pt>
                <c:pt idx="1902">
                  <c:v>0.42606446344188953</c:v>
                </c:pt>
                <c:pt idx="1903">
                  <c:v>0.42632162490644987</c:v>
                </c:pt>
                <c:pt idx="1904">
                  <c:v>0.42656251032894943</c:v>
                </c:pt>
                <c:pt idx="1905">
                  <c:v>0.42682618221033408</c:v>
                </c:pt>
                <c:pt idx="1906">
                  <c:v>0.4271224061758403</c:v>
                </c:pt>
                <c:pt idx="1907">
                  <c:v>0.42745118222546807</c:v>
                </c:pt>
                <c:pt idx="1908">
                  <c:v>0.42776368223303507</c:v>
                </c:pt>
                <c:pt idx="1909">
                  <c:v>0.4280436301564805</c:v>
                </c:pt>
                <c:pt idx="1910">
                  <c:v>0.42832357807992594</c:v>
                </c:pt>
                <c:pt idx="1911">
                  <c:v>0.42858724996131059</c:v>
                </c:pt>
                <c:pt idx="1912">
                  <c:v>0.42887370830158034</c:v>
                </c:pt>
                <c:pt idx="1913">
                  <c:v>0.42914063539137715</c:v>
                </c:pt>
                <c:pt idx="1914">
                  <c:v>0.42940756248117395</c:v>
                </c:pt>
                <c:pt idx="1915">
                  <c:v>0.42967448957097076</c:v>
                </c:pt>
                <c:pt idx="1916">
                  <c:v>0.42999024478694992</c:v>
                </c:pt>
                <c:pt idx="1917">
                  <c:v>0.43041342188053022</c:v>
                </c:pt>
                <c:pt idx="1918">
                  <c:v>0.43088542710029287</c:v>
                </c:pt>
                <c:pt idx="1919">
                  <c:v>0.43126303127610299</c:v>
                </c:pt>
                <c:pt idx="1920">
                  <c:v>0.4315820417004943</c:v>
                </c:pt>
                <c:pt idx="1921">
                  <c:v>0.43180014066410877</c:v>
                </c:pt>
                <c:pt idx="1922">
                  <c:v>0.43191732816694639</c:v>
                </c:pt>
                <c:pt idx="1923">
                  <c:v>0.43203126046137186</c:v>
                </c:pt>
                <c:pt idx="1924">
                  <c:v>0.43224610421657417</c:v>
                </c:pt>
                <c:pt idx="1925">
                  <c:v>0.43252279693160745</c:v>
                </c:pt>
                <c:pt idx="1926">
                  <c:v>0.43280600006346504</c:v>
                </c:pt>
                <c:pt idx="1927">
                  <c:v>0.43306641673643753</c:v>
                </c:pt>
                <c:pt idx="1928">
                  <c:v>0.43334636465988297</c:v>
                </c:pt>
                <c:pt idx="1929">
                  <c:v>0.43360027091603115</c:v>
                </c:pt>
                <c:pt idx="1930">
                  <c:v>0.43385092196376718</c:v>
                </c:pt>
                <c:pt idx="1931">
                  <c:v>0.43412761467880046</c:v>
                </c:pt>
                <c:pt idx="1932">
                  <c:v>0.43443034906113098</c:v>
                </c:pt>
                <c:pt idx="1933">
                  <c:v>0.43470704177616426</c:v>
                </c:pt>
                <c:pt idx="1934">
                  <c:v>0.43495769282390029</c:v>
                </c:pt>
                <c:pt idx="1935">
                  <c:v>0.43515951574545397</c:v>
                </c:pt>
                <c:pt idx="1936">
                  <c:v>0.43538738033430491</c:v>
                </c:pt>
                <c:pt idx="1937">
                  <c:v>0.43563152096521662</c:v>
                </c:pt>
                <c:pt idx="1938">
                  <c:v>0.43587891680454049</c:v>
                </c:pt>
                <c:pt idx="1939">
                  <c:v>0.43613607826910084</c:v>
                </c:pt>
                <c:pt idx="1940">
                  <c:v>0.43639649494207333</c:v>
                </c:pt>
                <c:pt idx="1941">
                  <c:v>0.4366438907813972</c:v>
                </c:pt>
                <c:pt idx="1942">
                  <c:v>0.43688152099548461</c:v>
                </c:pt>
                <c:pt idx="1943">
                  <c:v>0.43710938558433554</c:v>
                </c:pt>
                <c:pt idx="1944">
                  <c:v>0.43736980225730804</c:v>
                </c:pt>
                <c:pt idx="1945">
                  <c:v>0.43762370851345622</c:v>
                </c:pt>
                <c:pt idx="1946">
                  <c:v>0.43787761476960441</c:v>
                </c:pt>
                <c:pt idx="1947">
                  <c:v>0.43812175540051612</c:v>
                </c:pt>
                <c:pt idx="1948">
                  <c:v>0.43837566165666431</c:v>
                </c:pt>
                <c:pt idx="1949">
                  <c:v>0.43859050541186662</c:v>
                </c:pt>
                <c:pt idx="1950">
                  <c:v>0.43880209395865677</c:v>
                </c:pt>
                <c:pt idx="1951">
                  <c:v>0.43901693771385908</c:v>
                </c:pt>
                <c:pt idx="1952">
                  <c:v>0.4392903752204802</c:v>
                </c:pt>
                <c:pt idx="1953">
                  <c:v>0.43956381272710132</c:v>
                </c:pt>
                <c:pt idx="1954">
                  <c:v>0.4398405054421346</c:v>
                </c:pt>
                <c:pt idx="1955">
                  <c:v>0.44012045336558003</c:v>
                </c:pt>
                <c:pt idx="1956">
                  <c:v>0.44041342212267409</c:v>
                </c:pt>
                <c:pt idx="1957">
                  <c:v>0.44070639087976815</c:v>
                </c:pt>
                <c:pt idx="1958">
                  <c:v>0.44100912526209868</c:v>
                </c:pt>
                <c:pt idx="1959">
                  <c:v>0.44126303151824686</c:v>
                </c:pt>
                <c:pt idx="1960">
                  <c:v>0.44149740652392211</c:v>
                </c:pt>
                <c:pt idx="1961">
                  <c:v>0.44171876069594873</c:v>
                </c:pt>
                <c:pt idx="1962">
                  <c:v>0.44195313570162398</c:v>
                </c:pt>
                <c:pt idx="1963">
                  <c:v>0.44220378674936001</c:v>
                </c:pt>
                <c:pt idx="1964">
                  <c:v>0.44250326592327838</c:v>
                </c:pt>
                <c:pt idx="1965">
                  <c:v>0.44281576593084537</c:v>
                </c:pt>
                <c:pt idx="1966">
                  <c:v>0.44308920343746649</c:v>
                </c:pt>
                <c:pt idx="1967">
                  <c:v>0.44333334406837821</c:v>
                </c:pt>
                <c:pt idx="1968">
                  <c:v>0.44358399511611424</c:v>
                </c:pt>
                <c:pt idx="1969">
                  <c:v>0.44384441178908673</c:v>
                </c:pt>
                <c:pt idx="1970">
                  <c:v>0.44413087012935648</c:v>
                </c:pt>
                <c:pt idx="1971">
                  <c:v>0.44439128680232898</c:v>
                </c:pt>
                <c:pt idx="1972">
                  <c:v>0.44464193785006501</c:v>
                </c:pt>
                <c:pt idx="1973">
                  <c:v>0.44492839619033475</c:v>
                </c:pt>
                <c:pt idx="1974">
                  <c:v>0.44523764098948959</c:v>
                </c:pt>
                <c:pt idx="1975">
                  <c:v>0.44546876078675268</c:v>
                </c:pt>
                <c:pt idx="1976">
                  <c:v>0.44567058370830637</c:v>
                </c:pt>
                <c:pt idx="1977">
                  <c:v>0.44587566183827221</c:v>
                </c:pt>
                <c:pt idx="1978">
                  <c:v>0.44611980246918392</c:v>
                </c:pt>
                <c:pt idx="1979">
                  <c:v>0.44639975039262936</c:v>
                </c:pt>
                <c:pt idx="1980">
                  <c:v>0.4466862087328991</c:v>
                </c:pt>
                <c:pt idx="1981">
                  <c:v>0.44695313582269591</c:v>
                </c:pt>
                <c:pt idx="1982">
                  <c:v>0.44722006291249272</c:v>
                </c:pt>
                <c:pt idx="1983">
                  <c:v>0.44747722437705306</c:v>
                </c:pt>
                <c:pt idx="1984">
                  <c:v>0.44777019313414712</c:v>
                </c:pt>
                <c:pt idx="1985">
                  <c:v>0.44805990668282902</c:v>
                </c:pt>
                <c:pt idx="1986">
                  <c:v>0.44833008898103799</c:v>
                </c:pt>
                <c:pt idx="1987">
                  <c:v>0.44856446398671324</c:v>
                </c:pt>
                <c:pt idx="1988">
                  <c:v>0.44880860461762495</c:v>
                </c:pt>
                <c:pt idx="1989">
                  <c:v>0.44904949004012451</c:v>
                </c:pt>
                <c:pt idx="1990">
                  <c:v>0.44930665150468485</c:v>
                </c:pt>
                <c:pt idx="1991">
                  <c:v>0.4495703233860695</c:v>
                </c:pt>
                <c:pt idx="1992">
                  <c:v>0.44984376089269063</c:v>
                </c:pt>
                <c:pt idx="1993">
                  <c:v>0.4501725369423184</c:v>
                </c:pt>
                <c:pt idx="1994">
                  <c:v>0.45048829215829755</c:v>
                </c:pt>
                <c:pt idx="1995">
                  <c:v>0.45070639112191202</c:v>
                </c:pt>
                <c:pt idx="1996">
                  <c:v>0.45092449008552649</c:v>
                </c:pt>
                <c:pt idx="1997">
                  <c:v>0.45118165155008683</c:v>
                </c:pt>
                <c:pt idx="1998">
                  <c:v>0.45144532343147148</c:v>
                </c:pt>
                <c:pt idx="1999">
                  <c:v>0.45168946406238319</c:v>
                </c:pt>
                <c:pt idx="2000">
                  <c:v>0.45196615677741647</c:v>
                </c:pt>
                <c:pt idx="2001">
                  <c:v>0.45223633907562544</c:v>
                </c:pt>
                <c:pt idx="2002">
                  <c:v>0.45249024533177362</c:v>
                </c:pt>
                <c:pt idx="2003">
                  <c:v>0.45274415158792181</c:v>
                </c:pt>
                <c:pt idx="2004">
                  <c:v>0.45301107867771861</c:v>
                </c:pt>
                <c:pt idx="2005">
                  <c:v>0.45328126097592758</c:v>
                </c:pt>
                <c:pt idx="2006">
                  <c:v>0.45356446410778517</c:v>
                </c:pt>
                <c:pt idx="2007">
                  <c:v>0.45384115682281845</c:v>
                </c:pt>
                <c:pt idx="2008">
                  <c:v>0.45409831828737879</c:v>
                </c:pt>
                <c:pt idx="2009">
                  <c:v>0.45432943808464188</c:v>
                </c:pt>
                <c:pt idx="2010">
                  <c:v>0.45456381309031713</c:v>
                </c:pt>
                <c:pt idx="2011">
                  <c:v>0.45482748497170178</c:v>
                </c:pt>
                <c:pt idx="2012">
                  <c:v>0.45513021935403231</c:v>
                </c:pt>
                <c:pt idx="2013">
                  <c:v>0.45541993290271421</c:v>
                </c:pt>
                <c:pt idx="2014">
                  <c:v>0.45569988082615964</c:v>
                </c:pt>
                <c:pt idx="2015">
                  <c:v>0.45593425583183489</c:v>
                </c:pt>
                <c:pt idx="2016">
                  <c:v>0.45616537562909798</c:v>
                </c:pt>
                <c:pt idx="2017">
                  <c:v>0.45639975063477323</c:v>
                </c:pt>
                <c:pt idx="2018">
                  <c:v>0.4566764433498065</c:v>
                </c:pt>
                <c:pt idx="2019">
                  <c:v>0.45693360481436684</c:v>
                </c:pt>
                <c:pt idx="2020">
                  <c:v>0.45721029752940012</c:v>
                </c:pt>
                <c:pt idx="2021">
                  <c:v>0.45749024545284556</c:v>
                </c:pt>
                <c:pt idx="2022">
                  <c:v>0.45777019337629099</c:v>
                </c:pt>
                <c:pt idx="2023">
                  <c:v>0.45804688609132427</c:v>
                </c:pt>
                <c:pt idx="2024">
                  <c:v>0.45838217255777636</c:v>
                </c:pt>
                <c:pt idx="2025">
                  <c:v>0.45872722464946492</c:v>
                </c:pt>
                <c:pt idx="2026">
                  <c:v>0.45901693819814682</c:v>
                </c:pt>
                <c:pt idx="2027">
                  <c:v>0.45925782362064638</c:v>
                </c:pt>
                <c:pt idx="2028">
                  <c:v>0.45950196425155809</c:v>
                </c:pt>
                <c:pt idx="2029">
                  <c:v>0.45975912571611843</c:v>
                </c:pt>
                <c:pt idx="2030">
                  <c:v>0.46004883926480034</c:v>
                </c:pt>
                <c:pt idx="2031">
                  <c:v>0.46039063614807674</c:v>
                </c:pt>
                <c:pt idx="2032">
                  <c:v>0.46070313615564373</c:v>
                </c:pt>
                <c:pt idx="2033">
                  <c:v>0.46096355282861623</c:v>
                </c:pt>
                <c:pt idx="2034">
                  <c:v>0.46121420387635226</c:v>
                </c:pt>
                <c:pt idx="2035">
                  <c:v>0.46146159971567613</c:v>
                </c:pt>
                <c:pt idx="2036">
                  <c:v>0.46171225076341216</c:v>
                </c:pt>
                <c:pt idx="2037">
                  <c:v>0.46199545389526975</c:v>
                </c:pt>
                <c:pt idx="2038">
                  <c:v>0.46232422994489752</c:v>
                </c:pt>
                <c:pt idx="2039">
                  <c:v>0.4626237091188159</c:v>
                </c:pt>
                <c:pt idx="2040">
                  <c:v>0.46288087058337624</c:v>
                </c:pt>
                <c:pt idx="2041">
                  <c:v>0.46315756329840951</c:v>
                </c:pt>
                <c:pt idx="2042">
                  <c:v>0.46344402163867926</c:v>
                </c:pt>
                <c:pt idx="2043">
                  <c:v>0.4637011831032396</c:v>
                </c:pt>
                <c:pt idx="2044">
                  <c:v>0.4639908966519215</c:v>
                </c:pt>
                <c:pt idx="2045">
                  <c:v>0.46431316228472497</c:v>
                </c:pt>
                <c:pt idx="2046">
                  <c:v>0.46464193833435274</c:v>
                </c:pt>
                <c:pt idx="2047">
                  <c:v>0.4649349070914468</c:v>
                </c:pt>
                <c:pt idx="2048">
                  <c:v>0.46519857897283146</c:v>
                </c:pt>
                <c:pt idx="2049">
                  <c:v>0.46546550606262826</c:v>
                </c:pt>
                <c:pt idx="2050">
                  <c:v>0.46574870919448585</c:v>
                </c:pt>
                <c:pt idx="2051">
                  <c:v>0.46608074045252579</c:v>
                </c:pt>
                <c:pt idx="2052">
                  <c:v>0.46643555816945081</c:v>
                </c:pt>
                <c:pt idx="2053">
                  <c:v>0.46673503734336919</c:v>
                </c:pt>
                <c:pt idx="2054">
                  <c:v>0.46704102693411187</c:v>
                </c:pt>
                <c:pt idx="2055">
                  <c:v>0.46735027173326671</c:v>
                </c:pt>
                <c:pt idx="2056">
                  <c:v>0.4676627717408337</c:v>
                </c:pt>
                <c:pt idx="2057">
                  <c:v>0.46795574049792776</c:v>
                </c:pt>
                <c:pt idx="2058">
                  <c:v>0.46825847488025829</c:v>
                </c:pt>
                <c:pt idx="2059">
                  <c:v>0.46854493322052804</c:v>
                </c:pt>
                <c:pt idx="2060">
                  <c:v>0.46886394364491935</c:v>
                </c:pt>
                <c:pt idx="2061">
                  <c:v>0.46919597490295928</c:v>
                </c:pt>
                <c:pt idx="2062">
                  <c:v>0.46955404782829646</c:v>
                </c:pt>
                <c:pt idx="2063">
                  <c:v>0.46988607908633639</c:v>
                </c:pt>
                <c:pt idx="2064">
                  <c:v>0.47018881346866692</c:v>
                </c:pt>
                <c:pt idx="2065">
                  <c:v>0.47045899576687589</c:v>
                </c:pt>
                <c:pt idx="2066">
                  <c:v>0.47074870931555779</c:v>
                </c:pt>
                <c:pt idx="2067">
                  <c:v>0.4710677197399491</c:v>
                </c:pt>
                <c:pt idx="2068">
                  <c:v>0.4714095166232255</c:v>
                </c:pt>
                <c:pt idx="2069">
                  <c:v>0.47173178225602896</c:v>
                </c:pt>
                <c:pt idx="2070">
                  <c:v>0.47203126142994734</c:v>
                </c:pt>
                <c:pt idx="2071">
                  <c:v>0.47229818851974414</c:v>
                </c:pt>
                <c:pt idx="2072">
                  <c:v>0.47258464686001389</c:v>
                </c:pt>
                <c:pt idx="2073">
                  <c:v>0.47292969895170245</c:v>
                </c:pt>
                <c:pt idx="2074">
                  <c:v>0.47332357916957335</c:v>
                </c:pt>
                <c:pt idx="2075">
                  <c:v>0.47363282396872819</c:v>
                </c:pt>
                <c:pt idx="2076">
                  <c:v>0.47393230314264656</c:v>
                </c:pt>
                <c:pt idx="2077">
                  <c:v>0.47421876148291631</c:v>
                </c:pt>
                <c:pt idx="2078">
                  <c:v>0.47450521982318605</c:v>
                </c:pt>
                <c:pt idx="2079">
                  <c:v>0.4747916781634558</c:v>
                </c:pt>
                <c:pt idx="2080">
                  <c:v>0.47512370942149573</c:v>
                </c:pt>
                <c:pt idx="2081">
                  <c:v>0.47546550630477213</c:v>
                </c:pt>
                <c:pt idx="2082">
                  <c:v>0.47583660006375794</c:v>
                </c:pt>
                <c:pt idx="2083">
                  <c:v>0.47616212090497356</c:v>
                </c:pt>
                <c:pt idx="2084">
                  <c:v>0.47648764174618918</c:v>
                </c:pt>
                <c:pt idx="2085">
                  <c:v>0.47679363133693187</c:v>
                </c:pt>
                <c:pt idx="2086">
                  <c:v>0.47707032405196514</c:v>
                </c:pt>
                <c:pt idx="2087">
                  <c:v>0.47736654801747136</c:v>
                </c:pt>
                <c:pt idx="2088">
                  <c:v>0.47772136573439639</c:v>
                </c:pt>
                <c:pt idx="2089">
                  <c:v>0.47803061053355123</c:v>
                </c:pt>
                <c:pt idx="2090">
                  <c:v>0.47833334491588175</c:v>
                </c:pt>
                <c:pt idx="2091">
                  <c:v>0.47866212096550953</c:v>
                </c:pt>
                <c:pt idx="2092">
                  <c:v>0.47900066264037378</c:v>
                </c:pt>
                <c:pt idx="2093">
                  <c:v>0.4793261834815894</c:v>
                </c:pt>
                <c:pt idx="2094">
                  <c:v>0.47965495953121717</c:v>
                </c:pt>
                <c:pt idx="2095">
                  <c:v>0.48000326683131789</c:v>
                </c:pt>
                <c:pt idx="2096">
                  <c:v>0.48031902204729704</c:v>
                </c:pt>
                <c:pt idx="2097">
                  <c:v>0.48061524601280325</c:v>
                </c:pt>
                <c:pt idx="2098">
                  <c:v>0.48093425643719456</c:v>
                </c:pt>
                <c:pt idx="2099">
                  <c:v>0.48124675644476156</c:v>
                </c:pt>
                <c:pt idx="2100">
                  <c:v>0.4816373814542203</c:v>
                </c:pt>
                <c:pt idx="2101">
                  <c:v>0.48204753771415199</c:v>
                </c:pt>
                <c:pt idx="2102">
                  <c:v>0.48240561063948917</c:v>
                </c:pt>
                <c:pt idx="2103">
                  <c:v>0.48269532418817107</c:v>
                </c:pt>
                <c:pt idx="2104">
                  <c:v>0.48297201690320435</c:v>
                </c:pt>
                <c:pt idx="2105">
                  <c:v>0.48329753774441997</c:v>
                </c:pt>
                <c:pt idx="2106">
                  <c:v>0.48366537629499362</c:v>
                </c:pt>
                <c:pt idx="2107">
                  <c:v>0.48398438671938493</c:v>
                </c:pt>
                <c:pt idx="2108">
                  <c:v>0.48429363151853977</c:v>
                </c:pt>
                <c:pt idx="2109">
                  <c:v>0.48457683465039736</c:v>
                </c:pt>
                <c:pt idx="2110">
                  <c:v>0.48484701694860632</c:v>
                </c:pt>
                <c:pt idx="2111">
                  <c:v>0.48514975133093685</c:v>
                </c:pt>
                <c:pt idx="2112">
                  <c:v>0.48552084508992266</c:v>
                </c:pt>
                <c:pt idx="2113">
                  <c:v>0.48586589718161122</c:v>
                </c:pt>
                <c:pt idx="2114">
                  <c:v>0.48621745969012409</c:v>
                </c:pt>
                <c:pt idx="2115">
                  <c:v>0.48655925657340049</c:v>
                </c:pt>
                <c:pt idx="2116">
                  <c:v>0.48688803262302827</c:v>
                </c:pt>
                <c:pt idx="2117">
                  <c:v>0.48717774617171017</c:v>
                </c:pt>
                <c:pt idx="2118">
                  <c:v>0.48748373576245285</c:v>
                </c:pt>
                <c:pt idx="2119">
                  <c:v>0.48779298056160769</c:v>
                </c:pt>
                <c:pt idx="2120">
                  <c:v>0.48809571494393822</c:v>
                </c:pt>
                <c:pt idx="2121">
                  <c:v>0.48841472536832953</c:v>
                </c:pt>
                <c:pt idx="2122">
                  <c:v>0.48876954308525455</c:v>
                </c:pt>
                <c:pt idx="2123">
                  <c:v>0.48907878788440939</c:v>
                </c:pt>
                <c:pt idx="2124">
                  <c:v>0.48937501184991561</c:v>
                </c:pt>
                <c:pt idx="2125">
                  <c:v>0.48972331915001632</c:v>
                </c:pt>
                <c:pt idx="2126">
                  <c:v>0.4901041785342386</c:v>
                </c:pt>
                <c:pt idx="2127">
                  <c:v>0.49043295458386638</c:v>
                </c:pt>
                <c:pt idx="2128">
                  <c:v>0.49074219938302122</c:v>
                </c:pt>
                <c:pt idx="2129">
                  <c:v>0.49107748584947331</c:v>
                </c:pt>
                <c:pt idx="2130">
                  <c:v>0.49141928273274971</c:v>
                </c:pt>
                <c:pt idx="2131">
                  <c:v>0.49172852753190455</c:v>
                </c:pt>
                <c:pt idx="2132">
                  <c:v>0.49203777233105939</c:v>
                </c:pt>
                <c:pt idx="2133">
                  <c:v>0.49236654838068716</c:v>
                </c:pt>
                <c:pt idx="2134">
                  <c:v>0.49267904838825416</c:v>
                </c:pt>
                <c:pt idx="2135">
                  <c:v>0.49300131402105762</c:v>
                </c:pt>
                <c:pt idx="2136">
                  <c:v>0.49333334527909756</c:v>
                </c:pt>
                <c:pt idx="2137">
                  <c:v>0.49363933486984024</c:v>
                </c:pt>
                <c:pt idx="2138">
                  <c:v>0.49401042862882605</c:v>
                </c:pt>
                <c:pt idx="2139">
                  <c:v>0.49435222551210245</c:v>
                </c:pt>
                <c:pt idx="2140">
                  <c:v>0.49464844947760866</c:v>
                </c:pt>
                <c:pt idx="2141">
                  <c:v>0.49491863177581763</c:v>
                </c:pt>
                <c:pt idx="2142">
                  <c:v>0.49522787657497247</c:v>
                </c:pt>
                <c:pt idx="2143">
                  <c:v>0.49556641824983672</c:v>
                </c:pt>
                <c:pt idx="2144">
                  <c:v>0.49596029846770762</c:v>
                </c:pt>
                <c:pt idx="2145">
                  <c:v>0.49635092347716636</c:v>
                </c:pt>
                <c:pt idx="2146">
                  <c:v>0.49669923077726708</c:v>
                </c:pt>
                <c:pt idx="2147">
                  <c:v>0.49698894432594898</c:v>
                </c:pt>
                <c:pt idx="2148">
                  <c:v>0.49727214745780657</c:v>
                </c:pt>
                <c:pt idx="2149">
                  <c:v>0.49756511621490063</c:v>
                </c:pt>
                <c:pt idx="2150">
                  <c:v>0.49790691309817703</c:v>
                </c:pt>
                <c:pt idx="2151">
                  <c:v>0.4982877724823993</c:v>
                </c:pt>
                <c:pt idx="2152">
                  <c:v>0.49867514228344589</c:v>
                </c:pt>
                <c:pt idx="2153">
                  <c:v>0.4990462360424317</c:v>
                </c:pt>
                <c:pt idx="2154">
                  <c:v>0.4993880329257081</c:v>
                </c:pt>
                <c:pt idx="2155">
                  <c:v>0.49960287668091041</c:v>
                </c:pt>
                <c:pt idx="2156">
                  <c:v>0.49974936105945744</c:v>
                </c:pt>
                <c:pt idx="2157">
                  <c:v>0.4999381631473625</c:v>
                </c:pt>
                <c:pt idx="2158">
                  <c:v>0.50026042878016597</c:v>
                </c:pt>
                <c:pt idx="2159">
                  <c:v>0.50073243399992862</c:v>
                </c:pt>
                <c:pt idx="2160">
                  <c:v>0.50121094963651558</c:v>
                </c:pt>
                <c:pt idx="2161">
                  <c:v>0.5015885538123257</c:v>
                </c:pt>
                <c:pt idx="2162">
                  <c:v>0.5019824340301966</c:v>
                </c:pt>
                <c:pt idx="2163">
                  <c:v>0.50235027258077025</c:v>
                </c:pt>
                <c:pt idx="2164">
                  <c:v>0.50269206946404665</c:v>
                </c:pt>
                <c:pt idx="2165">
                  <c:v>0.50302410072208659</c:v>
                </c:pt>
                <c:pt idx="2166">
                  <c:v>0.50337891843901161</c:v>
                </c:pt>
                <c:pt idx="2167">
                  <c:v>0.50372397053070017</c:v>
                </c:pt>
                <c:pt idx="2168">
                  <c:v>0.50398438720367267</c:v>
                </c:pt>
                <c:pt idx="2169">
                  <c:v>0.50417644449998988</c:v>
                </c:pt>
                <c:pt idx="2170">
                  <c:v>0.50440105388042866</c:v>
                </c:pt>
                <c:pt idx="2171">
                  <c:v>0.50479493409829956</c:v>
                </c:pt>
                <c:pt idx="2172">
                  <c:v>0.50529298098535946</c:v>
                </c:pt>
                <c:pt idx="2173">
                  <c:v>0.50573568932941271</c:v>
                </c:pt>
                <c:pt idx="2174">
                  <c:v>0.50610678308839852</c:v>
                </c:pt>
                <c:pt idx="2175">
                  <c:v>0.50641602788755335</c:v>
                </c:pt>
                <c:pt idx="2176">
                  <c:v>0.50678061122971485</c:v>
                </c:pt>
                <c:pt idx="2177">
                  <c:v>0.50718425707282222</c:v>
                </c:pt>
                <c:pt idx="2178">
                  <c:v>0.50752605395609862</c:v>
                </c:pt>
                <c:pt idx="2179">
                  <c:v>0.50781902271319268</c:v>
                </c:pt>
                <c:pt idx="2180">
                  <c:v>0.50818035084694202</c:v>
                </c:pt>
                <c:pt idx="2181">
                  <c:v>0.50863608002464389</c:v>
                </c:pt>
                <c:pt idx="2182">
                  <c:v>0.50911459566123085</c:v>
                </c:pt>
                <c:pt idx="2183">
                  <c:v>0.50954102796322331</c:v>
                </c:pt>
                <c:pt idx="2184">
                  <c:v>0.50989259047173618</c:v>
                </c:pt>
                <c:pt idx="2185">
                  <c:v>0.5101367311026479</c:v>
                </c:pt>
                <c:pt idx="2186">
                  <c:v>0.51046550715227568</c:v>
                </c:pt>
                <c:pt idx="2187">
                  <c:v>0.51096029883092342</c:v>
                </c:pt>
                <c:pt idx="2188">
                  <c:v>0.51149740821892919</c:v>
                </c:pt>
                <c:pt idx="2189">
                  <c:v>0.51190756447886088</c:v>
                </c:pt>
                <c:pt idx="2190">
                  <c:v>0.51226889261261022</c:v>
                </c:pt>
                <c:pt idx="2191">
                  <c:v>0.51263022074635956</c:v>
                </c:pt>
                <c:pt idx="2192">
                  <c:v>0.51298503846328458</c:v>
                </c:pt>
                <c:pt idx="2193">
                  <c:v>0.51332358013814883</c:v>
                </c:pt>
                <c:pt idx="2194">
                  <c:v>0.51363282493730367</c:v>
                </c:pt>
                <c:pt idx="2195">
                  <c:v>0.51390300723551263</c:v>
                </c:pt>
                <c:pt idx="2196">
                  <c:v>0.51417969995054591</c:v>
                </c:pt>
                <c:pt idx="2197">
                  <c:v>0.51446941349922781</c:v>
                </c:pt>
                <c:pt idx="2198">
                  <c:v>0.51483399684138931</c:v>
                </c:pt>
                <c:pt idx="2199">
                  <c:v>0.51530600206115196</c:v>
                </c:pt>
                <c:pt idx="2200">
                  <c:v>0.51589193957534007</c:v>
                </c:pt>
                <c:pt idx="2201">
                  <c:v>0.5164030072960486</c:v>
                </c:pt>
                <c:pt idx="2202">
                  <c:v>0.5167968875139195</c:v>
                </c:pt>
                <c:pt idx="2203">
                  <c:v>0.51707358022895278</c:v>
                </c:pt>
                <c:pt idx="2204">
                  <c:v>0.51731772085986449</c:v>
                </c:pt>
                <c:pt idx="2205">
                  <c:v>0.51767579378520168</c:v>
                </c:pt>
                <c:pt idx="2206">
                  <c:v>0.51810222608719414</c:v>
                </c:pt>
                <c:pt idx="2207">
                  <c:v>0.51846355422094348</c:v>
                </c:pt>
                <c:pt idx="2208">
                  <c:v>0.51880860631263204</c:v>
                </c:pt>
                <c:pt idx="2209">
                  <c:v>0.51917970007161784</c:v>
                </c:pt>
                <c:pt idx="2210">
                  <c:v>0.51974610633533302</c:v>
                </c:pt>
                <c:pt idx="2211">
                  <c:v>0.52027670530651449</c:v>
                </c:pt>
                <c:pt idx="2212">
                  <c:v>0.52069011677485832</c:v>
                </c:pt>
                <c:pt idx="2213">
                  <c:v>0.52100912719924963</c:v>
                </c:pt>
                <c:pt idx="2214">
                  <c:v>0.52132813762364094</c:v>
                </c:pt>
                <c:pt idx="2215">
                  <c:v>0.52173178346674831</c:v>
                </c:pt>
                <c:pt idx="2216">
                  <c:v>0.52213542930985568</c:v>
                </c:pt>
                <c:pt idx="2217">
                  <c:v>0.52241863244171327</c:v>
                </c:pt>
                <c:pt idx="2218">
                  <c:v>0.52265951786421283</c:v>
                </c:pt>
                <c:pt idx="2219">
                  <c:v>0.52288087203623945</c:v>
                </c:pt>
                <c:pt idx="2220">
                  <c:v>0.52313803350079979</c:v>
                </c:pt>
                <c:pt idx="2221">
                  <c:v>0.5235091272597856</c:v>
                </c:pt>
                <c:pt idx="2222">
                  <c:v>0.5239257939365416</c:v>
                </c:pt>
                <c:pt idx="2223">
                  <c:v>0.52431641894600034</c:v>
                </c:pt>
                <c:pt idx="2224">
                  <c:v>0.52477214812370221</c:v>
                </c:pt>
                <c:pt idx="2225">
                  <c:v>0.52526042938552564</c:v>
                </c:pt>
                <c:pt idx="2226">
                  <c:v>0.52566407522863301</c:v>
                </c:pt>
                <c:pt idx="2227">
                  <c:v>0.52593100231842982</c:v>
                </c:pt>
                <c:pt idx="2228">
                  <c:v>0.52619467419981447</c:v>
                </c:pt>
                <c:pt idx="2229">
                  <c:v>0.52661785129339478</c:v>
                </c:pt>
                <c:pt idx="2230">
                  <c:v>0.52716472630663702</c:v>
                </c:pt>
                <c:pt idx="2231">
                  <c:v>0.52763347631798752</c:v>
                </c:pt>
                <c:pt idx="2232">
                  <c:v>0.52799480445173685</c:v>
                </c:pt>
                <c:pt idx="2233">
                  <c:v>0.52825196591629719</c:v>
                </c:pt>
                <c:pt idx="2234">
                  <c:v>0.52845704404626304</c:v>
                </c:pt>
                <c:pt idx="2235">
                  <c:v>0.5286979294687626</c:v>
                </c:pt>
                <c:pt idx="2236">
                  <c:v>0.52904949197727547</c:v>
                </c:pt>
                <c:pt idx="2237">
                  <c:v>0.52944662740355852</c:v>
                </c:pt>
                <c:pt idx="2238">
                  <c:v>0.52981121074572002</c:v>
                </c:pt>
                <c:pt idx="2239">
                  <c:v>0.53017579408788151</c:v>
                </c:pt>
                <c:pt idx="2240">
                  <c:v>0.53061199201511045</c:v>
                </c:pt>
                <c:pt idx="2241">
                  <c:v>0.53101563785821781</c:v>
                </c:pt>
                <c:pt idx="2242">
                  <c:v>0.53133464828260912</c:v>
                </c:pt>
                <c:pt idx="2243">
                  <c:v>0.53154298162098712</c:v>
                </c:pt>
                <c:pt idx="2244">
                  <c:v>0.53178386704348668</c:v>
                </c:pt>
                <c:pt idx="2245">
                  <c:v>0.53224936184642502</c:v>
                </c:pt>
                <c:pt idx="2246">
                  <c:v>0.53286459623632254</c:v>
                </c:pt>
                <c:pt idx="2247">
                  <c:v>0.53337566395703107</c:v>
                </c:pt>
                <c:pt idx="2248">
                  <c:v>0.53375326813284119</c:v>
                </c:pt>
                <c:pt idx="2249">
                  <c:v>0.53405600251517171</c:v>
                </c:pt>
                <c:pt idx="2250">
                  <c:v>0.53446941398351555</c:v>
                </c:pt>
                <c:pt idx="2251">
                  <c:v>0.53493490878645389</c:v>
                </c:pt>
                <c:pt idx="2252">
                  <c:v>0.53527670566973029</c:v>
                </c:pt>
                <c:pt idx="2253">
                  <c:v>0.53552410150905416</c:v>
                </c:pt>
                <c:pt idx="2254">
                  <c:v>0.53582683589138469</c:v>
                </c:pt>
                <c:pt idx="2255">
                  <c:v>0.53623373694290422</c:v>
                </c:pt>
                <c:pt idx="2256">
                  <c:v>0.53680990883185586</c:v>
                </c:pt>
                <c:pt idx="2257">
                  <c:v>0.53732097655256439</c:v>
                </c:pt>
                <c:pt idx="2258">
                  <c:v>0.53770834635361098</c:v>
                </c:pt>
                <c:pt idx="2259">
                  <c:v>0.53793946615087407</c:v>
                </c:pt>
                <c:pt idx="2260">
                  <c:v>0.53811199219671835</c:v>
                </c:pt>
                <c:pt idx="2261">
                  <c:v>0.53835287761921791</c:v>
                </c:pt>
                <c:pt idx="2262">
                  <c:v>0.53882488283898056</c:v>
                </c:pt>
                <c:pt idx="2263">
                  <c:v>0.53925457034938518</c:v>
                </c:pt>
                <c:pt idx="2264">
                  <c:v>0.53959962244107373</c:v>
                </c:pt>
                <c:pt idx="2265">
                  <c:v>0.53993165369911367</c:v>
                </c:pt>
                <c:pt idx="2266">
                  <c:v>0.54038412766840338</c:v>
                </c:pt>
                <c:pt idx="2267">
                  <c:v>0.54085938809657819</c:v>
                </c:pt>
                <c:pt idx="2268">
                  <c:v>0.54119792977144243</c:v>
                </c:pt>
                <c:pt idx="2269">
                  <c:v>0.54142253915188121</c:v>
                </c:pt>
                <c:pt idx="2270">
                  <c:v>0.54168295582485371</c:v>
                </c:pt>
                <c:pt idx="2271">
                  <c:v>0.54202149749971795</c:v>
                </c:pt>
                <c:pt idx="2272">
                  <c:v>0.54243490896806179</c:v>
                </c:pt>
                <c:pt idx="2273">
                  <c:v>0.54278647147657466</c:v>
                </c:pt>
                <c:pt idx="2274">
                  <c:v>0.54304688814954716</c:v>
                </c:pt>
                <c:pt idx="2275">
                  <c:v>0.543251966279513</c:v>
                </c:pt>
                <c:pt idx="2276">
                  <c:v>0.54344076836741806</c:v>
                </c:pt>
                <c:pt idx="2277">
                  <c:v>0.54374350274974859</c:v>
                </c:pt>
                <c:pt idx="2278">
                  <c:v>0.54430339859663945</c:v>
                </c:pt>
                <c:pt idx="2279">
                  <c:v>0.54491863298653698</c:v>
                </c:pt>
                <c:pt idx="2280">
                  <c:v>0.54543295591565766</c:v>
                </c:pt>
                <c:pt idx="2281">
                  <c:v>0.54572917988116387</c:v>
                </c:pt>
                <c:pt idx="2282">
                  <c:v>0.54589519551018384</c:v>
                </c:pt>
                <c:pt idx="2283">
                  <c:v>0.54602540384667009</c:v>
                </c:pt>
                <c:pt idx="2284">
                  <c:v>0.54625001322710887</c:v>
                </c:pt>
                <c:pt idx="2285">
                  <c:v>0.5466862111543378</c:v>
                </c:pt>
                <c:pt idx="2286">
                  <c:v>0.54722006533393142</c:v>
                </c:pt>
                <c:pt idx="2287">
                  <c:v>0.54765300805274819</c:v>
                </c:pt>
                <c:pt idx="2288">
                  <c:v>0.54799806014443675</c:v>
                </c:pt>
                <c:pt idx="2289">
                  <c:v>0.54834636744453746</c:v>
                </c:pt>
                <c:pt idx="2290">
                  <c:v>0.54880860703906365</c:v>
                </c:pt>
                <c:pt idx="2291">
                  <c:v>0.54927410184200198</c:v>
                </c:pt>
                <c:pt idx="2292">
                  <c:v>0.54967123726828504</c:v>
                </c:pt>
                <c:pt idx="2293">
                  <c:v>0.54998373727585204</c:v>
                </c:pt>
                <c:pt idx="2294">
                  <c:v>0.55033529978436491</c:v>
                </c:pt>
                <c:pt idx="2295">
                  <c:v>0.55080730500412756</c:v>
                </c:pt>
                <c:pt idx="2296">
                  <c:v>0.55139649772672783</c:v>
                </c:pt>
                <c:pt idx="2297">
                  <c:v>0.55194988315679439</c:v>
                </c:pt>
                <c:pt idx="2298">
                  <c:v>0.55245769566909075</c:v>
                </c:pt>
                <c:pt idx="2299">
                  <c:v>0.55295899776456281</c:v>
                </c:pt>
                <c:pt idx="2300">
                  <c:v>0.5535839977796968</c:v>
                </c:pt>
                <c:pt idx="2301">
                  <c:v>0.55419923216959432</c:v>
                </c:pt>
                <c:pt idx="2302">
                  <c:v>0.55469076863982991</c:v>
                </c:pt>
                <c:pt idx="2303">
                  <c:v>0.55508139364928866</c:v>
                </c:pt>
                <c:pt idx="2304">
                  <c:v>0.55547852907557171</c:v>
                </c:pt>
                <c:pt idx="2305">
                  <c:v>0.55584962283455752</c:v>
                </c:pt>
                <c:pt idx="2306">
                  <c:v>0.55630209680384723</c:v>
                </c:pt>
                <c:pt idx="2307">
                  <c:v>0.55694011765262985</c:v>
                </c:pt>
                <c:pt idx="2308">
                  <c:v>0.55755209683411522</c:v>
                </c:pt>
                <c:pt idx="2309">
                  <c:v>0.55800782601181709</c:v>
                </c:pt>
                <c:pt idx="2310">
                  <c:v>0.5586458468605997</c:v>
                </c:pt>
                <c:pt idx="2311">
                  <c:v>0.55939128958698348</c:v>
                </c:pt>
                <c:pt idx="2312">
                  <c:v>0.55996095105911081</c:v>
                </c:pt>
                <c:pt idx="2313">
                  <c:v>0.56033530002650878</c:v>
                </c:pt>
                <c:pt idx="2314">
                  <c:v>0.56070313857708243</c:v>
                </c:pt>
                <c:pt idx="2315">
                  <c:v>0.56138673234363523</c:v>
                </c:pt>
                <c:pt idx="2316">
                  <c:v>0.56223959694762016</c:v>
                </c:pt>
                <c:pt idx="2317">
                  <c:v>0.56298829488241608</c:v>
                </c:pt>
                <c:pt idx="2318">
                  <c:v>0.56406576886683979</c:v>
                </c:pt>
                <c:pt idx="2319">
                  <c:v>0.56517905014379721</c:v>
                </c:pt>
                <c:pt idx="2320">
                  <c:v>0.5659082168281202</c:v>
                </c:pt>
                <c:pt idx="2321">
                  <c:v>0.56635092517217345</c:v>
                </c:pt>
                <c:pt idx="2322">
                  <c:v>0.56679037830781454</c:v>
                </c:pt>
                <c:pt idx="2323">
                  <c:v>0.56743490957342146</c:v>
                </c:pt>
                <c:pt idx="2324">
                  <c:v>0.56909181065520897</c:v>
                </c:pt>
                <c:pt idx="2325">
                  <c:v>0.5705468888154428</c:v>
                </c:pt>
                <c:pt idx="2326">
                  <c:v>0.57132162841753598</c:v>
                </c:pt>
                <c:pt idx="2327">
                  <c:v>0.57167319092604885</c:v>
                </c:pt>
                <c:pt idx="2328">
                  <c:v>0.57210613364486562</c:v>
                </c:pt>
                <c:pt idx="2329">
                  <c:v>0.57329753992371479</c:v>
                </c:pt>
                <c:pt idx="2330">
                  <c:v>0.57457032641286787</c:v>
                </c:pt>
                <c:pt idx="2331">
                  <c:v>0.57528647226354224</c:v>
                </c:pt>
                <c:pt idx="2332">
                  <c:v>0.57568035248141314</c:v>
                </c:pt>
                <c:pt idx="2333">
                  <c:v>0.57611655040864207</c:v>
                </c:pt>
                <c:pt idx="2334">
                  <c:v>0.57767254002965274</c:v>
                </c:pt>
                <c:pt idx="2335">
                  <c:v>0.57925457131796065</c:v>
                </c:pt>
                <c:pt idx="2336">
                  <c:v>0.5802246234247832</c:v>
                </c:pt>
                <c:pt idx="2337">
                  <c:v>0.5806933734361337</c:v>
                </c:pt>
                <c:pt idx="2338">
                  <c:v>0.58109050886241675</c:v>
                </c:pt>
                <c:pt idx="2339">
                  <c:v>0.58240886826934002</c:v>
                </c:pt>
                <c:pt idx="2340">
                  <c:v>0.58377605580244563</c:v>
                </c:pt>
                <c:pt idx="2341">
                  <c:v>0.5844987120699443</c:v>
                </c:pt>
                <c:pt idx="2342">
                  <c:v>0.5849674620812948</c:v>
                </c:pt>
                <c:pt idx="2343">
                  <c:v>0.58533530063186845</c:v>
                </c:pt>
                <c:pt idx="2344">
                  <c:v>0.5864908996181839</c:v>
                </c:pt>
                <c:pt idx="2345">
                  <c:v>0.58784832152605304</c:v>
                </c:pt>
                <c:pt idx="2346">
                  <c:v>0.58865235800385562</c:v>
                </c:pt>
                <c:pt idx="2347">
                  <c:v>0.58906251426378731</c:v>
                </c:pt>
                <c:pt idx="2348">
                  <c:v>0.58953777469196211</c:v>
                </c:pt>
                <c:pt idx="2349">
                  <c:v>0.59066733201098032</c:v>
                </c:pt>
                <c:pt idx="2350">
                  <c:v>0.59163087370097855</c:v>
                </c:pt>
                <c:pt idx="2351">
                  <c:v>0.59209636850391689</c:v>
                </c:pt>
                <c:pt idx="2352">
                  <c:v>0.59244467580401761</c:v>
                </c:pt>
                <c:pt idx="2353">
                  <c:v>0.59322918103134725</c:v>
                </c:pt>
                <c:pt idx="2354">
                  <c:v>0.59435873835036546</c:v>
                </c:pt>
                <c:pt idx="2355">
                  <c:v>0.5950390769085061</c:v>
                </c:pt>
                <c:pt idx="2356">
                  <c:v>0.59542970191796485</c:v>
                </c:pt>
                <c:pt idx="2357">
                  <c:v>0.59590496234613965</c:v>
                </c:pt>
                <c:pt idx="2358">
                  <c:v>0.59708009258292805</c:v>
                </c:pt>
                <c:pt idx="2359">
                  <c:v>0.59801433739721688</c:v>
                </c:pt>
                <c:pt idx="2360">
                  <c:v>0.59855795720204696</c:v>
                </c:pt>
                <c:pt idx="2361">
                  <c:v>0.5989941551292759</c:v>
                </c:pt>
                <c:pt idx="2362">
                  <c:v>0.60016928536606429</c:v>
                </c:pt>
                <c:pt idx="2363">
                  <c:v>0.6011718895570084</c:v>
                </c:pt>
                <c:pt idx="2364">
                  <c:v>0.60176433748802083</c:v>
                </c:pt>
                <c:pt idx="2365">
                  <c:v>0.60222983229095917</c:v>
                </c:pt>
                <c:pt idx="2366">
                  <c:v>0.60319662918936956</c:v>
                </c:pt>
                <c:pt idx="2367">
                  <c:v>0.60399415525034783</c:v>
                </c:pt>
                <c:pt idx="2368">
                  <c:v>0.60445965005328617</c:v>
                </c:pt>
                <c:pt idx="2369">
                  <c:v>0.60499675944129194</c:v>
                </c:pt>
                <c:pt idx="2370">
                  <c:v>0.60605470217524271</c:v>
                </c:pt>
                <c:pt idx="2371">
                  <c:v>0.6068880355287547</c:v>
                </c:pt>
                <c:pt idx="2372">
                  <c:v>0.60736980637375382</c:v>
                </c:pt>
                <c:pt idx="2373">
                  <c:v>0.60774741054956394</c:v>
                </c:pt>
                <c:pt idx="2374">
                  <c:v>0.60868165536385277</c:v>
                </c:pt>
                <c:pt idx="2375">
                  <c:v>0.60963217622020238</c:v>
                </c:pt>
                <c:pt idx="2376">
                  <c:v>0.6102181137343905</c:v>
                </c:pt>
                <c:pt idx="2377">
                  <c:v>0.61072267103827471</c:v>
                </c:pt>
                <c:pt idx="2378">
                  <c:v>0.61158204605908395</c:v>
                </c:pt>
                <c:pt idx="2379">
                  <c:v>0.61228842628452185</c:v>
                </c:pt>
                <c:pt idx="2380">
                  <c:v>0.61300457213519621</c:v>
                </c:pt>
                <c:pt idx="2381">
                  <c:v>0.61391603049059995</c:v>
                </c:pt>
                <c:pt idx="2382">
                  <c:v>0.6147526190525241</c:v>
                </c:pt>
                <c:pt idx="2383">
                  <c:v>0.61538087427607024</c:v>
                </c:pt>
                <c:pt idx="2384">
                  <c:v>0.61604493679215011</c:v>
                </c:pt>
                <c:pt idx="2385">
                  <c:v>0.61678386910170957</c:v>
                </c:pt>
                <c:pt idx="2386">
                  <c:v>0.6175325670365055</c:v>
                </c:pt>
                <c:pt idx="2387">
                  <c:v>0.61816733267687596</c:v>
                </c:pt>
                <c:pt idx="2388">
                  <c:v>0.61893881707055698</c:v>
                </c:pt>
                <c:pt idx="2389">
                  <c:v>0.61985027542596072</c:v>
                </c:pt>
                <c:pt idx="2390">
                  <c:v>0.62074545773930367</c:v>
                </c:pt>
                <c:pt idx="2391">
                  <c:v>0.62158204630122782</c:v>
                </c:pt>
                <c:pt idx="2392">
                  <c:v>0.62243165569680059</c:v>
                </c:pt>
                <c:pt idx="2393">
                  <c:v>0.62328126509237336</c:v>
                </c:pt>
                <c:pt idx="2394">
                  <c:v>0.62421550990666219</c:v>
                </c:pt>
                <c:pt idx="2395">
                  <c:v>0.62504558805176202</c:v>
                </c:pt>
                <c:pt idx="2396">
                  <c:v>0.62572267140149052</c:v>
                </c:pt>
                <c:pt idx="2397">
                  <c:v>0.62644207246057704</c:v>
                </c:pt>
                <c:pt idx="2398">
                  <c:v>0.62729819227297412</c:v>
                </c:pt>
                <c:pt idx="2399">
                  <c:v>0.62819011937790492</c:v>
                </c:pt>
                <c:pt idx="2400">
                  <c:v>0.62897462460523457</c:v>
                </c:pt>
                <c:pt idx="2401">
                  <c:v>0.62983074441763165</c:v>
                </c:pt>
                <c:pt idx="2402">
                  <c:v>0.63078126527398126</c:v>
                </c:pt>
                <c:pt idx="2403">
                  <c:v>0.63167644758732422</c:v>
                </c:pt>
                <c:pt idx="2404">
                  <c:v>0.63256837469225502</c:v>
                </c:pt>
                <c:pt idx="2405">
                  <c:v>0.63337566637846976</c:v>
                </c:pt>
                <c:pt idx="2406">
                  <c:v>0.63439780181988681</c:v>
                </c:pt>
                <c:pt idx="2407">
                  <c:v>0.6357291820604587</c:v>
                </c:pt>
                <c:pt idx="2408">
                  <c:v>0.63729168209829368</c:v>
                </c:pt>
                <c:pt idx="2409">
                  <c:v>0.63913087485116193</c:v>
                </c:pt>
                <c:pt idx="2410">
                  <c:v>0.64146811449109009</c:v>
                </c:pt>
                <c:pt idx="2411">
                  <c:v>0.64406251559557859</c:v>
                </c:pt>
                <c:pt idx="2412">
                  <c:v>0.64701498962540427</c:v>
                </c:pt>
                <c:pt idx="2413">
                  <c:v>0.64991863552904761</c:v>
                </c:pt>
                <c:pt idx="2414">
                  <c:v>0.65267905226255607</c:v>
                </c:pt>
                <c:pt idx="2415">
                  <c:v>0.65526043253339594</c:v>
                </c:pt>
                <c:pt idx="2416">
                  <c:v>0.65777996384440485</c:v>
                </c:pt>
                <c:pt idx="2417">
                  <c:v>0.66009116181703575</c:v>
                </c:pt>
                <c:pt idx="2418">
                  <c:v>0.66238933895601804</c:v>
                </c:pt>
                <c:pt idx="2419">
                  <c:v>0.66463868796881798</c:v>
                </c:pt>
                <c:pt idx="2420">
                  <c:v>0.66693035469097595</c:v>
                </c:pt>
                <c:pt idx="2421">
                  <c:v>0.66912110995235707</c:v>
                </c:pt>
                <c:pt idx="2422">
                  <c:v>0.67123374021184645</c:v>
                </c:pt>
                <c:pt idx="2423">
                  <c:v>0.67304038088059315</c:v>
                </c:pt>
                <c:pt idx="2424">
                  <c:v>0.67470053717079281</c:v>
                </c:pt>
                <c:pt idx="2425">
                  <c:v>0.67626954762545211</c:v>
                </c:pt>
                <c:pt idx="2426">
                  <c:v>0.6777636882866318</c:v>
                </c:pt>
                <c:pt idx="2427">
                  <c:v>0.67921225603004132</c:v>
                </c:pt>
                <c:pt idx="2428">
                  <c:v>0.68073569356693042</c:v>
                </c:pt>
                <c:pt idx="2429">
                  <c:v>0.68218100610192778</c:v>
                </c:pt>
                <c:pt idx="2430">
                  <c:v>0.68370444363881688</c:v>
                </c:pt>
                <c:pt idx="2431">
                  <c:v>0.68519858429999658</c:v>
                </c:pt>
                <c:pt idx="2432">
                  <c:v>0.68662762079293316</c:v>
                </c:pt>
                <c:pt idx="2433">
                  <c:v>0.68799155311762661</c:v>
                </c:pt>
                <c:pt idx="2434">
                  <c:v>0.68939129273485378</c:v>
                </c:pt>
                <c:pt idx="2435">
                  <c:v>0.69088217818762132</c:v>
                </c:pt>
                <c:pt idx="2436">
                  <c:v>0.69252280322734805</c:v>
                </c:pt>
                <c:pt idx="2437">
                  <c:v>0.69406577201471009</c:v>
                </c:pt>
                <c:pt idx="2438">
                  <c:v>0.69555340225906548</c:v>
                </c:pt>
                <c:pt idx="2439">
                  <c:v>0.69696941791835343</c:v>
                </c:pt>
                <c:pt idx="2440">
                  <c:v>0.6984212408701751</c:v>
                </c:pt>
                <c:pt idx="2441">
                  <c:v>0.69990236069770617</c:v>
                </c:pt>
                <c:pt idx="2442">
                  <c:v>0.70150717844489918</c:v>
                </c:pt>
                <c:pt idx="2443">
                  <c:v>0.70333660557253097</c:v>
                </c:pt>
                <c:pt idx="2444">
                  <c:v>0.70657879315103855</c:v>
                </c:pt>
                <c:pt idx="2445">
                  <c:v>0.71010743906981588</c:v>
                </c:pt>
                <c:pt idx="2446">
                  <c:v>0.71257814225464244</c:v>
                </c:pt>
                <c:pt idx="2447">
                  <c:v>0.71373699644937005</c:v>
                </c:pt>
                <c:pt idx="2448">
                  <c:v>0.71418296000183545</c:v>
                </c:pt>
                <c:pt idx="2449">
                  <c:v>0.71432944438038248</c:v>
                </c:pt>
                <c:pt idx="2450">
                  <c:v>0.7144173350075107</c:v>
                </c:pt>
                <c:pt idx="2451">
                  <c:v>0.71450197042622676</c:v>
                </c:pt>
                <c:pt idx="2452">
                  <c:v>0.71459962667859145</c:v>
                </c:pt>
                <c:pt idx="2453">
                  <c:v>0.71469077251413182</c:v>
                </c:pt>
                <c:pt idx="2454">
                  <c:v>0.71478517355808435</c:v>
                </c:pt>
                <c:pt idx="2455">
                  <c:v>0.71487306418521257</c:v>
                </c:pt>
                <c:pt idx="2456">
                  <c:v>0.71496095481234079</c:v>
                </c:pt>
                <c:pt idx="2457">
                  <c:v>0.71504233502264469</c:v>
                </c:pt>
                <c:pt idx="2458">
                  <c:v>0.71512046002453644</c:v>
                </c:pt>
                <c:pt idx="2459">
                  <c:v>0.71519858502642819</c:v>
                </c:pt>
                <c:pt idx="2460">
                  <c:v>0.71528322044514425</c:v>
                </c:pt>
                <c:pt idx="2461">
                  <c:v>0.71536785586386031</c:v>
                </c:pt>
                <c:pt idx="2462">
                  <c:v>0.71544923607416422</c:v>
                </c:pt>
                <c:pt idx="2463">
                  <c:v>0.71553061628446812</c:v>
                </c:pt>
                <c:pt idx="2464">
                  <c:v>0.71561850691159634</c:v>
                </c:pt>
                <c:pt idx="2465">
                  <c:v>0.71571941837237318</c:v>
                </c:pt>
                <c:pt idx="2466">
                  <c:v>0.7291504082809297</c:v>
                </c:pt>
                <c:pt idx="2467">
                  <c:v>0.74827475770234742</c:v>
                </c:pt>
                <c:pt idx="2468">
                  <c:v>0.75809246627341054</c:v>
                </c:pt>
                <c:pt idx="2469">
                  <c:v>0.76100262259387819</c:v>
                </c:pt>
                <c:pt idx="2470">
                  <c:v>0.76138673718651262</c:v>
                </c:pt>
                <c:pt idx="2471">
                  <c:v>0.7612174663490805</c:v>
                </c:pt>
                <c:pt idx="2472">
                  <c:v>0.76109376842941856</c:v>
                </c:pt>
                <c:pt idx="2473">
                  <c:v>0.76108725801259425</c:v>
                </c:pt>
                <c:pt idx="2474">
                  <c:v>0.76117514863972247</c:v>
                </c:pt>
                <c:pt idx="2475">
                  <c:v>0.76128908093414793</c:v>
                </c:pt>
                <c:pt idx="2476">
                  <c:v>0.76139975802016124</c:v>
                </c:pt>
                <c:pt idx="2477">
                  <c:v>0.76150392468935024</c:v>
                </c:pt>
                <c:pt idx="2478">
                  <c:v>0.76192059136610624</c:v>
                </c:pt>
                <c:pt idx="2479">
                  <c:v>0.76249350804664573</c:v>
                </c:pt>
                <c:pt idx="2480">
                  <c:v>0.76285483618039507</c:v>
                </c:pt>
                <c:pt idx="2481">
                  <c:v>0.76304038305988797</c:v>
                </c:pt>
                <c:pt idx="2482">
                  <c:v>0.76335613827586712</c:v>
                </c:pt>
                <c:pt idx="2483">
                  <c:v>0.77857749281110955</c:v>
                </c:pt>
                <c:pt idx="2484">
                  <c:v>0.79552085259638261</c:v>
                </c:pt>
                <c:pt idx="2485">
                  <c:v>0.80309572257147011</c:v>
                </c:pt>
                <c:pt idx="2486">
                  <c:v>0.80528322262443908</c:v>
                </c:pt>
                <c:pt idx="2487">
                  <c:v>0.80547527992075629</c:v>
                </c:pt>
                <c:pt idx="2488">
                  <c:v>0.80530275387491201</c:v>
                </c:pt>
                <c:pt idx="2489">
                  <c:v>0.80520184241413517</c:v>
                </c:pt>
                <c:pt idx="2490">
                  <c:v>0.80520835283095948</c:v>
                </c:pt>
                <c:pt idx="2491">
                  <c:v>0.80542645179457395</c:v>
                </c:pt>
                <c:pt idx="2492">
                  <c:v>0.80583660805450563</c:v>
                </c:pt>
                <c:pt idx="2493">
                  <c:v>0.80608725910224166</c:v>
                </c:pt>
                <c:pt idx="2494">
                  <c:v>0.80623374348078869</c:v>
                </c:pt>
                <c:pt idx="2495">
                  <c:v>0.80652671223788275</c:v>
                </c:pt>
                <c:pt idx="2496">
                  <c:v>0.80710939454365871</c:v>
                </c:pt>
                <c:pt idx="2497">
                  <c:v>0.8074739778858202</c:v>
                </c:pt>
                <c:pt idx="2498">
                  <c:v>0.80764975914007664</c:v>
                </c:pt>
                <c:pt idx="2499">
                  <c:v>0.80788087893733973</c:v>
                </c:pt>
                <c:pt idx="2500">
                  <c:v>0.80855145187024391</c:v>
                </c:pt>
                <c:pt idx="2501">
                  <c:v>0.80902345709000656</c:v>
                </c:pt>
                <c:pt idx="2502">
                  <c:v>0.80925457688726965</c:v>
                </c:pt>
                <c:pt idx="2503">
                  <c:v>0.81011069669966673</c:v>
                </c:pt>
                <c:pt idx="2504">
                  <c:v>0.83239259828087597</c:v>
                </c:pt>
                <c:pt idx="2505">
                  <c:v>0.8524902550175284</c:v>
                </c:pt>
                <c:pt idx="2506">
                  <c:v>0.86146160940143091</c:v>
                </c:pt>
                <c:pt idx="2507">
                  <c:v>0.86375653133200103</c:v>
                </c:pt>
                <c:pt idx="2508">
                  <c:v>0.86389325008531159</c:v>
                </c:pt>
                <c:pt idx="2509">
                  <c:v>0.86368166153852144</c:v>
                </c:pt>
                <c:pt idx="2510">
                  <c:v>0.86386069800119003</c:v>
                </c:pt>
                <c:pt idx="2511">
                  <c:v>0.8641829636339935</c:v>
                </c:pt>
                <c:pt idx="2512">
                  <c:v>0.86445314593220246</c:v>
                </c:pt>
                <c:pt idx="2513">
                  <c:v>0.86498700011179608</c:v>
                </c:pt>
                <c:pt idx="2514">
                  <c:v>0.86539715637172776</c:v>
                </c:pt>
                <c:pt idx="2515">
                  <c:v>0.86568035950358535</c:v>
                </c:pt>
                <c:pt idx="2516">
                  <c:v>0.86626629701777347</c:v>
                </c:pt>
                <c:pt idx="2517">
                  <c:v>0.86668296369452946</c:v>
                </c:pt>
                <c:pt idx="2518">
                  <c:v>0.86703778141145449</c:v>
                </c:pt>
                <c:pt idx="2519">
                  <c:v>0.86760093246675751</c:v>
                </c:pt>
                <c:pt idx="2520">
                  <c:v>0.86802736476874998</c:v>
                </c:pt>
                <c:pt idx="2521">
                  <c:v>0.86856447415675575</c:v>
                </c:pt>
                <c:pt idx="2522">
                  <c:v>0.86907554187746427</c:v>
                </c:pt>
                <c:pt idx="2523">
                  <c:v>0.86949546376263243</c:v>
                </c:pt>
                <c:pt idx="2524">
                  <c:v>0.87006187002634761</c:v>
                </c:pt>
                <c:pt idx="2525">
                  <c:v>0.87124676588837247</c:v>
                </c:pt>
                <c:pt idx="2526">
                  <c:v>0.88580080269912287</c:v>
                </c:pt>
                <c:pt idx="2527">
                  <c:v>0.89818361549896508</c:v>
                </c:pt>
                <c:pt idx="2528">
                  <c:v>0.90365236563138751</c:v>
                </c:pt>
                <c:pt idx="2529">
                  <c:v>0.9051920792103374</c:v>
                </c:pt>
                <c:pt idx="2530">
                  <c:v>0.90546551671695852</c:v>
                </c:pt>
                <c:pt idx="2531">
                  <c:v>0.90546551671695852</c:v>
                </c:pt>
                <c:pt idx="2532">
                  <c:v>0.90547202713378283</c:v>
                </c:pt>
                <c:pt idx="2533">
                  <c:v>0.90553062088520164</c:v>
                </c:pt>
                <c:pt idx="2534">
                  <c:v>0.90796551677749449</c:v>
                </c:pt>
                <c:pt idx="2535">
                  <c:v>0.91697267845393071</c:v>
                </c:pt>
                <c:pt idx="2536">
                  <c:v>0.92295249630706166</c:v>
                </c:pt>
                <c:pt idx="2537">
                  <c:v>0.92513999636003064</c:v>
                </c:pt>
                <c:pt idx="2538">
                  <c:v>0.92565757449756347</c:v>
                </c:pt>
                <c:pt idx="2539">
                  <c:v>0.92574220991627953</c:v>
                </c:pt>
                <c:pt idx="2540">
                  <c:v>0.92592450158736028</c:v>
                </c:pt>
                <c:pt idx="2541">
                  <c:v>0.92609377242479241</c:v>
                </c:pt>
                <c:pt idx="2542">
                  <c:v>0.92623700159492728</c:v>
                </c:pt>
                <c:pt idx="2543">
                  <c:v>0.92652997035202134</c:v>
                </c:pt>
                <c:pt idx="2544">
                  <c:v>0.92687827765212205</c:v>
                </c:pt>
                <c:pt idx="2545">
                  <c:v>0.92730145474570236</c:v>
                </c:pt>
                <c:pt idx="2546">
                  <c:v>0.92778648079911363</c:v>
                </c:pt>
                <c:pt idx="2547">
                  <c:v>0.92813153289080219</c:v>
                </c:pt>
                <c:pt idx="2548">
                  <c:v>0.92840497039742331</c:v>
                </c:pt>
                <c:pt idx="2549">
                  <c:v>0.92865236623674718</c:v>
                </c:pt>
                <c:pt idx="2550">
                  <c:v>0.93304038717633375</c:v>
                </c:pt>
                <c:pt idx="2551">
                  <c:v>0.94569989269120924</c:v>
                </c:pt>
                <c:pt idx="2552">
                  <c:v>0.95360028350751236</c:v>
                </c:pt>
                <c:pt idx="2553">
                  <c:v>0.9563476794073722</c:v>
                </c:pt>
                <c:pt idx="2554">
                  <c:v>0.95692059608791169</c:v>
                </c:pt>
                <c:pt idx="2555">
                  <c:v>0.95689129921220228</c:v>
                </c:pt>
                <c:pt idx="2556">
                  <c:v>0.95682619504395916</c:v>
                </c:pt>
                <c:pt idx="2557">
                  <c:v>0.956822939835547</c:v>
                </c:pt>
                <c:pt idx="2558">
                  <c:v>0.95686200233649288</c:v>
                </c:pt>
                <c:pt idx="2559">
                  <c:v>0.95691408567108738</c:v>
                </c:pt>
                <c:pt idx="2560">
                  <c:v>0.95697267942250619</c:v>
                </c:pt>
                <c:pt idx="2561">
                  <c:v>0.95704754921598578</c:v>
                </c:pt>
                <c:pt idx="2562">
                  <c:v>0.957135439843114</c:v>
                </c:pt>
                <c:pt idx="2563">
                  <c:v>0.95730471068054612</c:v>
                </c:pt>
                <c:pt idx="2564">
                  <c:v>0.95775067423301152</c:v>
                </c:pt>
                <c:pt idx="2565">
                  <c:v>0.95809247111628792</c:v>
                </c:pt>
                <c:pt idx="2566">
                  <c:v>0.95829429403784161</c:v>
                </c:pt>
                <c:pt idx="2567">
                  <c:v>0.95846356487527373</c:v>
                </c:pt>
                <c:pt idx="2568">
                  <c:v>0.95875002321554348</c:v>
                </c:pt>
                <c:pt idx="2569">
                  <c:v>0.95899741905486735</c:v>
                </c:pt>
                <c:pt idx="2570">
                  <c:v>0.95916668989229947</c:v>
                </c:pt>
                <c:pt idx="2571">
                  <c:v>0.9593131742708465</c:v>
                </c:pt>
                <c:pt idx="2572">
                  <c:v>0.95954429406810959</c:v>
                </c:pt>
                <c:pt idx="2573">
                  <c:v>0.96344077853746057</c:v>
                </c:pt>
                <c:pt idx="2574">
                  <c:v>0.98373700298725453</c:v>
                </c:pt>
                <c:pt idx="2575">
                  <c:v>0.99736656060895257</c:v>
                </c:pt>
                <c:pt idx="2576">
                  <c:v>1.002731144072186</c:v>
                </c:pt>
                <c:pt idx="2577">
                  <c:v>1.0038834878500893</c:v>
                </c:pt>
                <c:pt idx="2578">
                  <c:v>1.0038379149323191</c:v>
                </c:pt>
                <c:pt idx="2579">
                  <c:v>1.0036556232612384</c:v>
                </c:pt>
                <c:pt idx="2580">
                  <c:v>1.0035774982593466</c:v>
                </c:pt>
                <c:pt idx="2581">
                  <c:v>1.0035872638845831</c:v>
                </c:pt>
                <c:pt idx="2582">
                  <c:v>1.0036328368023533</c:v>
                </c:pt>
                <c:pt idx="2583">
                  <c:v>1.0036849201369478</c:v>
                </c:pt>
                <c:pt idx="2584">
                  <c:v>1.0038118732650219</c:v>
                </c:pt>
                <c:pt idx="2585">
                  <c:v>1.0042024982744806</c:v>
                </c:pt>
                <c:pt idx="2586">
                  <c:v>1.004501977448399</c:v>
                </c:pt>
                <c:pt idx="2587">
                  <c:v>1.0046452066185338</c:v>
                </c:pt>
                <c:pt idx="2588">
                  <c:v>1.0047233316204256</c:v>
                </c:pt>
                <c:pt idx="2589">
                  <c:v>1.0048274982896146</c:v>
                </c:pt>
                <c:pt idx="2590">
                  <c:v>1.0052213785074855</c:v>
                </c:pt>
                <c:pt idx="2591">
                  <c:v>1.0055338785150525</c:v>
                </c:pt>
                <c:pt idx="2592">
                  <c:v>1.005690128518836</c:v>
                </c:pt>
                <c:pt idx="2593">
                  <c:v>1.0057715087291399</c:v>
                </c:pt>
                <c:pt idx="2594">
                  <c:v>1.0058626545646803</c:v>
                </c:pt>
                <c:pt idx="2595">
                  <c:v>1.0060970295703555</c:v>
                </c:pt>
                <c:pt idx="2596">
                  <c:v>1.0064843993714021</c:v>
                </c:pt>
                <c:pt idx="2597">
                  <c:v>1.0067448160443746</c:v>
                </c:pt>
                <c:pt idx="2598">
                  <c:v>1.0068880452145095</c:v>
                </c:pt>
                <c:pt idx="2599">
                  <c:v>1.0069791910500498</c:v>
                </c:pt>
                <c:pt idx="2600">
                  <c:v>1.007128930637009</c:v>
                </c:pt>
                <c:pt idx="2601">
                  <c:v>1.007399112935218</c:v>
                </c:pt>
                <c:pt idx="2602">
                  <c:v>1.0076334879408932</c:v>
                </c:pt>
                <c:pt idx="2603">
                  <c:v>1.0077897379446767</c:v>
                </c:pt>
                <c:pt idx="2604">
                  <c:v>1.0076107014820082</c:v>
                </c:pt>
                <c:pt idx="2605">
                  <c:v>1.0075000243959948</c:v>
                </c:pt>
                <c:pt idx="2606">
                  <c:v>1.0078092691951497</c:v>
                </c:pt>
                <c:pt idx="2607">
                  <c:v>1.0082715087896759</c:v>
                </c:pt>
                <c:pt idx="2608">
                  <c:v>1.0075260660632921</c:v>
                </c:pt>
                <c:pt idx="2609">
                  <c:v>1.0060286701937002</c:v>
                </c:pt>
                <c:pt idx="2610">
                  <c:v>1.0051888264233639</c:v>
                </c:pt>
                <c:pt idx="2611">
                  <c:v>1.0052506753831949</c:v>
                </c:pt>
                <c:pt idx="2612">
                  <c:v>1.0055273680982282</c:v>
                </c:pt>
                <c:pt idx="2613">
                  <c:v>1.0057161701861332</c:v>
                </c:pt>
                <c:pt idx="2614">
                  <c:v>1.0058235920637344</c:v>
                </c:pt>
                <c:pt idx="2615">
                  <c:v>1.0059472899833963</c:v>
                </c:pt>
                <c:pt idx="2616">
                  <c:v>1.0064485920788684</c:v>
                </c:pt>
                <c:pt idx="2617">
                  <c:v>1.0079427327400481</c:v>
                </c:pt>
                <c:pt idx="2618">
                  <c:v>1.0303255457820342</c:v>
                </c:pt>
                <c:pt idx="2619">
                  <c:v>1.0498112233372012</c:v>
                </c:pt>
                <c:pt idx="2620">
                  <c:v>1.0584310152125909</c:v>
                </c:pt>
                <c:pt idx="2621">
                  <c:v>1.0606152600571477</c:v>
                </c:pt>
                <c:pt idx="2622">
                  <c:v>1.0607584892272826</c:v>
                </c:pt>
                <c:pt idx="2623">
                  <c:v>1.0606087496403234</c:v>
                </c:pt>
                <c:pt idx="2624">
                  <c:v>1.0605664319309653</c:v>
                </c:pt>
                <c:pt idx="2625">
                  <c:v>1.0606152600571477</c:v>
                </c:pt>
                <c:pt idx="2626">
                  <c:v>1.0607715100609312</c:v>
                </c:pt>
                <c:pt idx="2627">
                  <c:v>1.0610612236096131</c:v>
                </c:pt>
                <c:pt idx="2628">
                  <c:v>1.061289088198464</c:v>
                </c:pt>
                <c:pt idx="2629">
                  <c:v>1.0614160413265381</c:v>
                </c:pt>
                <c:pt idx="2630">
                  <c:v>1.0615364840377879</c:v>
                </c:pt>
                <c:pt idx="2631">
                  <c:v>1.0618489840453549</c:v>
                </c:pt>
                <c:pt idx="2632">
                  <c:v>1.0621745048865705</c:v>
                </c:pt>
                <c:pt idx="2633">
                  <c:v>1.0624153903090701</c:v>
                </c:pt>
                <c:pt idx="2634">
                  <c:v>1.0627213798998127</c:v>
                </c:pt>
                <c:pt idx="2635">
                  <c:v>1.0630143486569068</c:v>
                </c:pt>
                <c:pt idx="2636">
                  <c:v>1.0632291924121091</c:v>
                </c:pt>
                <c:pt idx="2637">
                  <c:v>1.0634049736663655</c:v>
                </c:pt>
                <c:pt idx="2638">
                  <c:v>1.063642603880453</c:v>
                </c:pt>
                <c:pt idx="2639">
                  <c:v>1.0639616143048443</c:v>
                </c:pt>
                <c:pt idx="2640">
                  <c:v>1.0642708591039991</c:v>
                </c:pt>
                <c:pt idx="2641">
                  <c:v>1.0645442966106202</c:v>
                </c:pt>
                <c:pt idx="2642">
                  <c:v>1.0648698174518358</c:v>
                </c:pt>
                <c:pt idx="2643">
                  <c:v>1.0652018487098758</c:v>
                </c:pt>
                <c:pt idx="2644">
                  <c:v>1.0655241143426792</c:v>
                </c:pt>
                <c:pt idx="2645">
                  <c:v>1.0658268487250098</c:v>
                </c:pt>
                <c:pt idx="2646">
                  <c:v>1.0661588799830497</c:v>
                </c:pt>
                <c:pt idx="2647">
                  <c:v>1.0665039320747383</c:v>
                </c:pt>
                <c:pt idx="2648">
                  <c:v>1.0668717706253119</c:v>
                </c:pt>
                <c:pt idx="2649">
                  <c:v>1.0672363539674734</c:v>
                </c:pt>
                <c:pt idx="2650">
                  <c:v>1.0676009373096349</c:v>
                </c:pt>
                <c:pt idx="2651">
                  <c:v>1.0695638279821651</c:v>
                </c:pt>
                <c:pt idx="2652">
                  <c:v>1.0715820571977019</c:v>
                </c:pt>
                <c:pt idx="2653">
                  <c:v>1.0725097915951665</c:v>
                </c:pt>
                <c:pt idx="2654">
                  <c:v>1.0730534113999965</c:v>
                </c:pt>
                <c:pt idx="2655">
                  <c:v>1.073479843701989</c:v>
                </c:pt>
                <c:pt idx="2656">
                  <c:v>1.0738444270441505</c:v>
                </c:pt>
                <c:pt idx="2657">
                  <c:v>1.0741732030937783</c:v>
                </c:pt>
                <c:pt idx="2658">
                  <c:v>1.0744401301835751</c:v>
                </c:pt>
                <c:pt idx="2659">
                  <c:v>1.0747233333154327</c:v>
                </c:pt>
                <c:pt idx="2660">
                  <c:v>1.0752311458277291</c:v>
                </c:pt>
                <c:pt idx="2661">
                  <c:v>1.0830729428926134</c:v>
                </c:pt>
                <c:pt idx="2662">
                  <c:v>1.1037630475602782</c:v>
                </c:pt>
                <c:pt idx="2663">
                  <c:v>1.1156022405552903</c:v>
                </c:pt>
                <c:pt idx="2664">
                  <c:v>1.1198535427415663</c:v>
                </c:pt>
                <c:pt idx="2665">
                  <c:v>1.1206282823436595</c:v>
                </c:pt>
                <c:pt idx="2666">
                  <c:v>1.1205306260912948</c:v>
                </c:pt>
                <c:pt idx="2667">
                  <c:v>1.1204004177548086</c:v>
                </c:pt>
                <c:pt idx="2668">
                  <c:v>1.1203939073379843</c:v>
                </c:pt>
                <c:pt idx="2669">
                  <c:v>1.1204557562978152</c:v>
                </c:pt>
                <c:pt idx="2670">
                  <c:v>1.1205306260912948</c:v>
                </c:pt>
                <c:pt idx="2671">
                  <c:v>1.1206250271352474</c:v>
                </c:pt>
                <c:pt idx="2672">
                  <c:v>1.120826850056801</c:v>
                </c:pt>
                <c:pt idx="2673">
                  <c:v>1.1210579698540641</c:v>
                </c:pt>
                <c:pt idx="2674">
                  <c:v>1.1212272406914963</c:v>
                </c:pt>
                <c:pt idx="2675">
                  <c:v>1.1213216417354488</c:v>
                </c:pt>
                <c:pt idx="2676">
                  <c:v>1.1213932563205162</c:v>
                </c:pt>
                <c:pt idx="2677">
                  <c:v>1.1214551052803472</c:v>
                </c:pt>
                <c:pt idx="2678">
                  <c:v>1.1215983344504821</c:v>
                </c:pt>
                <c:pt idx="2679">
                  <c:v>1.1218913032075761</c:v>
                </c:pt>
                <c:pt idx="2680">
                  <c:v>1.1221745063394337</c:v>
                </c:pt>
                <c:pt idx="2681">
                  <c:v>1.1223730740525752</c:v>
                </c:pt>
                <c:pt idx="2682">
                  <c:v>1.1225781521825411</c:v>
                </c:pt>
                <c:pt idx="2683">
                  <c:v>1.1319694284516117</c:v>
                </c:pt>
                <c:pt idx="2684">
                  <c:v>1.1451562777292565</c:v>
                </c:pt>
                <c:pt idx="2685">
                  <c:v>1.151500678924549</c:v>
                </c:pt>
                <c:pt idx="2686">
                  <c:v>1.1534505487634306</c:v>
                </c:pt>
                <c:pt idx="2687">
                  <c:v>1.1537142206448152</c:v>
                </c:pt>
                <c:pt idx="2688">
                  <c:v>1.1536198196008627</c:v>
                </c:pt>
                <c:pt idx="2689">
                  <c:v>1.1535384393905588</c:v>
                </c:pt>
                <c:pt idx="2690">
                  <c:v>1.1535091425148494</c:v>
                </c:pt>
                <c:pt idx="2691">
                  <c:v>1.153522163348498</c:v>
                </c:pt>
                <c:pt idx="2692">
                  <c:v>1.1535807570999168</c:v>
                </c:pt>
                <c:pt idx="2693">
                  <c:v>1.1538802362738352</c:v>
                </c:pt>
                <c:pt idx="2694">
                  <c:v>1.1541634394056928</c:v>
                </c:pt>
                <c:pt idx="2695">
                  <c:v>1.1542969029505912</c:v>
                </c:pt>
                <c:pt idx="2696">
                  <c:v>1.1543587519104221</c:v>
                </c:pt>
                <c:pt idx="2697">
                  <c:v>1.1543880487861315</c:v>
                </c:pt>
                <c:pt idx="2698">
                  <c:v>1.1544140904534288</c:v>
                </c:pt>
                <c:pt idx="2699">
                  <c:v>1.1544368769123139</c:v>
                </c:pt>
                <c:pt idx="2700">
                  <c:v>1.1543815383693072</c:v>
                </c:pt>
                <c:pt idx="2701">
                  <c:v>1.1545833612908609</c:v>
                </c:pt>
                <c:pt idx="2702">
                  <c:v>1.1624479448146303</c:v>
                </c:pt>
                <c:pt idx="2703">
                  <c:v>1.1734310179972454</c:v>
                </c:pt>
                <c:pt idx="2704">
                  <c:v>1.1791569295942281</c:v>
                </c:pt>
                <c:pt idx="2705">
                  <c:v>1.1808854452610831</c:v>
                </c:pt>
                <c:pt idx="2706">
                  <c:v>1.1811198202667583</c:v>
                </c:pt>
                <c:pt idx="2707">
                  <c:v>1.1810156535975693</c:v>
                </c:pt>
                <c:pt idx="2708">
                  <c:v>1.1809212525536168</c:v>
                </c:pt>
                <c:pt idx="2709">
                  <c:v>1.1808659140106101</c:v>
                </c:pt>
                <c:pt idx="2710">
                  <c:v>1.1808398723433129</c:v>
                </c:pt>
                <c:pt idx="2711">
                  <c:v>1.1808138306760156</c:v>
                </c:pt>
                <c:pt idx="2712">
                  <c:v>1.1808040650507792</c:v>
                </c:pt>
                <c:pt idx="2713">
                  <c:v>1.1807617473414211</c:v>
                </c:pt>
                <c:pt idx="2714">
                  <c:v>1.1803743775403746</c:v>
                </c:pt>
                <c:pt idx="2715">
                  <c:v>1.1806608358806443</c:v>
                </c:pt>
                <c:pt idx="2716">
                  <c:v>1.1809212525536168</c:v>
                </c:pt>
                <c:pt idx="2717">
                  <c:v>1.1794954712690924</c:v>
                </c:pt>
                <c:pt idx="2718">
                  <c:v>1.179091825425985</c:v>
                </c:pt>
                <c:pt idx="2719">
                  <c:v>1.1808138306760156</c:v>
                </c:pt>
                <c:pt idx="2720">
                  <c:v>1.1822493775857765</c:v>
                </c:pt>
                <c:pt idx="2721">
                  <c:v>1.182884143226147</c:v>
                </c:pt>
                <c:pt idx="2722">
                  <c:v>1.1830892213561128</c:v>
                </c:pt>
                <c:pt idx="2723">
                  <c:v>1.1831510703159438</c:v>
                </c:pt>
                <c:pt idx="2724">
                  <c:v>1.1831998984421261</c:v>
                </c:pt>
                <c:pt idx="2725">
                  <c:v>1.1833887005300312</c:v>
                </c:pt>
                <c:pt idx="2726">
                  <c:v>1.1838541953329695</c:v>
                </c:pt>
                <c:pt idx="2727">
                  <c:v>1.1841927370078338</c:v>
                </c:pt>
                <c:pt idx="2728">
                  <c:v>1.1843815390957388</c:v>
                </c:pt>
                <c:pt idx="2729">
                  <c:v>1.1845638307668196</c:v>
                </c:pt>
                <c:pt idx="2730">
                  <c:v>1.1849121380669203</c:v>
                </c:pt>
                <c:pt idx="2731">
                  <c:v>1.1852018516156022</c:v>
                </c:pt>
                <c:pt idx="2732">
                  <c:v>1.185384143286683</c:v>
                </c:pt>
                <c:pt idx="2733">
                  <c:v>1.1855241172484057</c:v>
                </c:pt>
                <c:pt idx="2734">
                  <c:v>1.1868294558216803</c:v>
                </c:pt>
                <c:pt idx="2735">
                  <c:v>1.2053873989793829</c:v>
                </c:pt>
                <c:pt idx="2736">
                  <c:v>1.2222331025122912</c:v>
                </c:pt>
                <c:pt idx="2737">
                  <c:v>1.2302181287473104</c:v>
                </c:pt>
                <c:pt idx="2738">
                  <c:v>1.2327864881845016</c:v>
                </c:pt>
                <c:pt idx="2739">
                  <c:v>1.2331087538173051</c:v>
                </c:pt>
                <c:pt idx="2740">
                  <c:v>1.2328581027695691</c:v>
                </c:pt>
                <c:pt idx="2741">
                  <c:v>1.2327962538097381</c:v>
                </c:pt>
                <c:pt idx="2742">
                  <c:v>1.2313737277336259</c:v>
                </c:pt>
                <c:pt idx="2743">
                  <c:v>1.2297623995696085</c:v>
                </c:pt>
                <c:pt idx="2744">
                  <c:v>1.2290104464264004</c:v>
                </c:pt>
                <c:pt idx="2745">
                  <c:v>1.2288183891300832</c:v>
                </c:pt>
                <c:pt idx="2746">
                  <c:v>1.2293685193517376</c:v>
                </c:pt>
                <c:pt idx="2747">
                  <c:v>1.2309863579325793</c:v>
                </c:pt>
                <c:pt idx="2748">
                  <c:v>1.2322493787964959</c:v>
                </c:pt>
                <c:pt idx="2749">
                  <c:v>1.2328190402686232</c:v>
                </c:pt>
                <c:pt idx="2750">
                  <c:v>1.2330143527733526</c:v>
                </c:pt>
                <c:pt idx="2751">
                  <c:v>1.2330631808995349</c:v>
                </c:pt>
                <c:pt idx="2752">
                  <c:v>1.2332259413201427</c:v>
                </c:pt>
                <c:pt idx="2753">
                  <c:v>1.234397816348519</c:v>
                </c:pt>
                <c:pt idx="2754">
                  <c:v>1.2377799778887493</c:v>
                </c:pt>
                <c:pt idx="2755">
                  <c:v>1.2404232071194201</c:v>
                </c:pt>
                <c:pt idx="2756">
                  <c:v>1.2417187800674583</c:v>
                </c:pt>
                <c:pt idx="2757">
                  <c:v>1.2424349259181326</c:v>
                </c:pt>
                <c:pt idx="2758">
                  <c:v>1.2432584936464082</c:v>
                </c:pt>
                <c:pt idx="2759">
                  <c:v>1.2442155249195821</c:v>
                </c:pt>
                <c:pt idx="2760">
                  <c:v>1.2451432593170466</c:v>
                </c:pt>
                <c:pt idx="2761">
                  <c:v>1.2458919572518425</c:v>
                </c:pt>
                <c:pt idx="2762">
                  <c:v>1.2466178687277534</c:v>
                </c:pt>
                <c:pt idx="2763">
                  <c:v>1.2472721656185968</c:v>
                </c:pt>
                <c:pt idx="2764">
                  <c:v>1.2479492489683253</c:v>
                </c:pt>
                <c:pt idx="2765">
                  <c:v>1.2487077125283577</c:v>
                </c:pt>
                <c:pt idx="2766">
                  <c:v>1.249485707338863</c:v>
                </c:pt>
                <c:pt idx="2767">
                  <c:v>1.2502083636063617</c:v>
                </c:pt>
                <c:pt idx="2768">
                  <c:v>1.2509896136252792</c:v>
                </c:pt>
                <c:pt idx="2769">
                  <c:v>1.2523893532425063</c:v>
                </c:pt>
                <c:pt idx="2770">
                  <c:v>1.2717318016275385</c:v>
                </c:pt>
                <c:pt idx="2771">
                  <c:v>1.2897103176878773</c:v>
                </c:pt>
                <c:pt idx="2772">
                  <c:v>1.297978547054754</c:v>
                </c:pt>
                <c:pt idx="2773">
                  <c:v>1.3002669585684998</c:v>
                </c:pt>
                <c:pt idx="2774">
                  <c:v>1.3006803700368437</c:v>
                </c:pt>
                <c:pt idx="2775">
                  <c:v>1.3002799794021485</c:v>
                </c:pt>
                <c:pt idx="2776">
                  <c:v>1.3001465158572501</c:v>
                </c:pt>
                <c:pt idx="2777">
                  <c:v>1.3011849273407279</c:v>
                </c:pt>
                <c:pt idx="2778">
                  <c:v>1.3021387034054897</c:v>
                </c:pt>
                <c:pt idx="2779">
                  <c:v>1.3028711252982248</c:v>
                </c:pt>
                <c:pt idx="2780">
                  <c:v>1.3035807607320749</c:v>
                </c:pt>
                <c:pt idx="2781">
                  <c:v>1.3041243805369049</c:v>
                </c:pt>
                <c:pt idx="2782">
                  <c:v>1.3030078440515354</c:v>
                </c:pt>
                <c:pt idx="2783">
                  <c:v>1.3040983388696077</c:v>
                </c:pt>
                <c:pt idx="2784">
                  <c:v>1.3057975576607532</c:v>
                </c:pt>
                <c:pt idx="2785">
                  <c:v>1.307001984773251</c:v>
                </c:pt>
                <c:pt idx="2786">
                  <c:v>1.3079752920884857</c:v>
                </c:pt>
                <c:pt idx="2787">
                  <c:v>1.3088541983597679</c:v>
                </c:pt>
                <c:pt idx="2788">
                  <c:v>1.3096647452543948</c:v>
                </c:pt>
                <c:pt idx="2789">
                  <c:v>1.3104069327723664</c:v>
                </c:pt>
                <c:pt idx="2790">
                  <c:v>1.3112239900838176</c:v>
                </c:pt>
                <c:pt idx="2791">
                  <c:v>1.3120377921868567</c:v>
                </c:pt>
                <c:pt idx="2792">
                  <c:v>1.3128808911656051</c:v>
                </c:pt>
                <c:pt idx="2793">
                  <c:v>1.3136588859761105</c:v>
                </c:pt>
                <c:pt idx="2794">
                  <c:v>1.3143978182856699</c:v>
                </c:pt>
                <c:pt idx="2795">
                  <c:v>1.3151139641363443</c:v>
                </c:pt>
                <c:pt idx="2796">
                  <c:v>1.3158952141552618</c:v>
                </c:pt>
                <c:pt idx="2797">
                  <c:v>1.3167285475087738</c:v>
                </c:pt>
                <c:pt idx="2798">
                  <c:v>1.3216829747120755</c:v>
                </c:pt>
                <c:pt idx="2799">
                  <c:v>1.3334993812482026</c:v>
                </c:pt>
                <c:pt idx="2800">
                  <c:v>1.34107425122329</c:v>
                </c:pt>
                <c:pt idx="2801">
                  <c:v>1.343824902331562</c:v>
                </c:pt>
                <c:pt idx="2802">
                  <c:v>1.3430338866874081</c:v>
                </c:pt>
                <c:pt idx="2803">
                  <c:v>1.3416536783206539</c:v>
                </c:pt>
                <c:pt idx="2804">
                  <c:v>1.3420670897889977</c:v>
                </c:pt>
                <c:pt idx="2805">
                  <c:v>1.3446745117271348</c:v>
                </c:pt>
                <c:pt idx="2806">
                  <c:v>1.3465397461473003</c:v>
                </c:pt>
                <c:pt idx="2807">
                  <c:v>1.3457877930040922</c:v>
                </c:pt>
                <c:pt idx="2808">
                  <c:v>1.3451074544459516</c:v>
                </c:pt>
                <c:pt idx="2809">
                  <c:v>1.3452637044497351</c:v>
                </c:pt>
                <c:pt idx="2810">
                  <c:v>1.345908235715342</c:v>
                </c:pt>
                <c:pt idx="2811">
                  <c:v>1.3467773763613877</c:v>
                </c:pt>
                <c:pt idx="2812">
                  <c:v>1.3476953451336158</c:v>
                </c:pt>
                <c:pt idx="2813">
                  <c:v>1.3485579753628372</c:v>
                </c:pt>
                <c:pt idx="2814">
                  <c:v>1.3494759441350652</c:v>
                </c:pt>
                <c:pt idx="2815">
                  <c:v>1.3503515951979352</c:v>
                </c:pt>
                <c:pt idx="2816">
                  <c:v>1.3511491212589135</c:v>
                </c:pt>
                <c:pt idx="2817">
                  <c:v>1.3519889650292498</c:v>
                </c:pt>
                <c:pt idx="2818">
                  <c:v>1.3529394858855994</c:v>
                </c:pt>
                <c:pt idx="2819">
                  <c:v>1.3538118817400573</c:v>
                </c:pt>
                <c:pt idx="2820">
                  <c:v>1.354681022386103</c:v>
                </c:pt>
                <c:pt idx="2821">
                  <c:v>1.3556120119919797</c:v>
                </c:pt>
                <c:pt idx="2822">
                  <c:v>1.356556022431505</c:v>
                </c:pt>
                <c:pt idx="2823">
                  <c:v>1.357431673494375</c:v>
                </c:pt>
                <c:pt idx="2824">
                  <c:v>1.3583268558077179</c:v>
                </c:pt>
                <c:pt idx="2825">
                  <c:v>1.3591015954098111</c:v>
                </c:pt>
                <c:pt idx="2826">
                  <c:v>1.3598014652184247</c:v>
                </c:pt>
                <c:pt idx="2827">
                  <c:v>1.3605729496121057</c:v>
                </c:pt>
                <c:pt idx="2828">
                  <c:v>1.3614551110918001</c:v>
                </c:pt>
                <c:pt idx="2829">
                  <c:v>1.3623047204873728</c:v>
                </c:pt>
                <c:pt idx="2830">
                  <c:v>1.3631575850913578</c:v>
                </c:pt>
                <c:pt idx="2831">
                  <c:v>1.3639876632364576</c:v>
                </c:pt>
                <c:pt idx="2832">
                  <c:v>1.3662142257903724</c:v>
                </c:pt>
                <c:pt idx="2833">
                  <c:v>1.3755631843500851</c:v>
                </c:pt>
                <c:pt idx="2834">
                  <c:v>1.3829687834877404</c:v>
                </c:pt>
                <c:pt idx="2835">
                  <c:v>1.3859961273110457</c:v>
                </c:pt>
                <c:pt idx="2836">
                  <c:v>1.3869173512916859</c:v>
                </c:pt>
                <c:pt idx="2837">
                  <c:v>1.3875065440142862</c:v>
                </c:pt>
                <c:pt idx="2838">
                  <c:v>1.3881575856967174</c:v>
                </c:pt>
                <c:pt idx="2839">
                  <c:v>1.3888509450885067</c:v>
                </c:pt>
                <c:pt idx="2840">
                  <c:v>1.3894629242699921</c:v>
                </c:pt>
                <c:pt idx="2841">
                  <c:v>1.3900000336579978</c:v>
                </c:pt>
                <c:pt idx="2842">
                  <c:v>1.3906738617993142</c:v>
                </c:pt>
                <c:pt idx="2843">
                  <c:v>1.3914127941088736</c:v>
                </c:pt>
                <c:pt idx="2844">
                  <c:v>1.3921256847511359</c:v>
                </c:pt>
                <c:pt idx="2845">
                  <c:v>1.3927376639326212</c:v>
                </c:pt>
                <c:pt idx="2846">
                  <c:v>1.3934310233244105</c:v>
                </c:pt>
                <c:pt idx="2847">
                  <c:v>1.3941764660507943</c:v>
                </c:pt>
                <c:pt idx="2848">
                  <c:v>1.3948926119014686</c:v>
                </c:pt>
                <c:pt idx="2849">
                  <c:v>1.3956543306699132</c:v>
                </c:pt>
                <c:pt idx="2850">
                  <c:v>1.3965202161075467</c:v>
                </c:pt>
                <c:pt idx="2851">
                  <c:v>1.3973209973769372</c:v>
                </c:pt>
                <c:pt idx="2852">
                  <c:v>1.3980762057285574</c:v>
                </c:pt>
                <c:pt idx="2853">
                  <c:v>1.3988249036633533</c:v>
                </c:pt>
                <c:pt idx="2854">
                  <c:v>1.3996321953495681</c:v>
                </c:pt>
                <c:pt idx="2855">
                  <c:v>1.4003743828675397</c:v>
                </c:pt>
                <c:pt idx="2856">
                  <c:v>1.401005893299498</c:v>
                </c:pt>
                <c:pt idx="2857">
                  <c:v>1.4016471693566928</c:v>
                </c:pt>
                <c:pt idx="2858">
                  <c:v>1.4023730808326036</c:v>
                </c:pt>
                <c:pt idx="2859">
                  <c:v>1.4031640964767575</c:v>
                </c:pt>
                <c:pt idx="2860">
                  <c:v>1.4091829768308344</c:v>
                </c:pt>
                <c:pt idx="2861">
                  <c:v>1.4236458678060444</c:v>
                </c:pt>
                <c:pt idx="2862">
                  <c:v>1.4331250347022433</c:v>
                </c:pt>
                <c:pt idx="2863">
                  <c:v>1.4365690452023046</c:v>
                </c:pt>
                <c:pt idx="2864">
                  <c:v>1.4374674827240597</c:v>
                </c:pt>
                <c:pt idx="2865">
                  <c:v>1.4378223004409847</c:v>
                </c:pt>
                <c:pt idx="2866">
                  <c:v>1.4382812848270987</c:v>
                </c:pt>
                <c:pt idx="2867">
                  <c:v>1.4388574567160504</c:v>
                </c:pt>
                <c:pt idx="2868">
                  <c:v>1.4395117536068938</c:v>
                </c:pt>
                <c:pt idx="2869">
                  <c:v>1.4401530296640885</c:v>
                </c:pt>
                <c:pt idx="2870">
                  <c:v>1.4408073265549319</c:v>
                </c:pt>
                <c:pt idx="2871">
                  <c:v>1.4414778994878361</c:v>
                </c:pt>
                <c:pt idx="2872">
                  <c:v>1.4422070661721591</c:v>
                </c:pt>
                <c:pt idx="2873">
                  <c:v>1.4428841495218876</c:v>
                </c:pt>
                <c:pt idx="2874">
                  <c:v>1.4435254255790824</c:v>
                </c:pt>
                <c:pt idx="2875">
                  <c:v>1.4442155297624595</c:v>
                </c:pt>
                <c:pt idx="2876">
                  <c:v>1.4449446964467825</c:v>
                </c:pt>
                <c:pt idx="2877">
                  <c:v>1.445664097505869</c:v>
                </c:pt>
                <c:pt idx="2878">
                  <c:v>1.4464844100257324</c:v>
                </c:pt>
                <c:pt idx="2879">
                  <c:v>1.4472656600446498</c:v>
                </c:pt>
                <c:pt idx="2880">
                  <c:v>1.4480827173561011</c:v>
                </c:pt>
                <c:pt idx="2881">
                  <c:v>1.4489127955012009</c:v>
                </c:pt>
                <c:pt idx="2882">
                  <c:v>1.4497624048967737</c:v>
                </c:pt>
                <c:pt idx="2883">
                  <c:v>1.4506055038755221</c:v>
                </c:pt>
                <c:pt idx="2884">
                  <c:v>1.4514746445215678</c:v>
                </c:pt>
                <c:pt idx="2885">
                  <c:v>1.4522786809993704</c:v>
                </c:pt>
                <c:pt idx="2886">
                  <c:v>1.453144566437004</c:v>
                </c:pt>
                <c:pt idx="2887">
                  <c:v>1.4540397487503469</c:v>
                </c:pt>
                <c:pt idx="2888">
                  <c:v>1.4549121446048048</c:v>
                </c:pt>
                <c:pt idx="2889">
                  <c:v>1.4556640977480129</c:v>
                </c:pt>
                <c:pt idx="2890">
                  <c:v>1.4564323269332817</c:v>
                </c:pt>
                <c:pt idx="2891">
                  <c:v>1.4572624050783816</c:v>
                </c:pt>
                <c:pt idx="2892">
                  <c:v>1.4582454780188527</c:v>
                </c:pt>
                <c:pt idx="2893">
                  <c:v>1.4591927436667902</c:v>
                </c:pt>
                <c:pt idx="2894">
                  <c:v>1.4600325874371265</c:v>
                </c:pt>
                <c:pt idx="2895">
                  <c:v>1.4609212593336451</c:v>
                </c:pt>
                <c:pt idx="2896">
                  <c:v>1.4618685249815826</c:v>
                </c:pt>
                <c:pt idx="2897">
                  <c:v>1.4627018583350946</c:v>
                </c:pt>
                <c:pt idx="2898">
                  <c:v>1.463564488564316</c:v>
                </c:pt>
                <c:pt idx="2899">
                  <c:v>1.4644726917113076</c:v>
                </c:pt>
                <c:pt idx="2900">
                  <c:v>1.4654980823611368</c:v>
                </c:pt>
                <c:pt idx="2901">
                  <c:v>1.4679720407543755</c:v>
                </c:pt>
                <c:pt idx="2902">
                  <c:v>1.4793587597800979</c:v>
                </c:pt>
                <c:pt idx="2903">
                  <c:v>1.4887663120912293</c:v>
                </c:pt>
                <c:pt idx="2904">
                  <c:v>1.4933529007439574</c:v>
                </c:pt>
                <c:pt idx="2905">
                  <c:v>1.4950130570341571</c:v>
                </c:pt>
                <c:pt idx="2906">
                  <c:v>1.4957845414278381</c:v>
                </c:pt>
                <c:pt idx="2907">
                  <c:v>1.4964388383186815</c:v>
                </c:pt>
                <c:pt idx="2908">
                  <c:v>1.4972396195880719</c:v>
                </c:pt>
                <c:pt idx="2909">
                  <c:v>1.4980501664826988</c:v>
                </c:pt>
                <c:pt idx="2910">
                  <c:v>1.4989323279623932</c:v>
                </c:pt>
                <c:pt idx="2911">
                  <c:v>1.4998275102757361</c:v>
                </c:pt>
                <c:pt idx="2912">
                  <c:v>1.500804072799383</c:v>
                </c:pt>
                <c:pt idx="2913">
                  <c:v>1.5017741249062055</c:v>
                </c:pt>
                <c:pt idx="2914">
                  <c:v>1.5027474322214402</c:v>
                </c:pt>
                <c:pt idx="2915">
                  <c:v>1.5037598020376208</c:v>
                </c:pt>
                <c:pt idx="2916">
                  <c:v>1.5048144895631594</c:v>
                </c:pt>
                <c:pt idx="2917">
                  <c:v>1.5058138385456914</c:v>
                </c:pt>
                <c:pt idx="2918">
                  <c:v>1.5067936562777504</c:v>
                </c:pt>
                <c:pt idx="2919">
                  <c:v>1.5077181354668028</c:v>
                </c:pt>
                <c:pt idx="2920">
                  <c:v>1.5087402709082198</c:v>
                </c:pt>
                <c:pt idx="2921">
                  <c:v>1.5097461303075761</c:v>
                </c:pt>
                <c:pt idx="2922">
                  <c:v>1.5107975626247026</c:v>
                </c:pt>
                <c:pt idx="2923">
                  <c:v>1.5119433959857815</c:v>
                </c:pt>
                <c:pt idx="2924">
                  <c:v>1.5131543335151036</c:v>
                </c:pt>
                <c:pt idx="2925">
                  <c:v>1.5142806356257097</c:v>
                </c:pt>
                <c:pt idx="2926">
                  <c:v>1.5153808960690185</c:v>
                </c:pt>
                <c:pt idx="2927">
                  <c:v>1.5165234742216853</c:v>
                </c:pt>
                <c:pt idx="2928">
                  <c:v>1.5177571982098925</c:v>
                </c:pt>
                <c:pt idx="2929">
                  <c:v>1.5189844117812754</c:v>
                </c:pt>
                <c:pt idx="2930">
                  <c:v>1.5201562868096516</c:v>
                </c:pt>
                <c:pt idx="2931">
                  <c:v>1.5212988649623185</c:v>
                </c:pt>
                <c:pt idx="2932">
                  <c:v>1.5224935264495798</c:v>
                </c:pt>
                <c:pt idx="2933">
                  <c:v>1.5236686566863682</c:v>
                </c:pt>
                <c:pt idx="2934">
                  <c:v>1.5249186567166362</c:v>
                </c:pt>
                <c:pt idx="2935">
                  <c:v>1.5261295942459583</c:v>
                </c:pt>
                <c:pt idx="2936">
                  <c:v>1.5273763390678141</c:v>
                </c:pt>
                <c:pt idx="2937">
                  <c:v>1.5286133182644335</c:v>
                </c:pt>
                <c:pt idx="2938">
                  <c:v>1.5298568078778771</c:v>
                </c:pt>
                <c:pt idx="2939">
                  <c:v>1.5310970422829087</c:v>
                </c:pt>
                <c:pt idx="2940">
                  <c:v>1.5324251673150684</c:v>
                </c:pt>
                <c:pt idx="2941">
                  <c:v>1.5336849329705728</c:v>
                </c:pt>
                <c:pt idx="2942">
                  <c:v>1.5349088913335436</c:v>
                </c:pt>
                <c:pt idx="2943">
                  <c:v>1.5360742559450955</c:v>
                </c:pt>
                <c:pt idx="2944">
                  <c:v>1.5372786830575933</c:v>
                </c:pt>
                <c:pt idx="2945">
                  <c:v>1.5384831101700911</c:v>
                </c:pt>
                <c:pt idx="2946">
                  <c:v>1.5397135789498861</c:v>
                </c:pt>
                <c:pt idx="2947">
                  <c:v>1.5409375373128569</c:v>
                </c:pt>
                <c:pt idx="2948">
                  <c:v>1.5422070685935978</c:v>
                </c:pt>
                <c:pt idx="2949">
                  <c:v>1.5434375373733928</c:v>
                </c:pt>
                <c:pt idx="2950">
                  <c:v>1.5447005582373095</c:v>
                </c:pt>
                <c:pt idx="2951">
                  <c:v>1.5459049853498072</c:v>
                </c:pt>
                <c:pt idx="2952">
                  <c:v>1.5470996468370686</c:v>
                </c:pt>
                <c:pt idx="2953">
                  <c:v>1.5482422249897354</c:v>
                </c:pt>
                <c:pt idx="2954">
                  <c:v>1.5494792041863548</c:v>
                </c:pt>
                <c:pt idx="2955">
                  <c:v>1.551858761535641</c:v>
                </c:pt>
                <c:pt idx="2956">
                  <c:v>1.553984412628779</c:v>
                </c:pt>
                <c:pt idx="2957">
                  <c:v>1.5547200897299263</c:v>
                </c:pt>
                <c:pt idx="2958">
                  <c:v>1.554964230360838</c:v>
                </c:pt>
                <c:pt idx="2959">
                  <c:v>1.5556380585021543</c:v>
                </c:pt>
                <c:pt idx="2960">
                  <c:v>1.5566634491519835</c:v>
                </c:pt>
                <c:pt idx="2961">
                  <c:v>1.5578157929298868</c:v>
                </c:pt>
                <c:pt idx="2962">
                  <c:v>1.5591439179620465</c:v>
                </c:pt>
                <c:pt idx="2963">
                  <c:v>1.5601823294455244</c:v>
                </c:pt>
                <c:pt idx="2964">
                  <c:v>1.5612923555140696</c:v>
                </c:pt>
                <c:pt idx="2965">
                  <c:v>1.5624414440835608</c:v>
                </c:pt>
                <c:pt idx="2966">
                  <c:v>1.5635840222362276</c:v>
                </c:pt>
                <c:pt idx="2967">
                  <c:v>1.5647428764309552</c:v>
                </c:pt>
                <c:pt idx="2968">
                  <c:v>1.5675358452485852</c:v>
                </c:pt>
                <c:pt idx="2969">
                  <c:v>1.5705013401120596</c:v>
                </c:pt>
                <c:pt idx="2970">
                  <c:v>1.5725911839126638</c:v>
                </c:pt>
                <c:pt idx="2971">
                  <c:v>1.5740169651971883</c:v>
                </c:pt>
                <c:pt idx="2972">
                  <c:v>1.5752344131433347</c:v>
                </c:pt>
                <c:pt idx="2973">
                  <c:v>1.5762793350436368</c:v>
                </c:pt>
                <c:pt idx="2974">
                  <c:v>1.5773502986112362</c:v>
                </c:pt>
                <c:pt idx="2975">
                  <c:v>1.5784407934293085</c:v>
                </c:pt>
                <c:pt idx="2976">
                  <c:v>1.5779948298768431</c:v>
                </c:pt>
                <c:pt idx="2977">
                  <c:v>1.5773633194448848</c:v>
                </c:pt>
                <c:pt idx="2978">
                  <c:v>1.5776335017430938</c:v>
                </c:pt>
                <c:pt idx="2979">
                  <c:v>1.5784538142629572</c:v>
                </c:pt>
                <c:pt idx="2980">
                  <c:v>1.5795573299146781</c:v>
                </c:pt>
                <c:pt idx="2981">
                  <c:v>1.580826861195419</c:v>
                </c:pt>
                <c:pt idx="2982">
                  <c:v>1.5821256893518694</c:v>
                </c:pt>
                <c:pt idx="2983">
                  <c:v>1.5832617570877119</c:v>
                </c:pt>
                <c:pt idx="2984">
                  <c:v>1.584368527947845</c:v>
                </c:pt>
                <c:pt idx="2985">
                  <c:v>1.5854167050565593</c:v>
                </c:pt>
                <c:pt idx="2986">
                  <c:v>1.5865104550830438</c:v>
                </c:pt>
                <c:pt idx="2987">
                  <c:v>1.5875683978169945</c:v>
                </c:pt>
                <c:pt idx="2988">
                  <c:v>1.5886784238855398</c:v>
                </c:pt>
                <c:pt idx="2989">
                  <c:v>1.5897982155793215</c:v>
                </c:pt>
                <c:pt idx="2990">
                  <c:v>1.5909635801908735</c:v>
                </c:pt>
                <c:pt idx="2991">
                  <c:v>1.5920605854257701</c:v>
                </c:pt>
                <c:pt idx="2992">
                  <c:v>1.593225950037322</c:v>
                </c:pt>
                <c:pt idx="2993">
                  <c:v>1.5944108458993469</c:v>
                </c:pt>
                <c:pt idx="2994">
                  <c:v>1.5956152730118447</c:v>
                </c:pt>
                <c:pt idx="2995">
                  <c:v>1.5967969136654574</c:v>
                </c:pt>
                <c:pt idx="2996">
                  <c:v>1.5979948303611309</c:v>
                </c:pt>
                <c:pt idx="2997">
                  <c:v>1.599163450181095</c:v>
                </c:pt>
                <c:pt idx="2998">
                  <c:v>1.6003548564599441</c:v>
                </c:pt>
                <c:pt idx="2999">
                  <c:v>1.6014811585705502</c:v>
                </c:pt>
                <c:pt idx="3000">
                  <c:v>1.6026204815148049</c:v>
                </c:pt>
                <c:pt idx="3001">
                  <c:v>1.6037435284169987</c:v>
                </c:pt>
                <c:pt idx="3002">
                  <c:v>1.604895872194902</c:v>
                </c:pt>
                <c:pt idx="3003">
                  <c:v>1.6060579815980418</c:v>
                </c:pt>
                <c:pt idx="3004">
                  <c:v>1.6072428774600667</c:v>
                </c:pt>
                <c:pt idx="3005">
                  <c:v>1.6083366274865512</c:v>
                </c:pt>
                <c:pt idx="3006">
                  <c:v>1.6094336327214478</c:v>
                </c:pt>
                <c:pt idx="3007">
                  <c:v>1.6112663150574917</c:v>
                </c:pt>
                <c:pt idx="3008">
                  <c:v>1.614440143259344</c:v>
                </c:pt>
                <c:pt idx="3009">
                  <c:v>1.6167025131057926</c:v>
                </c:pt>
                <c:pt idx="3010">
                  <c:v>1.6182422266847425</c:v>
                </c:pt>
                <c:pt idx="3011">
                  <c:v>1.6193880600458215</c:v>
                </c:pt>
                <c:pt idx="3012">
                  <c:v>1.6204134506956507</c:v>
                </c:pt>
                <c:pt idx="3013">
                  <c:v>1.6213867580108854</c:v>
                </c:pt>
                <c:pt idx="3014">
                  <c:v>1.6223926174102417</c:v>
                </c:pt>
                <c:pt idx="3015">
                  <c:v>1.6233496486834156</c:v>
                </c:pt>
                <c:pt idx="3016">
                  <c:v>1.6242936591229409</c:v>
                </c:pt>
                <c:pt idx="3017">
                  <c:v>1.6252279039372297</c:v>
                </c:pt>
                <c:pt idx="3018">
                  <c:v>1.6262565497954711</c:v>
                </c:pt>
                <c:pt idx="3019">
                  <c:v>1.627275430028476</c:v>
                </c:pt>
                <c:pt idx="3020">
                  <c:v>1.6283073310951295</c:v>
                </c:pt>
                <c:pt idx="3021">
                  <c:v>1.6293489977870195</c:v>
                </c:pt>
                <c:pt idx="3022">
                  <c:v>1.6303320707274906</c:v>
                </c:pt>
                <c:pt idx="3023">
                  <c:v>1.631298867625901</c:v>
                </c:pt>
                <c:pt idx="3024">
                  <c:v>1.6323079822336695</c:v>
                </c:pt>
                <c:pt idx="3025">
                  <c:v>1.633278034340492</c:v>
                </c:pt>
                <c:pt idx="3026">
                  <c:v>1.6342611072809632</c:v>
                </c:pt>
                <c:pt idx="3027">
                  <c:v>1.6352116281373128</c:v>
                </c:pt>
                <c:pt idx="3028">
                  <c:v>1.6362207427450812</c:v>
                </c:pt>
                <c:pt idx="3029">
                  <c:v>1.6372331125612618</c:v>
                </c:pt>
                <c:pt idx="3030">
                  <c:v>1.6382454823774424</c:v>
                </c:pt>
                <c:pt idx="3031">
                  <c:v>1.6392122792758528</c:v>
                </c:pt>
                <c:pt idx="3032">
                  <c:v>1.6401628001322024</c:v>
                </c:pt>
                <c:pt idx="3033">
                  <c:v>1.6410319407782481</c:v>
                </c:pt>
                <c:pt idx="3034">
                  <c:v>1.6419173574663546</c:v>
                </c:pt>
                <c:pt idx="3035">
                  <c:v>1.6425456126899007</c:v>
                </c:pt>
                <c:pt idx="3036">
                  <c:v>1.6426725658179748</c:v>
                </c:pt>
                <c:pt idx="3037">
                  <c:v>1.643489623129426</c:v>
                </c:pt>
                <c:pt idx="3038">
                  <c:v>1.6437272533435134</c:v>
                </c:pt>
                <c:pt idx="3039">
                  <c:v>1.6434245189611829</c:v>
                </c:pt>
                <c:pt idx="3040">
                  <c:v>1.6446680085746266</c:v>
                </c:pt>
                <c:pt idx="3041">
                  <c:v>1.6469433992547238</c:v>
                </c:pt>
                <c:pt idx="3042">
                  <c:v>1.6487207430477611</c:v>
                </c:pt>
                <c:pt idx="3043">
                  <c:v>1.6499935295369141</c:v>
                </c:pt>
                <c:pt idx="3044">
                  <c:v>1.6511003003970472</c:v>
                </c:pt>
                <c:pt idx="3045">
                  <c:v>1.6520768629206941</c:v>
                </c:pt>
                <c:pt idx="3046">
                  <c:v>1.6530631910695774</c:v>
                </c:pt>
                <c:pt idx="3047">
                  <c:v>1.6540592848436972</c:v>
                </c:pt>
                <c:pt idx="3048">
                  <c:v>1.6548763421551484</c:v>
                </c:pt>
                <c:pt idx="3049">
                  <c:v>1.6555273838375797</c:v>
                </c:pt>
                <c:pt idx="3050">
                  <c:v>1.6565625401126454</c:v>
                </c:pt>
                <c:pt idx="3051">
                  <c:v>1.6577669672251432</c:v>
                </c:pt>
                <c:pt idx="3052">
                  <c:v>1.6591308995498366</c:v>
                </c:pt>
                <c:pt idx="3053">
                  <c:v>1.6604297277062869</c:v>
                </c:pt>
                <c:pt idx="3054">
                  <c:v>1.6616374100271969</c:v>
                </c:pt>
                <c:pt idx="3055">
                  <c:v>1.6627376704705057</c:v>
                </c:pt>
                <c:pt idx="3056">
                  <c:v>1.6637956132044565</c:v>
                </c:pt>
                <c:pt idx="3057">
                  <c:v>1.6648307694795221</c:v>
                </c:pt>
                <c:pt idx="3058">
                  <c:v>1.6658919674218851</c:v>
                </c:pt>
                <c:pt idx="3059">
                  <c:v>1.6669303789053629</c:v>
                </c:pt>
                <c:pt idx="3060">
                  <c:v>1.6680664466412054</c:v>
                </c:pt>
                <c:pt idx="3061">
                  <c:v>1.6692057695854601</c:v>
                </c:pt>
                <c:pt idx="3062">
                  <c:v>1.6703874102390728</c:v>
                </c:pt>
                <c:pt idx="3063">
                  <c:v>1.6715072019328545</c:v>
                </c:pt>
                <c:pt idx="3064">
                  <c:v>1.6726042071677512</c:v>
                </c:pt>
                <c:pt idx="3065">
                  <c:v>1.6737077228194721</c:v>
                </c:pt>
                <c:pt idx="3066">
                  <c:v>1.6748600665973754</c:v>
                </c:pt>
                <c:pt idx="3067">
                  <c:v>1.6759928791248058</c:v>
                </c:pt>
                <c:pt idx="3068">
                  <c:v>1.6771484781111212</c:v>
                </c:pt>
                <c:pt idx="3069">
                  <c:v>1.6782650145964908</c:v>
                </c:pt>
                <c:pt idx="3070">
                  <c:v>1.6794303792080427</c:v>
                </c:pt>
                <c:pt idx="3071">
                  <c:v>1.6806055094448311</c:v>
                </c:pt>
                <c:pt idx="3072">
                  <c:v>1.6818652751003356</c:v>
                </c:pt>
                <c:pt idx="3073">
                  <c:v>1.6831022542969549</c:v>
                </c:pt>
                <c:pt idx="3074">
                  <c:v>1.6843392334935743</c:v>
                </c:pt>
                <c:pt idx="3075">
                  <c:v>1.6855501710228964</c:v>
                </c:pt>
                <c:pt idx="3076">
                  <c:v>1.6867904054279279</c:v>
                </c:pt>
                <c:pt idx="3077">
                  <c:v>1.6879622804563041</c:v>
                </c:pt>
                <c:pt idx="3078">
                  <c:v>1.6891732179856263</c:v>
                </c:pt>
                <c:pt idx="3079">
                  <c:v>1.6903483482224146</c:v>
                </c:pt>
                <c:pt idx="3080">
                  <c:v>1.6913639732470074</c:v>
                </c:pt>
                <c:pt idx="3081">
                  <c:v>1.6909082440693055</c:v>
                </c:pt>
                <c:pt idx="3082">
                  <c:v>1.6903288169719417</c:v>
                </c:pt>
                <c:pt idx="3083">
                  <c:v>1.6906868898972789</c:v>
                </c:pt>
                <c:pt idx="3084">
                  <c:v>1.6916536867956893</c:v>
                </c:pt>
                <c:pt idx="3085">
                  <c:v>1.6928450930745385</c:v>
                </c:pt>
                <c:pt idx="3086">
                  <c:v>1.6940690514375092</c:v>
                </c:pt>
                <c:pt idx="3087">
                  <c:v>1.6952930098004799</c:v>
                </c:pt>
                <c:pt idx="3088">
                  <c:v>1.6965299889970993</c:v>
                </c:pt>
                <c:pt idx="3089">
                  <c:v>1.6978353275703739</c:v>
                </c:pt>
                <c:pt idx="3090">
                  <c:v>1.699567098445641</c:v>
                </c:pt>
                <c:pt idx="3091">
                  <c:v>1.7024284266399263</c:v>
                </c:pt>
                <c:pt idx="3092">
                  <c:v>1.7050456142032999</c:v>
                </c:pt>
                <c:pt idx="3093">
                  <c:v>1.7065072027803581</c:v>
                </c:pt>
                <c:pt idx="3094">
                  <c:v>1.7075130621797143</c:v>
                </c:pt>
                <c:pt idx="3095">
                  <c:v>1.7085644944968408</c:v>
                </c:pt>
                <c:pt idx="3096">
                  <c:v>1.7097689216093386</c:v>
                </c:pt>
                <c:pt idx="3097">
                  <c:v>1.7108594164274109</c:v>
                </c:pt>
                <c:pt idx="3098">
                  <c:v>1.7106673591310937</c:v>
                </c:pt>
                <c:pt idx="3099">
                  <c:v>1.7106575935058572</c:v>
                </c:pt>
                <c:pt idx="3100">
                  <c:v>1.7112435310200453</c:v>
                </c:pt>
                <c:pt idx="3101">
                  <c:v>1.7123503018801784</c:v>
                </c:pt>
                <c:pt idx="3102">
                  <c:v>1.7141211352563914</c:v>
                </c:pt>
                <c:pt idx="3103">
                  <c:v>1.7170670988693928</c:v>
                </c:pt>
                <c:pt idx="3104">
                  <c:v>1.7193555103831386</c:v>
                </c:pt>
                <c:pt idx="3105">
                  <c:v>1.7208170989601967</c:v>
                </c:pt>
                <c:pt idx="3106">
                  <c:v>1.7215885833538778</c:v>
                </c:pt>
                <c:pt idx="3107">
                  <c:v>1.7223307708718494</c:v>
                </c:pt>
                <c:pt idx="3108">
                  <c:v>1.7233919688142123</c:v>
                </c:pt>
                <c:pt idx="3109">
                  <c:v>1.7245378021752913</c:v>
                </c:pt>
                <c:pt idx="3110">
                  <c:v>1.7253874115708641</c:v>
                </c:pt>
                <c:pt idx="3111">
                  <c:v>1.7262337657580247</c:v>
                </c:pt>
                <c:pt idx="3112">
                  <c:v>1.7279101980902851</c:v>
                </c:pt>
                <c:pt idx="3113">
                  <c:v>1.7293750418757554</c:v>
                </c:pt>
                <c:pt idx="3114">
                  <c:v>1.7301595471030851</c:v>
                </c:pt>
                <c:pt idx="3115">
                  <c:v>1.7310189221238943</c:v>
                </c:pt>
                <c:pt idx="3116">
                  <c:v>1.7321712659017976</c:v>
                </c:pt>
                <c:pt idx="3117">
                  <c:v>1.7334115003068291</c:v>
                </c:pt>
                <c:pt idx="3118">
                  <c:v>1.7347396253389888</c:v>
                </c:pt>
                <c:pt idx="3119">
                  <c:v>1.7360254326617905</c:v>
                </c:pt>
                <c:pt idx="3120">
                  <c:v>1.737327516026653</c:v>
                </c:pt>
                <c:pt idx="3121">
                  <c:v>1.7386035577242183</c:v>
                </c:pt>
                <c:pt idx="3122">
                  <c:v>1.7399577244236752</c:v>
                </c:pt>
                <c:pt idx="3123">
                  <c:v>1.7412305109128283</c:v>
                </c:pt>
                <c:pt idx="3124">
                  <c:v>1.7423307713561371</c:v>
                </c:pt>
                <c:pt idx="3125">
                  <c:v>1.7430273859563385</c:v>
                </c:pt>
                <c:pt idx="3126">
                  <c:v>1.7439062922276207</c:v>
                </c:pt>
                <c:pt idx="3127">
                  <c:v>1.7450293391298146</c:v>
                </c:pt>
                <c:pt idx="3128">
                  <c:v>1.7462923599937312</c:v>
                </c:pt>
                <c:pt idx="3129">
                  <c:v>1.7475618912744721</c:v>
                </c:pt>
                <c:pt idx="3130">
                  <c:v>1.7488314225552131</c:v>
                </c:pt>
                <c:pt idx="3131">
                  <c:v>1.7497200944517317</c:v>
                </c:pt>
                <c:pt idx="3132">
                  <c:v>1.7505273861379465</c:v>
                </c:pt>
                <c:pt idx="3133">
                  <c:v>1.7515820736634851</c:v>
                </c:pt>
                <c:pt idx="3134">
                  <c:v>1.7528548601526381</c:v>
                </c:pt>
                <c:pt idx="3135">
                  <c:v>1.7541634539343249</c:v>
                </c:pt>
                <c:pt idx="3136">
                  <c:v>1.7554655372991874</c:v>
                </c:pt>
                <c:pt idx="3137">
                  <c:v>1.7564388446144221</c:v>
                </c:pt>
                <c:pt idx="3138">
                  <c:v>1.757395875887596</c:v>
                </c:pt>
                <c:pt idx="3139">
                  <c:v>1.758541709248675</c:v>
                </c:pt>
                <c:pt idx="3140">
                  <c:v>1.7598437926135375</c:v>
                </c:pt>
                <c:pt idx="3141">
                  <c:v>1.7611686624372851</c:v>
                </c:pt>
                <c:pt idx="3142">
                  <c:v>1.762500042677857</c:v>
                </c:pt>
                <c:pt idx="3143">
                  <c:v>1.7635254333276862</c:v>
                </c:pt>
                <c:pt idx="3144">
                  <c:v>1.7643685323064346</c:v>
                </c:pt>
                <c:pt idx="3145">
                  <c:v>1.7654134542067368</c:v>
                </c:pt>
                <c:pt idx="3146">
                  <c:v>1.766689495904302</c:v>
                </c:pt>
                <c:pt idx="3147">
                  <c:v>1.7679883240607523</c:v>
                </c:pt>
                <c:pt idx="3148">
                  <c:v>1.769231813674196</c:v>
                </c:pt>
                <c:pt idx="3149">
                  <c:v>1.7700749126529445</c:v>
                </c:pt>
                <c:pt idx="3150">
                  <c:v>1.7709993918419968</c:v>
                </c:pt>
                <c:pt idx="3151">
                  <c:v>1.7721517356199001</c:v>
                </c:pt>
                <c:pt idx="3152">
                  <c:v>1.7734798606520599</c:v>
                </c:pt>
                <c:pt idx="3153">
                  <c:v>1.7747363710991522</c:v>
                </c:pt>
                <c:pt idx="3154">
                  <c:v>1.7756348086209073</c:v>
                </c:pt>
                <c:pt idx="3155">
                  <c:v>1.7766016055193177</c:v>
                </c:pt>
                <c:pt idx="3156">
                  <c:v>1.7778548607579978</c:v>
                </c:pt>
                <c:pt idx="3157">
                  <c:v>1.7791634545396846</c:v>
                </c:pt>
                <c:pt idx="3158">
                  <c:v>1.7802669701914056</c:v>
                </c:pt>
                <c:pt idx="3159">
                  <c:v>1.7808268660382964</c:v>
                </c:pt>
                <c:pt idx="3160">
                  <c:v>1.7816634546002206</c:v>
                </c:pt>
                <c:pt idx="3161">
                  <c:v>1.7825846785808608</c:v>
                </c:pt>
                <c:pt idx="3162">
                  <c:v>1.7830631942174477</c:v>
                </c:pt>
                <c:pt idx="3163">
                  <c:v>1.7832096785959948</c:v>
                </c:pt>
                <c:pt idx="3164">
                  <c:v>1.7832324650548799</c:v>
                </c:pt>
                <c:pt idx="3165">
                  <c:v>1.7832226994296434</c:v>
                </c:pt>
                <c:pt idx="3166">
                  <c:v>1.7832064233875826</c:v>
                </c:pt>
                <c:pt idx="3167">
                  <c:v>1.7832259546380556</c:v>
                </c:pt>
                <c:pt idx="3168">
                  <c:v>1.7839355900719056</c:v>
                </c:pt>
                <c:pt idx="3169">
                  <c:v>1.7852409286451802</c:v>
                </c:pt>
                <c:pt idx="3170">
                  <c:v>1.7866211370119345</c:v>
                </c:pt>
                <c:pt idx="3171">
                  <c:v>1.7877311630804797</c:v>
                </c:pt>
                <c:pt idx="3172">
                  <c:v>1.7889193141509168</c:v>
                </c:pt>
                <c:pt idx="3173">
                  <c:v>1.7901237412634146</c:v>
                </c:pt>
                <c:pt idx="3174">
                  <c:v>1.79111332462071</c:v>
                </c:pt>
                <c:pt idx="3175">
                  <c:v>1.7922428819397282</c:v>
                </c:pt>
                <c:pt idx="3176">
                  <c:v>1.7934570746774625</c:v>
                </c:pt>
                <c:pt idx="3177">
                  <c:v>1.7945638455375956</c:v>
                </c:pt>
                <c:pt idx="3178">
                  <c:v>1.7957064236902625</c:v>
                </c:pt>
                <c:pt idx="3179">
                  <c:v>1.7968457466345171</c:v>
                </c:pt>
                <c:pt idx="3180">
                  <c:v>1.797968793536711</c:v>
                </c:pt>
                <c:pt idx="3181">
                  <c:v>1.7990592883547833</c:v>
                </c:pt>
                <c:pt idx="3182">
                  <c:v>1.8001237415055584</c:v>
                </c:pt>
                <c:pt idx="3183">
                  <c:v>1.8009115019413002</c:v>
                </c:pt>
                <c:pt idx="3184">
                  <c:v>1.8020703561360278</c:v>
                </c:pt>
                <c:pt idx="3185">
                  <c:v>1.8033463978335931</c:v>
                </c:pt>
                <c:pt idx="3186">
                  <c:v>1.8041927520207537</c:v>
                </c:pt>
                <c:pt idx="3187">
                  <c:v>1.8050521270415629</c:v>
                </c:pt>
                <c:pt idx="3188">
                  <c:v>1.8063379343643646</c:v>
                </c:pt>
                <c:pt idx="3189">
                  <c:v>1.8076530385628757</c:v>
                </c:pt>
                <c:pt idx="3190">
                  <c:v>1.8085579865014552</c:v>
                </c:pt>
                <c:pt idx="3191">
                  <c:v>1.8095475698587506</c:v>
                </c:pt>
                <c:pt idx="3192">
                  <c:v>1.8109082469750319</c:v>
                </c:pt>
                <c:pt idx="3193">
                  <c:v>1.812347049093205</c:v>
                </c:pt>
                <c:pt idx="3194">
                  <c:v>1.813473351203811</c:v>
                </c:pt>
                <c:pt idx="3195">
                  <c:v>1.8144824658115795</c:v>
                </c:pt>
                <c:pt idx="3196">
                  <c:v>1.8157812939680298</c:v>
                </c:pt>
                <c:pt idx="3197">
                  <c:v>1.8170117627478248</c:v>
                </c:pt>
                <c:pt idx="3198">
                  <c:v>1.8179394971452894</c:v>
                </c:pt>
                <c:pt idx="3199">
                  <c:v>1.8190820752979562</c:v>
                </c:pt>
                <c:pt idx="3200">
                  <c:v>1.8203809034544065</c:v>
                </c:pt>
                <c:pt idx="3201">
                  <c:v>1.8212500441004522</c:v>
                </c:pt>
                <c:pt idx="3202">
                  <c:v>1.8220833774539642</c:v>
                </c:pt>
                <c:pt idx="3203">
                  <c:v>1.8229850701841315</c:v>
                </c:pt>
                <c:pt idx="3204">
                  <c:v>1.8235970493656168</c:v>
                </c:pt>
              </c:numCache>
            </c:numRef>
          </c:xVal>
          <c:yVal>
            <c:numRef>
              <c:f>'G10'!$M$6:$M$3210</c:f>
              <c:numCache>
                <c:formatCode>General</c:formatCode>
                <c:ptCount val="3205"/>
                <c:pt idx="0">
                  <c:v>0</c:v>
                </c:pt>
                <c:pt idx="1">
                  <c:v>-3.3174098653208678E-4</c:v>
                </c:pt>
                <c:pt idx="2">
                  <c:v>-1.5665546586237432E-3</c:v>
                </c:pt>
                <c:pt idx="3">
                  <c:v>3.1699694268621627E-3</c:v>
                </c:pt>
                <c:pt idx="4">
                  <c:v>3.1331093172474863E-3</c:v>
                </c:pt>
                <c:pt idx="5">
                  <c:v>-1.8430054807338153E-5</c:v>
                </c:pt>
                <c:pt idx="6">
                  <c:v>-5.1604153460546836E-4</c:v>
                </c:pt>
                <c:pt idx="7">
                  <c:v>-1.787715316311801E-3</c:v>
                </c:pt>
                <c:pt idx="8">
                  <c:v>-1.1058032884402893E-4</c:v>
                </c:pt>
                <c:pt idx="9">
                  <c:v>1.2329706666109226E-2</c:v>
                </c:pt>
                <c:pt idx="10">
                  <c:v>2.3350879440897442E-2</c:v>
                </c:pt>
                <c:pt idx="11">
                  <c:v>3.1349523227282197E-2</c:v>
                </c:pt>
                <c:pt idx="12">
                  <c:v>3.7284000875245089E-2</c:v>
                </c:pt>
                <c:pt idx="13">
                  <c:v>4.1338612932859481E-2</c:v>
                </c:pt>
                <c:pt idx="14">
                  <c:v>4.6941349594290277E-2</c:v>
                </c:pt>
                <c:pt idx="15">
                  <c:v>5.2580946365335751E-2</c:v>
                </c:pt>
                <c:pt idx="16">
                  <c:v>5.562190540854655E-2</c:v>
                </c:pt>
                <c:pt idx="17">
                  <c:v>5.8054672643115188E-2</c:v>
                </c:pt>
                <c:pt idx="18">
                  <c:v>6.3546828975701963E-2</c:v>
                </c:pt>
                <c:pt idx="19">
                  <c:v>6.787789185542642E-2</c:v>
                </c:pt>
                <c:pt idx="20">
                  <c:v>7.3664929064930607E-2</c:v>
                </c:pt>
                <c:pt idx="21">
                  <c:v>7.9359816000398098E-2</c:v>
                </c:pt>
                <c:pt idx="22">
                  <c:v>8.2179614385920835E-2</c:v>
                </c:pt>
                <c:pt idx="23">
                  <c:v>8.4501801291645431E-2</c:v>
                </c:pt>
                <c:pt idx="24">
                  <c:v>9.150522211843394E-2</c:v>
                </c:pt>
                <c:pt idx="25">
                  <c:v>9.8324342397149059E-2</c:v>
                </c:pt>
                <c:pt idx="26">
                  <c:v>0.10134687138555251</c:v>
                </c:pt>
                <c:pt idx="27">
                  <c:v>0.10556735393643295</c:v>
                </c:pt>
                <c:pt idx="28">
                  <c:v>0.11190729279015728</c:v>
                </c:pt>
                <c:pt idx="29">
                  <c:v>0.11874484312367972</c:v>
                </c:pt>
                <c:pt idx="30">
                  <c:v>0.12490048142933068</c:v>
                </c:pt>
                <c:pt idx="31">
                  <c:v>0.13081652902248622</c:v>
                </c:pt>
                <c:pt idx="32">
                  <c:v>0.13846500176753154</c:v>
                </c:pt>
                <c:pt idx="33">
                  <c:v>0.14371756738762292</c:v>
                </c:pt>
                <c:pt idx="34">
                  <c:v>0.14815921059619142</c:v>
                </c:pt>
                <c:pt idx="35">
                  <c:v>0.15460972977875978</c:v>
                </c:pt>
                <c:pt idx="36">
                  <c:v>0.15993601561808049</c:v>
                </c:pt>
                <c:pt idx="37">
                  <c:v>0.16411963805934626</c:v>
                </c:pt>
                <c:pt idx="38">
                  <c:v>0.16926162335059361</c:v>
                </c:pt>
                <c:pt idx="39">
                  <c:v>0.1762097540129601</c:v>
                </c:pt>
                <c:pt idx="40">
                  <c:v>0.18146231963305146</c:v>
                </c:pt>
                <c:pt idx="41">
                  <c:v>0.18706505629448228</c:v>
                </c:pt>
                <c:pt idx="42">
                  <c:v>0.19449236838183953</c:v>
                </c:pt>
                <c:pt idx="43">
                  <c:v>0.19675926512314212</c:v>
                </c:pt>
                <c:pt idx="44">
                  <c:v>0.21201935050361811</c:v>
                </c:pt>
                <c:pt idx="45">
                  <c:v>0.21343846472378317</c:v>
                </c:pt>
                <c:pt idx="46">
                  <c:v>0.21887533089194791</c:v>
                </c:pt>
                <c:pt idx="47">
                  <c:v>0.22633950308891987</c:v>
                </c:pt>
                <c:pt idx="48">
                  <c:v>0.23223712062726809</c:v>
                </c:pt>
                <c:pt idx="49">
                  <c:v>0.24056750540018493</c:v>
                </c:pt>
                <c:pt idx="50">
                  <c:v>0.24570949069143228</c:v>
                </c:pt>
                <c:pt idx="51">
                  <c:v>0.25328424321724824</c:v>
                </c:pt>
                <c:pt idx="52">
                  <c:v>0.25849994872772497</c:v>
                </c:pt>
                <c:pt idx="53">
                  <c:v>0.26397367500550439</c:v>
                </c:pt>
                <c:pt idx="54">
                  <c:v>0.27117982643517358</c:v>
                </c:pt>
                <c:pt idx="55">
                  <c:v>0.28033956367442064</c:v>
                </c:pt>
                <c:pt idx="56">
                  <c:v>0.28658735225410831</c:v>
                </c:pt>
                <c:pt idx="57">
                  <c:v>0.29753480480966715</c:v>
                </c:pt>
                <c:pt idx="58">
                  <c:v>0.30507269722586849</c:v>
                </c:pt>
                <c:pt idx="59">
                  <c:v>0.31054642350364792</c:v>
                </c:pt>
                <c:pt idx="60">
                  <c:v>0.31576212901412459</c:v>
                </c:pt>
                <c:pt idx="61">
                  <c:v>0.32473756570529827</c:v>
                </c:pt>
                <c:pt idx="62">
                  <c:v>0.33380515267050864</c:v>
                </c:pt>
                <c:pt idx="63">
                  <c:v>0.33872597730406795</c:v>
                </c:pt>
                <c:pt idx="64">
                  <c:v>0.36122907422382783</c:v>
                </c:pt>
                <c:pt idx="65">
                  <c:v>0.36119221411421315</c:v>
                </c:pt>
                <c:pt idx="66">
                  <c:v>0.36482293491125878</c:v>
                </c:pt>
                <c:pt idx="67">
                  <c:v>0.37079427266883636</c:v>
                </c:pt>
                <c:pt idx="68">
                  <c:v>0.3778898437696615</c:v>
                </c:pt>
                <c:pt idx="69">
                  <c:v>0.38688371051564252</c:v>
                </c:pt>
                <c:pt idx="70">
                  <c:v>0.39650419912507306</c:v>
                </c:pt>
                <c:pt idx="71">
                  <c:v>0.4046318532951092</c:v>
                </c:pt>
                <c:pt idx="72">
                  <c:v>0.41375473042474159</c:v>
                </c:pt>
                <c:pt idx="73">
                  <c:v>0.42061071081307139</c:v>
                </c:pt>
                <c:pt idx="74">
                  <c:v>0.42879365514752948</c:v>
                </c:pt>
                <c:pt idx="75">
                  <c:v>0.43808240277042793</c:v>
                </c:pt>
                <c:pt idx="76">
                  <c:v>0.44718684984525298</c:v>
                </c:pt>
                <c:pt idx="77">
                  <c:v>0.45634658708450004</c:v>
                </c:pt>
                <c:pt idx="78">
                  <c:v>0.46482441229587557</c:v>
                </c:pt>
                <c:pt idx="79">
                  <c:v>0.47195684350631545</c:v>
                </c:pt>
                <c:pt idx="80">
                  <c:v>0.4801397878407736</c:v>
                </c:pt>
                <c:pt idx="81">
                  <c:v>0.49117939067036914</c:v>
                </c:pt>
                <c:pt idx="82">
                  <c:v>0.50323264651436828</c:v>
                </c:pt>
                <c:pt idx="83">
                  <c:v>0.51025449739596418</c:v>
                </c:pt>
                <c:pt idx="84">
                  <c:v>0.5339371178233937</c:v>
                </c:pt>
                <c:pt idx="85">
                  <c:v>0.5346005997964578</c:v>
                </c:pt>
                <c:pt idx="86">
                  <c:v>0.5396135747040538</c:v>
                </c:pt>
                <c:pt idx="87">
                  <c:v>0.54787023925774136</c:v>
                </c:pt>
                <c:pt idx="88">
                  <c:v>0.55747229781236451</c:v>
                </c:pt>
                <c:pt idx="89">
                  <c:v>0.56242998255553844</c:v>
                </c:pt>
                <c:pt idx="90">
                  <c:v>0.57031804601307923</c:v>
                </c:pt>
                <c:pt idx="91">
                  <c:v>0.57997539473212434</c:v>
                </c:pt>
                <c:pt idx="92">
                  <c:v>0.58963274345116956</c:v>
                </c:pt>
                <c:pt idx="93">
                  <c:v>0.60070920639037984</c:v>
                </c:pt>
                <c:pt idx="94">
                  <c:v>0.60876314034118661</c:v>
                </c:pt>
                <c:pt idx="95">
                  <c:v>0.61939728196502064</c:v>
                </c:pt>
                <c:pt idx="96">
                  <c:v>0.62811469788889163</c:v>
                </c:pt>
                <c:pt idx="97">
                  <c:v>0.63613177173008373</c:v>
                </c:pt>
                <c:pt idx="98">
                  <c:v>0.64466488710588132</c:v>
                </c:pt>
                <c:pt idx="99">
                  <c:v>0.65717889432006393</c:v>
                </c:pt>
                <c:pt idx="100">
                  <c:v>0.66632020150450366</c:v>
                </c:pt>
                <c:pt idx="101">
                  <c:v>0.67684376279949376</c:v>
                </c:pt>
                <c:pt idx="102">
                  <c:v>0.68806766617716264</c:v>
                </c:pt>
                <c:pt idx="103">
                  <c:v>0.6986465176365747</c:v>
                </c:pt>
                <c:pt idx="104">
                  <c:v>0.70155846629613416</c:v>
                </c:pt>
                <c:pt idx="105">
                  <c:v>0.72363767195532525</c:v>
                </c:pt>
                <c:pt idx="106">
                  <c:v>0.72844791626004057</c:v>
                </c:pt>
                <c:pt idx="107">
                  <c:v>0.73718376223871884</c:v>
                </c:pt>
                <c:pt idx="108">
                  <c:v>0.74603018854624115</c:v>
                </c:pt>
                <c:pt idx="109">
                  <c:v>0.75666433017007528</c:v>
                </c:pt>
                <c:pt idx="110">
                  <c:v>0.76777765321890012</c:v>
                </c:pt>
                <c:pt idx="111">
                  <c:v>0.78115787300902773</c:v>
                </c:pt>
                <c:pt idx="112">
                  <c:v>0.79103638238576091</c:v>
                </c:pt>
                <c:pt idx="113">
                  <c:v>0.7987217152404209</c:v>
                </c:pt>
                <c:pt idx="114">
                  <c:v>0.80648076831431026</c:v>
                </c:pt>
                <c:pt idx="115">
                  <c:v>0.81433197166223636</c:v>
                </c:pt>
                <c:pt idx="116">
                  <c:v>0.82518727394375857</c:v>
                </c:pt>
                <c:pt idx="117">
                  <c:v>0.83624530682816145</c:v>
                </c:pt>
                <c:pt idx="118">
                  <c:v>0.84964395667309622</c:v>
                </c:pt>
                <c:pt idx="119">
                  <c:v>0.86400096936801263</c:v>
                </c:pt>
                <c:pt idx="120">
                  <c:v>0.87491156181395691</c:v>
                </c:pt>
                <c:pt idx="121">
                  <c:v>0.88386856845032324</c:v>
                </c:pt>
                <c:pt idx="122">
                  <c:v>0.893286326456873</c:v>
                </c:pt>
                <c:pt idx="123">
                  <c:v>0.90008701668078084</c:v>
                </c:pt>
                <c:pt idx="124">
                  <c:v>0.90559760306817494</c:v>
                </c:pt>
                <c:pt idx="125">
                  <c:v>0.92802697976870541</c:v>
                </c:pt>
                <c:pt idx="126">
                  <c:v>0.93584132300701683</c:v>
                </c:pt>
                <c:pt idx="127">
                  <c:v>0.94632802419239226</c:v>
                </c:pt>
                <c:pt idx="128">
                  <c:v>0.95681472537776757</c:v>
                </c:pt>
                <c:pt idx="129">
                  <c:v>0.9674672970564091</c:v>
                </c:pt>
                <c:pt idx="130">
                  <c:v>0.97802771846101388</c:v>
                </c:pt>
                <c:pt idx="131">
                  <c:v>0.98740861635794897</c:v>
                </c:pt>
                <c:pt idx="132">
                  <c:v>0.99605231206259059</c:v>
                </c:pt>
                <c:pt idx="133">
                  <c:v>1.0084925990575437</c:v>
                </c:pt>
                <c:pt idx="134">
                  <c:v>1.022075549450552</c:v>
                </c:pt>
                <c:pt idx="135">
                  <c:v>1.0323226599234321</c:v>
                </c:pt>
                <c:pt idx="136">
                  <c:v>1.0450946879049174</c:v>
                </c:pt>
                <c:pt idx="137">
                  <c:v>1.0569452131460357</c:v>
                </c:pt>
                <c:pt idx="138">
                  <c:v>1.0665104115910444</c:v>
                </c:pt>
                <c:pt idx="139">
                  <c:v>1.0765916515706584</c:v>
                </c:pt>
                <c:pt idx="140">
                  <c:v>1.0886264773598502</c:v>
                </c:pt>
                <c:pt idx="141">
                  <c:v>1.0994080594221429</c:v>
                </c:pt>
                <c:pt idx="142">
                  <c:v>1.1151657562824171</c:v>
                </c:pt>
                <c:pt idx="143">
                  <c:v>1.1285459760725445</c:v>
                </c:pt>
                <c:pt idx="144">
                  <c:v>1.1386087859973513</c:v>
                </c:pt>
                <c:pt idx="145">
                  <c:v>1.165793116838175</c:v>
                </c:pt>
                <c:pt idx="146">
                  <c:v>1.1661801479891292</c:v>
                </c:pt>
                <c:pt idx="147">
                  <c:v>1.1722252059659359</c:v>
                </c:pt>
                <c:pt idx="148">
                  <c:v>1.1832095186311096</c:v>
                </c:pt>
                <c:pt idx="149">
                  <c:v>1.1932723285559161</c:v>
                </c:pt>
                <c:pt idx="150">
                  <c:v>1.2060996467018235</c:v>
                </c:pt>
                <c:pt idx="151">
                  <c:v>1.2177290112852539</c:v>
                </c:pt>
                <c:pt idx="152">
                  <c:v>1.227220489511033</c:v>
                </c:pt>
                <c:pt idx="153">
                  <c:v>1.2376887606416012</c:v>
                </c:pt>
                <c:pt idx="154">
                  <c:v>1.2522669339942056</c:v>
                </c:pt>
                <c:pt idx="155">
                  <c:v>1.2638778685228287</c:v>
                </c:pt>
                <c:pt idx="156">
                  <c:v>1.2775161090802589</c:v>
                </c:pt>
                <c:pt idx="157">
                  <c:v>1.2895140747598359</c:v>
                </c:pt>
                <c:pt idx="158">
                  <c:v>1.3017700612067158</c:v>
                </c:pt>
                <c:pt idx="159">
                  <c:v>1.3143946487497424</c:v>
                </c:pt>
                <c:pt idx="160">
                  <c:v>1.3276827182658333</c:v>
                </c:pt>
                <c:pt idx="161">
                  <c:v>1.3377455281906399</c:v>
                </c:pt>
                <c:pt idx="162">
                  <c:v>1.3479004883894832</c:v>
                </c:pt>
                <c:pt idx="163">
                  <c:v>1.3607830966998127</c:v>
                </c:pt>
                <c:pt idx="164">
                  <c:v>1.3745134875312797</c:v>
                </c:pt>
                <c:pt idx="165">
                  <c:v>1.4022691500711308</c:v>
                </c:pt>
                <c:pt idx="166">
                  <c:v>1.405936730977791</c:v>
                </c:pt>
                <c:pt idx="167">
                  <c:v>1.4129585818593871</c:v>
                </c:pt>
                <c:pt idx="168">
                  <c:v>1.4251592781418447</c:v>
                </c:pt>
                <c:pt idx="169">
                  <c:v>1.4332316421474589</c:v>
                </c:pt>
                <c:pt idx="170">
                  <c:v>1.444731996347238</c:v>
                </c:pt>
                <c:pt idx="171">
                  <c:v>1.4624432790170898</c:v>
                </c:pt>
                <c:pt idx="172">
                  <c:v>1.47580506875241</c:v>
                </c:pt>
                <c:pt idx="173">
                  <c:v>1.4856282879647214</c:v>
                </c:pt>
                <c:pt idx="174">
                  <c:v>1.4972945126577664</c:v>
                </c:pt>
                <c:pt idx="175">
                  <c:v>1.5103429914613618</c:v>
                </c:pt>
                <c:pt idx="176">
                  <c:v>1.5234651904841865</c:v>
                </c:pt>
                <c:pt idx="177">
                  <c:v>1.5381355141108277</c:v>
                </c:pt>
                <c:pt idx="178">
                  <c:v>1.5521976459288267</c:v>
                </c:pt>
                <c:pt idx="179">
                  <c:v>1.5643061919372478</c:v>
                </c:pt>
                <c:pt idx="180">
                  <c:v>1.5737608100534124</c:v>
                </c:pt>
                <c:pt idx="181">
                  <c:v>1.5876755014329527</c:v>
                </c:pt>
                <c:pt idx="182">
                  <c:v>1.5997471873317592</c:v>
                </c:pt>
                <c:pt idx="183">
                  <c:v>1.614564951396859</c:v>
                </c:pt>
                <c:pt idx="184">
                  <c:v>1.6282769121735186</c:v>
                </c:pt>
                <c:pt idx="185">
                  <c:v>1.6337322083964907</c:v>
                </c:pt>
                <c:pt idx="186">
                  <c:v>1.6594237047979201</c:v>
                </c:pt>
                <c:pt idx="187">
                  <c:v>1.6668510168852773</c:v>
                </c:pt>
                <c:pt idx="188">
                  <c:v>1.6770612672485428</c:v>
                </c:pt>
                <c:pt idx="189">
                  <c:v>1.6927636739443948</c:v>
                </c:pt>
                <c:pt idx="190">
                  <c:v>1.7082817800921735</c:v>
                </c:pt>
                <c:pt idx="191">
                  <c:v>1.7198558545111819</c:v>
                </c:pt>
                <c:pt idx="192">
                  <c:v>1.7315405092590344</c:v>
                </c:pt>
                <c:pt idx="193">
                  <c:v>1.7440729465280242</c:v>
                </c:pt>
                <c:pt idx="194">
                  <c:v>1.7606599958546285</c:v>
                </c:pt>
                <c:pt idx="195">
                  <c:v>1.7747774178370497</c:v>
                </c:pt>
                <c:pt idx="196">
                  <c:v>1.7889685600387</c:v>
                </c:pt>
                <c:pt idx="197">
                  <c:v>1.8001187431971395</c:v>
                </c:pt>
                <c:pt idx="198">
                  <c:v>1.8138675640834139</c:v>
                </c:pt>
                <c:pt idx="199">
                  <c:v>1.8252389078995415</c:v>
                </c:pt>
                <c:pt idx="200">
                  <c:v>1.8393378998271552</c:v>
                </c:pt>
                <c:pt idx="201">
                  <c:v>1.8550955966874292</c:v>
                </c:pt>
                <c:pt idx="202">
                  <c:v>1.8689181377929329</c:v>
                </c:pt>
                <c:pt idx="203">
                  <c:v>1.8818560362676842</c:v>
                </c:pt>
                <c:pt idx="204">
                  <c:v>1.8947202145232063</c:v>
                </c:pt>
                <c:pt idx="205">
                  <c:v>1.9063127189970219</c:v>
                </c:pt>
                <c:pt idx="206">
                  <c:v>1.9240424317216813</c:v>
                </c:pt>
                <c:pt idx="207">
                  <c:v>1.934215821975332</c:v>
                </c:pt>
                <c:pt idx="208">
                  <c:v>1.9477987723683401</c:v>
                </c:pt>
                <c:pt idx="209">
                  <c:v>1.9617871839671099</c:v>
                </c:pt>
                <c:pt idx="210">
                  <c:v>1.9776001709918061</c:v>
                </c:pt>
                <c:pt idx="211">
                  <c:v>1.9913674219328876</c:v>
                </c:pt>
                <c:pt idx="212">
                  <c:v>2.0033285275028501</c:v>
                </c:pt>
                <c:pt idx="213">
                  <c:v>2.0165244467449042</c:v>
                </c:pt>
                <c:pt idx="214">
                  <c:v>2.0311763403167382</c:v>
                </c:pt>
                <c:pt idx="215">
                  <c:v>2.0465285759712506</c:v>
                </c:pt>
                <c:pt idx="216">
                  <c:v>2.0602589668027176</c:v>
                </c:pt>
                <c:pt idx="217">
                  <c:v>2.0768091560197073</c:v>
                </c:pt>
                <c:pt idx="218">
                  <c:v>2.0882357900002568</c:v>
                </c:pt>
                <c:pt idx="219">
                  <c:v>2.1030904141749716</c:v>
                </c:pt>
                <c:pt idx="220">
                  <c:v>2.1161941831429889</c:v>
                </c:pt>
                <c:pt idx="221">
                  <c:v>2.1284870296994836</c:v>
                </c:pt>
                <c:pt idx="222">
                  <c:v>2.1428440423943997</c:v>
                </c:pt>
                <c:pt idx="223">
                  <c:v>2.1581041277748758</c:v>
                </c:pt>
                <c:pt idx="224">
                  <c:v>2.171797658496728</c:v>
                </c:pt>
                <c:pt idx="225">
                  <c:v>2.1881082570012222</c:v>
                </c:pt>
                <c:pt idx="226">
                  <c:v>2.2215956665861558</c:v>
                </c:pt>
                <c:pt idx="227">
                  <c:v>2.2261847502331831</c:v>
                </c:pt>
                <c:pt idx="228">
                  <c:v>2.2340359535811092</c:v>
                </c:pt>
                <c:pt idx="229">
                  <c:v>2.2445042247116773</c:v>
                </c:pt>
                <c:pt idx="230">
                  <c:v>2.2591376882287038</c:v>
                </c:pt>
                <c:pt idx="231">
                  <c:v>2.2701957211131063</c:v>
                </c:pt>
                <c:pt idx="232">
                  <c:v>2.2865984698916373</c:v>
                </c:pt>
                <c:pt idx="233">
                  <c:v>2.3016558246692327</c:v>
                </c:pt>
                <c:pt idx="234">
                  <c:v>2.3165841690631765</c:v>
                </c:pt>
                <c:pt idx="235">
                  <c:v>2.3297247981408087</c:v>
                </c:pt>
                <c:pt idx="236">
                  <c:v>2.3443214015482208</c:v>
                </c:pt>
                <c:pt idx="237">
                  <c:v>2.3586046940239078</c:v>
                </c:pt>
                <c:pt idx="238">
                  <c:v>2.3765924275158699</c:v>
                </c:pt>
                <c:pt idx="239">
                  <c:v>2.3883508024829516</c:v>
                </c:pt>
                <c:pt idx="240">
                  <c:v>2.4043112299461065</c:v>
                </c:pt>
                <c:pt idx="241">
                  <c:v>2.4219119322871143</c:v>
                </c:pt>
                <c:pt idx="242">
                  <c:v>2.4369324269550949</c:v>
                </c:pt>
                <c:pt idx="243">
                  <c:v>2.4537037768297725</c:v>
                </c:pt>
                <c:pt idx="244">
                  <c:v>2.4669181261266342</c:v>
                </c:pt>
                <c:pt idx="245">
                  <c:v>2.4819939109590368</c:v>
                </c:pt>
                <c:pt idx="246">
                  <c:v>2.488886751456981</c:v>
                </c:pt>
                <c:pt idx="247">
                  <c:v>2.5152417298314744</c:v>
                </c:pt>
                <c:pt idx="248">
                  <c:v>2.5278847474293085</c:v>
                </c:pt>
                <c:pt idx="249">
                  <c:v>2.5406383453559864</c:v>
                </c:pt>
                <c:pt idx="250">
                  <c:v>2.5547004771739856</c:v>
                </c:pt>
                <c:pt idx="251">
                  <c:v>2.5665694324699113</c:v>
                </c:pt>
                <c:pt idx="252">
                  <c:v>2.5845571659618733</c:v>
                </c:pt>
                <c:pt idx="253">
                  <c:v>2.6011995054528998</c:v>
                </c:pt>
                <c:pt idx="254">
                  <c:v>2.6167913318199076</c:v>
                </c:pt>
                <c:pt idx="255">
                  <c:v>2.6334521013657417</c:v>
                </c:pt>
                <c:pt idx="256">
                  <c:v>2.6493940987740889</c:v>
                </c:pt>
                <c:pt idx="257">
                  <c:v>2.6628296087286385</c:v>
                </c:pt>
                <c:pt idx="258">
                  <c:v>2.6788637564110229</c:v>
                </c:pt>
                <c:pt idx="259">
                  <c:v>2.6922992663655725</c:v>
                </c:pt>
                <c:pt idx="260">
                  <c:v>2.7104897304604152</c:v>
                </c:pt>
                <c:pt idx="261">
                  <c:v>2.7234460589899738</c:v>
                </c:pt>
                <c:pt idx="262">
                  <c:v>2.7407150203444495</c:v>
                </c:pt>
                <c:pt idx="263">
                  <c:v>2.7534501882163203</c:v>
                </c:pt>
                <c:pt idx="264">
                  <c:v>2.7726543053255668</c:v>
                </c:pt>
                <c:pt idx="265">
                  <c:v>2.7892966448165928</c:v>
                </c:pt>
                <c:pt idx="266">
                  <c:v>2.7991014339740969</c:v>
                </c:pt>
                <c:pt idx="267">
                  <c:v>2.8171628876852881</c:v>
                </c:pt>
                <c:pt idx="268">
                  <c:v>2.8299164856119661</c:v>
                </c:pt>
                <c:pt idx="269">
                  <c:v>2.8462823742808827</c:v>
                </c:pt>
                <c:pt idx="270">
                  <c:v>2.8670530460487527</c:v>
                </c:pt>
                <c:pt idx="271">
                  <c:v>2.8814284887984765</c:v>
                </c:pt>
                <c:pt idx="272">
                  <c:v>2.8957117812741635</c:v>
                </c:pt>
                <c:pt idx="273">
                  <c:v>2.9127595819709513</c:v>
                </c:pt>
                <c:pt idx="274">
                  <c:v>2.9295862220100508</c:v>
                </c:pt>
                <c:pt idx="275">
                  <c:v>2.9450306079386004</c:v>
                </c:pt>
                <c:pt idx="276">
                  <c:v>2.9604934239219571</c:v>
                </c:pt>
                <c:pt idx="277">
                  <c:v>2.975421768315901</c:v>
                </c:pt>
                <c:pt idx="278">
                  <c:v>2.9930224706569089</c:v>
                </c:pt>
                <c:pt idx="279">
                  <c:v>3.0078770948316236</c:v>
                </c:pt>
                <c:pt idx="280">
                  <c:v>3.0241692632813106</c:v>
                </c:pt>
                <c:pt idx="281">
                  <c:v>3.040498291840612</c:v>
                </c:pt>
                <c:pt idx="282">
                  <c:v>3.057933123688354</c:v>
                </c:pt>
                <c:pt idx="283">
                  <c:v>3.0753126653716736</c:v>
                </c:pt>
                <c:pt idx="284">
                  <c:v>3.0880109731339296</c:v>
                </c:pt>
                <c:pt idx="285">
                  <c:v>3.1055748153653231</c:v>
                </c:pt>
                <c:pt idx="286">
                  <c:v>3.1239495800082393</c:v>
                </c:pt>
                <c:pt idx="287">
                  <c:v>3.1583584923335395</c:v>
                </c:pt>
                <c:pt idx="288">
                  <c:v>3.1598697568277414</c:v>
                </c:pt>
                <c:pt idx="289">
                  <c:v>3.1658226645305114</c:v>
                </c:pt>
                <c:pt idx="290">
                  <c:v>3.1814144908975197</c:v>
                </c:pt>
                <c:pt idx="291">
                  <c:v>3.2015032506375181</c:v>
                </c:pt>
                <c:pt idx="292">
                  <c:v>3.2179797196352786</c:v>
                </c:pt>
                <c:pt idx="293">
                  <c:v>3.2344746186878459</c:v>
                </c:pt>
                <c:pt idx="294">
                  <c:v>3.2520937510836614</c:v>
                </c:pt>
                <c:pt idx="295">
                  <c:v>3.2635019550094038</c:v>
                </c:pt>
                <c:pt idx="296">
                  <c:v>3.2854337202301362</c:v>
                </c:pt>
                <c:pt idx="297">
                  <c:v>3.3046931275038043</c:v>
                </c:pt>
                <c:pt idx="298">
                  <c:v>3.3173914352660603</c:v>
                </c:pt>
                <c:pt idx="299">
                  <c:v>3.3325409403176924</c:v>
                </c:pt>
                <c:pt idx="300">
                  <c:v>3.3504365235356177</c:v>
                </c:pt>
                <c:pt idx="301">
                  <c:v>3.3679082154929745</c:v>
                </c:pt>
                <c:pt idx="302">
                  <c:v>3.3840345134493952</c:v>
                </c:pt>
                <c:pt idx="303">
                  <c:v>3.3987232671308436</c:v>
                </c:pt>
                <c:pt idx="304">
                  <c:v>3.4133198705382557</c:v>
                </c:pt>
                <c:pt idx="305">
                  <c:v>3.4316762051263643</c:v>
                </c:pt>
                <c:pt idx="306">
                  <c:v>3.4511752031125282</c:v>
                </c:pt>
                <c:pt idx="307">
                  <c:v>3.4560591676364729</c:v>
                </c:pt>
                <c:pt idx="308">
                  <c:v>3.4923479455521216</c:v>
                </c:pt>
                <c:pt idx="309">
                  <c:v>3.5078660516999003</c:v>
                </c:pt>
                <c:pt idx="310">
                  <c:v>3.5222414944496241</c:v>
                </c:pt>
                <c:pt idx="311">
                  <c:v>3.5393077252012191</c:v>
                </c:pt>
                <c:pt idx="312">
                  <c:v>3.5566319767201171</c:v>
                </c:pt>
                <c:pt idx="313">
                  <c:v>3.5757992337197488</c:v>
                </c:pt>
                <c:pt idx="314">
                  <c:v>3.5944135890751601</c:v>
                </c:pt>
                <c:pt idx="315">
                  <c:v>3.6076832285364437</c:v>
                </c:pt>
                <c:pt idx="316">
                  <c:v>3.6229801740265346</c:v>
                </c:pt>
                <c:pt idx="317">
                  <c:v>3.6401385550521663</c:v>
                </c:pt>
                <c:pt idx="318">
                  <c:v>3.6578314076672109</c:v>
                </c:pt>
                <c:pt idx="319">
                  <c:v>3.675339959734182</c:v>
                </c:pt>
                <c:pt idx="320">
                  <c:v>3.6949495380491899</c:v>
                </c:pt>
                <c:pt idx="321">
                  <c:v>3.7105966545806202</c:v>
                </c:pt>
                <c:pt idx="322">
                  <c:v>3.7293768804292977</c:v>
                </c:pt>
                <c:pt idx="323">
                  <c:v>3.7495577904433328</c:v>
                </c:pt>
                <c:pt idx="324">
                  <c:v>3.7669189020718452</c:v>
                </c:pt>
                <c:pt idx="325">
                  <c:v>3.7820684071234774</c:v>
                </c:pt>
                <c:pt idx="326">
                  <c:v>3.8035209909192189</c:v>
                </c:pt>
                <c:pt idx="327">
                  <c:v>3.8121278265142458</c:v>
                </c:pt>
                <c:pt idx="328">
                  <c:v>3.8286780157312355</c:v>
                </c:pt>
                <c:pt idx="329">
                  <c:v>3.8475688219087569</c:v>
                </c:pt>
                <c:pt idx="330">
                  <c:v>3.8667913690728106</c:v>
                </c:pt>
                <c:pt idx="331">
                  <c:v>3.8851108435513049</c:v>
                </c:pt>
                <c:pt idx="332">
                  <c:v>3.9027299759471203</c:v>
                </c:pt>
                <c:pt idx="333">
                  <c:v>3.9215102017957979</c:v>
                </c:pt>
                <c:pt idx="334">
                  <c:v>3.9405115883021633</c:v>
                </c:pt>
                <c:pt idx="335">
                  <c:v>3.9584993217941253</c:v>
                </c:pt>
                <c:pt idx="336">
                  <c:v>3.9748467804082344</c:v>
                </c:pt>
                <c:pt idx="337">
                  <c:v>3.989756694747371</c:v>
                </c:pt>
                <c:pt idx="338">
                  <c:v>4.010103475254672</c:v>
                </c:pt>
                <c:pt idx="339">
                  <c:v>4.0307451366388909</c:v>
                </c:pt>
                <c:pt idx="340">
                  <c:v>4.0456366209232204</c:v>
                </c:pt>
                <c:pt idx="341">
                  <c:v>4.0635322041411452</c:v>
                </c:pt>
                <c:pt idx="342">
                  <c:v>4.080635295002355</c:v>
                </c:pt>
                <c:pt idx="343">
                  <c:v>4.0984571580010511</c:v>
                </c:pt>
                <c:pt idx="344">
                  <c:v>4.1170162231920413</c:v>
                </c:pt>
                <c:pt idx="345">
                  <c:v>4.1339718736147919</c:v>
                </c:pt>
                <c:pt idx="346">
                  <c:v>4.1524387885317449</c:v>
                </c:pt>
                <c:pt idx="347">
                  <c:v>4.1644367542113221</c:v>
                </c:pt>
                <c:pt idx="348">
                  <c:v>4.1806552024417796</c:v>
                </c:pt>
                <c:pt idx="349">
                  <c:v>4.1995275785644939</c:v>
                </c:pt>
                <c:pt idx="350">
                  <c:v>4.2208695820313915</c:v>
                </c:pt>
                <c:pt idx="351">
                  <c:v>4.2393180668935369</c:v>
                </c:pt>
                <c:pt idx="352">
                  <c:v>4.2566423184124345</c:v>
                </c:pt>
                <c:pt idx="353">
                  <c:v>4.2725290256563602</c:v>
                </c:pt>
                <c:pt idx="354">
                  <c:v>4.2943502105482487</c:v>
                </c:pt>
                <c:pt idx="355">
                  <c:v>4.3144574003430547</c:v>
                </c:pt>
                <c:pt idx="356">
                  <c:v>4.3315236310946501</c:v>
                </c:pt>
                <c:pt idx="357">
                  <c:v>4.3466178459818599</c:v>
                </c:pt>
                <c:pt idx="358">
                  <c:v>4.3645871494190143</c:v>
                </c:pt>
                <c:pt idx="359">
                  <c:v>4.3798103746898756</c:v>
                </c:pt>
                <c:pt idx="360">
                  <c:v>4.4009680776086997</c:v>
                </c:pt>
                <c:pt idx="361">
                  <c:v>4.4216465991025329</c:v>
                </c:pt>
                <c:pt idx="362">
                  <c:v>4.4403715347867889</c:v>
                </c:pt>
                <c:pt idx="363">
                  <c:v>4.4586541491556684</c:v>
                </c:pt>
                <c:pt idx="364">
                  <c:v>4.4746698667832447</c:v>
                </c:pt>
                <c:pt idx="365">
                  <c:v>4.4950166472905462</c:v>
                </c:pt>
                <c:pt idx="366">
                  <c:v>4.5154740081266915</c:v>
                </c:pt>
                <c:pt idx="367">
                  <c:v>4.5303286323014067</c:v>
                </c:pt>
                <c:pt idx="368">
                  <c:v>4.5725150277554034</c:v>
                </c:pt>
                <c:pt idx="369">
                  <c:v>4.5732337998928898</c:v>
                </c:pt>
                <c:pt idx="370">
                  <c:v>4.5845314234897883</c:v>
                </c:pt>
                <c:pt idx="371">
                  <c:v>4.5988515760750897</c:v>
                </c:pt>
                <c:pt idx="372">
                  <c:v>4.6205253205285191</c:v>
                </c:pt>
                <c:pt idx="373">
                  <c:v>4.6392318261579675</c:v>
                </c:pt>
                <c:pt idx="374">
                  <c:v>4.6582885028287553</c:v>
                </c:pt>
                <c:pt idx="375">
                  <c:v>4.6777322106504968</c:v>
                </c:pt>
                <c:pt idx="376">
                  <c:v>4.6967520272116703</c:v>
                </c:pt>
                <c:pt idx="377">
                  <c:v>4.7150346415805497</c:v>
                </c:pt>
                <c:pt idx="378">
                  <c:v>4.7309950690437041</c:v>
                </c:pt>
                <c:pt idx="379">
                  <c:v>4.7499227353308404</c:v>
                </c:pt>
                <c:pt idx="380">
                  <c:v>4.7712278786881237</c:v>
                </c:pt>
                <c:pt idx="381">
                  <c:v>4.7895289231118099</c:v>
                </c:pt>
                <c:pt idx="382">
                  <c:v>4.8086961801114416</c:v>
                </c:pt>
                <c:pt idx="383">
                  <c:v>4.8252279392736241</c:v>
                </c:pt>
                <c:pt idx="384">
                  <c:v>4.8419992891483021</c:v>
                </c:pt>
                <c:pt idx="385">
                  <c:v>4.8580887269951081</c:v>
                </c:pt>
                <c:pt idx="386">
                  <c:v>4.8800573523254549</c:v>
                </c:pt>
                <c:pt idx="387">
                  <c:v>4.8995010601471973</c:v>
                </c:pt>
                <c:pt idx="388">
                  <c:v>4.9058041388913063</c:v>
                </c:pt>
                <c:pt idx="389">
                  <c:v>4.9403420616002585</c:v>
                </c:pt>
                <c:pt idx="390">
                  <c:v>4.9556942972547713</c:v>
                </c:pt>
                <c:pt idx="391">
                  <c:v>4.9724472170746417</c:v>
                </c:pt>
                <c:pt idx="392">
                  <c:v>4.9922963861021445</c:v>
                </c:pt>
                <c:pt idx="393">
                  <c:v>5.0117400939238861</c:v>
                </c:pt>
                <c:pt idx="394">
                  <c:v>5.0265762880437936</c:v>
                </c:pt>
                <c:pt idx="395">
                  <c:v>5.0450984931251686</c:v>
                </c:pt>
                <c:pt idx="396">
                  <c:v>5.0638418588642313</c:v>
                </c:pt>
                <c:pt idx="397">
                  <c:v>5.0822903437263767</c:v>
                </c:pt>
                <c:pt idx="398">
                  <c:v>5.1025634040144485</c:v>
                </c:pt>
                <c:pt idx="399">
                  <c:v>5.1177866292853098</c:v>
                </c:pt>
                <c:pt idx="400">
                  <c:v>5.1300241856773825</c:v>
                </c:pt>
                <c:pt idx="401">
                  <c:v>5.1497259142664271</c:v>
                </c:pt>
                <c:pt idx="402">
                  <c:v>5.169888394225655</c:v>
                </c:pt>
                <c:pt idx="403">
                  <c:v>5.1871204954705163</c:v>
                </c:pt>
                <c:pt idx="404">
                  <c:v>5.2061403120316889</c:v>
                </c:pt>
                <c:pt idx="405">
                  <c:v>5.2243123460717245</c:v>
                </c:pt>
                <c:pt idx="406">
                  <c:v>5.2456359194838145</c:v>
                </c:pt>
                <c:pt idx="407">
                  <c:v>5.262222968810419</c:v>
                </c:pt>
                <c:pt idx="408">
                  <c:v>5.2755294683813174</c:v>
                </c:pt>
                <c:pt idx="409">
                  <c:v>5.3269493212937906</c:v>
                </c:pt>
                <c:pt idx="410">
                  <c:v>5.3318332858177353</c:v>
                </c:pt>
                <c:pt idx="411">
                  <c:v>5.3399793700425793</c:v>
                </c:pt>
                <c:pt idx="412">
                  <c:v>5.3582619844114587</c:v>
                </c:pt>
                <c:pt idx="413">
                  <c:v>5.3796592780427783</c:v>
                </c:pt>
                <c:pt idx="414">
                  <c:v>5.3956934257251623</c:v>
                </c:pt>
                <c:pt idx="415">
                  <c:v>5.4107139203931425</c:v>
                </c:pt>
                <c:pt idx="416">
                  <c:v>5.4299917577216181</c:v>
                </c:pt>
                <c:pt idx="417">
                  <c:v>5.4506518491606446</c:v>
                </c:pt>
                <c:pt idx="418">
                  <c:v>5.4675890695285885</c:v>
                </c:pt>
                <c:pt idx="419">
                  <c:v>5.4840102483619262</c:v>
                </c:pt>
                <c:pt idx="420">
                  <c:v>5.5023665829500352</c:v>
                </c:pt>
                <c:pt idx="421">
                  <c:v>5.5191563628795208</c:v>
                </c:pt>
                <c:pt idx="422">
                  <c:v>5.5392819827291335</c:v>
                </c:pt>
                <c:pt idx="423">
                  <c:v>5.5578226178653161</c:v>
                </c:pt>
                <c:pt idx="424">
                  <c:v>5.5749994289457554</c:v>
                </c:pt>
                <c:pt idx="425">
                  <c:v>5.5908492760800659</c:v>
                </c:pt>
                <c:pt idx="426">
                  <c:v>5.6085605587499181</c:v>
                </c:pt>
                <c:pt idx="427">
                  <c:v>5.6222909495813846</c:v>
                </c:pt>
                <c:pt idx="428">
                  <c:v>5.639412470497402</c:v>
                </c:pt>
                <c:pt idx="429">
                  <c:v>5.6835524517609768</c:v>
                </c:pt>
                <c:pt idx="430">
                  <c:v>5.6871647425032155</c:v>
                </c:pt>
                <c:pt idx="431">
                  <c:v>5.6981306251135813</c:v>
                </c:pt>
                <c:pt idx="432">
                  <c:v>5.7127087984661857</c:v>
                </c:pt>
                <c:pt idx="433">
                  <c:v>5.7306228117389182</c:v>
                </c:pt>
                <c:pt idx="434">
                  <c:v>5.751743654548128</c:v>
                </c:pt>
                <c:pt idx="435">
                  <c:v>5.7706713208352642</c:v>
                </c:pt>
                <c:pt idx="436">
                  <c:v>5.7884378936695384</c:v>
                </c:pt>
                <c:pt idx="437">
                  <c:v>5.8028317664740694</c:v>
                </c:pt>
                <c:pt idx="438">
                  <c:v>5.8181655720737746</c:v>
                </c:pt>
                <c:pt idx="439">
                  <c:v>5.8370932383609109</c:v>
                </c:pt>
                <c:pt idx="440">
                  <c:v>5.8535697073586714</c:v>
                </c:pt>
                <c:pt idx="441">
                  <c:v>5.8715390107958259</c:v>
                </c:pt>
                <c:pt idx="442">
                  <c:v>5.8882182103964666</c:v>
                </c:pt>
                <c:pt idx="443">
                  <c:v>5.9044182285721174</c:v>
                </c:pt>
                <c:pt idx="444">
                  <c:v>5.9199179046650885</c:v>
                </c:pt>
                <c:pt idx="445">
                  <c:v>5.9390851616647202</c:v>
                </c:pt>
                <c:pt idx="446">
                  <c:v>5.9585841596508837</c:v>
                </c:pt>
                <c:pt idx="447">
                  <c:v>5.9739916854698185</c:v>
                </c:pt>
                <c:pt idx="448">
                  <c:v>5.992163719509854</c:v>
                </c:pt>
                <c:pt idx="449">
                  <c:v>5.9970292539789911</c:v>
                </c:pt>
                <c:pt idx="450">
                  <c:v>6.0349030166080713</c:v>
                </c:pt>
                <c:pt idx="451">
                  <c:v>6.044283914505006</c:v>
                </c:pt>
                <c:pt idx="452">
                  <c:v>6.0581248856653174</c:v>
                </c:pt>
                <c:pt idx="453">
                  <c:v>6.0705467426054636</c:v>
                </c:pt>
                <c:pt idx="454">
                  <c:v>6.086027988643627</c:v>
                </c:pt>
                <c:pt idx="455">
                  <c:v>6.1037761314230936</c:v>
                </c:pt>
                <c:pt idx="456">
                  <c:v>6.1230171086419549</c:v>
                </c:pt>
                <c:pt idx="457">
                  <c:v>6.1366369191445775</c:v>
                </c:pt>
                <c:pt idx="458">
                  <c:v>6.1520628750183199</c:v>
                </c:pt>
                <c:pt idx="459">
                  <c:v>6.168299753303585</c:v>
                </c:pt>
                <c:pt idx="460">
                  <c:v>6.1833386780263728</c:v>
                </c:pt>
                <c:pt idx="461">
                  <c:v>6.2000731677914356</c:v>
                </c:pt>
                <c:pt idx="462">
                  <c:v>6.2173052690362969</c:v>
                </c:pt>
                <c:pt idx="463">
                  <c:v>6.2340581888561672</c:v>
                </c:pt>
                <c:pt idx="464">
                  <c:v>6.2525066737183126</c:v>
                </c:pt>
                <c:pt idx="465">
                  <c:v>6.2662002044401648</c:v>
                </c:pt>
                <c:pt idx="466">
                  <c:v>6.2800780357100905</c:v>
                </c:pt>
                <c:pt idx="467">
                  <c:v>6.2946746391175026</c:v>
                </c:pt>
                <c:pt idx="468">
                  <c:v>6.3113906988277586</c:v>
                </c:pt>
                <c:pt idx="469">
                  <c:v>6.3235361049457941</c:v>
                </c:pt>
                <c:pt idx="470">
                  <c:v>6.3599907533547091</c:v>
                </c:pt>
                <c:pt idx="471">
                  <c:v>6.365446049577681</c:v>
                </c:pt>
                <c:pt idx="472">
                  <c:v>6.3766146627909279</c:v>
                </c:pt>
                <c:pt idx="473">
                  <c:v>6.3931279918983028</c:v>
                </c:pt>
                <c:pt idx="474">
                  <c:v>6.4092727199095316</c:v>
                </c:pt>
                <c:pt idx="475">
                  <c:v>6.4212522555343012</c:v>
                </c:pt>
                <c:pt idx="476">
                  <c:v>6.4348536359821162</c:v>
                </c:pt>
                <c:pt idx="477">
                  <c:v>6.4524727683779322</c:v>
                </c:pt>
                <c:pt idx="478">
                  <c:v>6.47200862647371</c:v>
                </c:pt>
                <c:pt idx="479">
                  <c:v>6.4846885041811593</c:v>
                </c:pt>
                <c:pt idx="480">
                  <c:v>6.5009438125212311</c:v>
                </c:pt>
                <c:pt idx="481">
                  <c:v>6.5211247225352666</c:v>
                </c:pt>
                <c:pt idx="482">
                  <c:v>6.5372694505464946</c:v>
                </c:pt>
                <c:pt idx="483">
                  <c:v>6.5458025659222923</c:v>
                </c:pt>
                <c:pt idx="484">
                  <c:v>6.5540776605307869</c:v>
                </c:pt>
                <c:pt idx="485">
                  <c:v>6.5686926939930066</c:v>
                </c:pt>
                <c:pt idx="486">
                  <c:v>6.5876387903349496</c:v>
                </c:pt>
                <c:pt idx="487">
                  <c:v>6.6072115085403427</c:v>
                </c:pt>
                <c:pt idx="488">
                  <c:v>6.626083884663057</c:v>
                </c:pt>
                <c:pt idx="489">
                  <c:v>6.637455228479185</c:v>
                </c:pt>
                <c:pt idx="490">
                  <c:v>6.6852443605946128</c:v>
                </c:pt>
                <c:pt idx="491">
                  <c:v>6.6769508359313106</c:v>
                </c:pt>
                <c:pt idx="492">
                  <c:v>6.6824982824283197</c:v>
                </c:pt>
                <c:pt idx="493">
                  <c:v>6.6971870361097681</c:v>
                </c:pt>
                <c:pt idx="494">
                  <c:v>6.7137925154911793</c:v>
                </c:pt>
                <c:pt idx="495">
                  <c:v>6.7298450932283709</c:v>
                </c:pt>
                <c:pt idx="496">
                  <c:v>6.7462478420069019</c:v>
                </c:pt>
                <c:pt idx="497">
                  <c:v>6.7589461497691579</c:v>
                </c:pt>
                <c:pt idx="498">
                  <c:v>6.7739666444371389</c:v>
                </c:pt>
                <c:pt idx="499">
                  <c:v>6.7873284341724585</c:v>
                </c:pt>
                <c:pt idx="500">
                  <c:v>6.8039154834990629</c:v>
                </c:pt>
                <c:pt idx="501">
                  <c:v>6.8214977557852636</c:v>
                </c:pt>
                <c:pt idx="502">
                  <c:v>6.8360206389734461</c:v>
                </c:pt>
                <c:pt idx="503">
                  <c:v>6.8515756052308392</c:v>
                </c:pt>
                <c:pt idx="504">
                  <c:v>6.8658588977065271</c:v>
                </c:pt>
                <c:pt idx="505">
                  <c:v>6.8780227338793702</c:v>
                </c:pt>
                <c:pt idx="506">
                  <c:v>6.8911449329021943</c:v>
                </c:pt>
                <c:pt idx="507">
                  <c:v>6.906773619378817</c:v>
                </c:pt>
                <c:pt idx="508">
                  <c:v>6.9199695386208715</c:v>
                </c:pt>
                <c:pt idx="509">
                  <c:v>6.9346582923023199</c:v>
                </c:pt>
                <c:pt idx="510">
                  <c:v>6.9914412911637287</c:v>
                </c:pt>
                <c:pt idx="511">
                  <c:v>6.9848433315427014</c:v>
                </c:pt>
                <c:pt idx="512">
                  <c:v>6.9915150113829583</c:v>
                </c:pt>
                <c:pt idx="513">
                  <c:v>7.0004904480741317</c:v>
                </c:pt>
                <c:pt idx="514">
                  <c:v>7.0133730563844612</c:v>
                </c:pt>
                <c:pt idx="515">
                  <c:v>7.0295546445053043</c:v>
                </c:pt>
                <c:pt idx="516">
                  <c:v>7.0476529583261103</c:v>
                </c:pt>
                <c:pt idx="517">
                  <c:v>7.0600748152662565</c:v>
                </c:pt>
                <c:pt idx="518">
                  <c:v>7.0719069104525669</c:v>
                </c:pt>
                <c:pt idx="519">
                  <c:v>7.0846973684888601</c:v>
                </c:pt>
                <c:pt idx="520">
                  <c:v>7.0997362932116479</c:v>
                </c:pt>
                <c:pt idx="521">
                  <c:v>7.1201199338285637</c:v>
                </c:pt>
                <c:pt idx="522">
                  <c:v>7.1348455476196273</c:v>
                </c:pt>
                <c:pt idx="523">
                  <c:v>7.1521329390289106</c:v>
                </c:pt>
                <c:pt idx="524">
                  <c:v>7.1675588949026521</c:v>
                </c:pt>
                <c:pt idx="525">
                  <c:v>7.1780455960880278</c:v>
                </c:pt>
                <c:pt idx="526">
                  <c:v>7.1938954432223383</c:v>
                </c:pt>
                <c:pt idx="527">
                  <c:v>7.2037370924894573</c:v>
                </c:pt>
                <c:pt idx="528">
                  <c:v>7.2179098046363004</c:v>
                </c:pt>
                <c:pt idx="529">
                  <c:v>7.2369849113618949</c:v>
                </c:pt>
                <c:pt idx="530">
                  <c:v>7.2460156382174912</c:v>
                </c:pt>
                <c:pt idx="531">
                  <c:v>7.2872805309311213</c:v>
                </c:pt>
                <c:pt idx="532">
                  <c:v>7.2907085211252856</c:v>
                </c:pt>
                <c:pt idx="533">
                  <c:v>7.3011215020914317</c:v>
                </c:pt>
                <c:pt idx="534">
                  <c:v>7.3140225404565689</c:v>
                </c:pt>
                <c:pt idx="535">
                  <c:v>7.3240300602169528</c:v>
                </c:pt>
                <c:pt idx="536">
                  <c:v>7.3411515811329702</c:v>
                </c:pt>
                <c:pt idx="537">
                  <c:v>7.3531311167577398</c:v>
                </c:pt>
                <c:pt idx="538">
                  <c:v>7.3714874513458488</c:v>
                </c:pt>
                <c:pt idx="539">
                  <c:v>7.3849045312455912</c:v>
                </c:pt>
                <c:pt idx="540">
                  <c:v>7.3994827045981957</c:v>
                </c:pt>
                <c:pt idx="541">
                  <c:v>7.4098219653451123</c:v>
                </c:pt>
                <c:pt idx="542">
                  <c:v>7.4247134496294418</c:v>
                </c:pt>
                <c:pt idx="543">
                  <c:v>7.4404527164349084</c:v>
                </c:pt>
                <c:pt idx="544">
                  <c:v>7.4567817449942098</c:v>
                </c:pt>
                <c:pt idx="545">
                  <c:v>7.4782527588447589</c:v>
                </c:pt>
                <c:pt idx="546">
                  <c:v>7.4946739376780975</c:v>
                </c:pt>
                <c:pt idx="547">
                  <c:v>7.5057135405076929</c:v>
                </c:pt>
                <c:pt idx="548">
                  <c:v>7.5197941023804988</c:v>
                </c:pt>
                <c:pt idx="549">
                  <c:v>7.5349067473225162</c:v>
                </c:pt>
                <c:pt idx="550">
                  <c:v>7.5437163135204237</c:v>
                </c:pt>
                <c:pt idx="551">
                  <c:v>7.5617593371768077</c:v>
                </c:pt>
                <c:pt idx="552">
                  <c:v>7.5782358061745683</c:v>
                </c:pt>
                <c:pt idx="553">
                  <c:v>7.5909894041012462</c:v>
                </c:pt>
                <c:pt idx="554">
                  <c:v>7.6083320856749515</c:v>
                </c:pt>
                <c:pt idx="555">
                  <c:v>7.6220993366160332</c:v>
                </c:pt>
                <c:pt idx="556">
                  <c:v>7.6422802466300688</c:v>
                </c:pt>
                <c:pt idx="557">
                  <c:v>7.6550522746115535</c:v>
                </c:pt>
                <c:pt idx="558">
                  <c:v>7.6727082671169837</c:v>
                </c:pt>
                <c:pt idx="559">
                  <c:v>7.6851669841667443</c:v>
                </c:pt>
                <c:pt idx="560">
                  <c:v>7.6983076132443768</c:v>
                </c:pt>
                <c:pt idx="561">
                  <c:v>7.7094946565124305</c:v>
                </c:pt>
                <c:pt idx="562">
                  <c:v>7.7232434773987046</c:v>
                </c:pt>
                <c:pt idx="563">
                  <c:v>7.7378953709705387</c:v>
                </c:pt>
                <c:pt idx="564">
                  <c:v>7.7543165498038773</c:v>
                </c:pt>
                <c:pt idx="565">
                  <c:v>7.7716592313775825</c:v>
                </c:pt>
                <c:pt idx="566">
                  <c:v>7.7880619801561135</c:v>
                </c:pt>
                <c:pt idx="567">
                  <c:v>7.8000230857260755</c:v>
                </c:pt>
                <c:pt idx="568">
                  <c:v>7.8187848815199459</c:v>
                </c:pt>
                <c:pt idx="569">
                  <c:v>7.8389842215887882</c:v>
                </c:pt>
                <c:pt idx="570">
                  <c:v>7.8532306539548609</c:v>
                </c:pt>
                <c:pt idx="571">
                  <c:v>7.9092211604595546</c:v>
                </c:pt>
                <c:pt idx="572">
                  <c:v>7.8992689308635917</c:v>
                </c:pt>
                <c:pt idx="573">
                  <c:v>7.8998955527270409</c:v>
                </c:pt>
                <c:pt idx="574">
                  <c:v>7.9080047768422697</c:v>
                </c:pt>
                <c:pt idx="575">
                  <c:v>7.9185836283016817</c:v>
                </c:pt>
                <c:pt idx="576">
                  <c:v>7.935815729546543</c:v>
                </c:pt>
                <c:pt idx="577">
                  <c:v>7.9488273482405241</c:v>
                </c:pt>
                <c:pt idx="578">
                  <c:v>7.9666307811844126</c:v>
                </c:pt>
                <c:pt idx="579">
                  <c:v>7.9831625403465951</c:v>
                </c:pt>
                <c:pt idx="580">
                  <c:v>7.9984779158914927</c:v>
                </c:pt>
                <c:pt idx="581">
                  <c:v>8.0154519963690518</c:v>
                </c:pt>
                <c:pt idx="582">
                  <c:v>8.031375563722591</c:v>
                </c:pt>
                <c:pt idx="583">
                  <c:v>8.0433735294021691</c:v>
                </c:pt>
                <c:pt idx="584">
                  <c:v>8.0565694486442236</c:v>
                </c:pt>
                <c:pt idx="585">
                  <c:v>8.0745203220265704</c:v>
                </c:pt>
                <c:pt idx="586">
                  <c:v>8.0916602729973945</c:v>
                </c:pt>
                <c:pt idx="587">
                  <c:v>8.1060725758567322</c:v>
                </c:pt>
                <c:pt idx="588">
                  <c:v>8.1213510912920164</c:v>
                </c:pt>
                <c:pt idx="589">
                  <c:v>8.1302159476543459</c:v>
                </c:pt>
                <c:pt idx="590">
                  <c:v>8.1461210849530783</c:v>
                </c:pt>
                <c:pt idx="591">
                  <c:v>8.152424163697189</c:v>
                </c:pt>
                <c:pt idx="592">
                  <c:v>8.2026460630471849</c:v>
                </c:pt>
                <c:pt idx="593">
                  <c:v>8.2049129597884871</c:v>
                </c:pt>
                <c:pt idx="594">
                  <c:v>8.2140358369181197</c:v>
                </c:pt>
                <c:pt idx="595">
                  <c:v>8.2324106015610354</c:v>
                </c:pt>
                <c:pt idx="596">
                  <c:v>8.2470993552424847</c:v>
                </c:pt>
                <c:pt idx="597">
                  <c:v>8.2638338450075484</c:v>
                </c:pt>
                <c:pt idx="598">
                  <c:v>8.2759792511255839</c:v>
                </c:pt>
                <c:pt idx="599">
                  <c:v>8.2853232889129043</c:v>
                </c:pt>
                <c:pt idx="600">
                  <c:v>8.3014864469789398</c:v>
                </c:pt>
                <c:pt idx="601">
                  <c:v>8.324284424775616</c:v>
                </c:pt>
                <c:pt idx="602">
                  <c:v>8.3417745467877804</c:v>
                </c:pt>
                <c:pt idx="603">
                  <c:v>8.3570530622230645</c:v>
                </c:pt>
                <c:pt idx="604">
                  <c:v>8.3664523901748069</c:v>
                </c:pt>
                <c:pt idx="605">
                  <c:v>8.3848640149273379</c:v>
                </c:pt>
                <c:pt idx="606">
                  <c:v>8.4018012352952809</c:v>
                </c:pt>
                <c:pt idx="607">
                  <c:v>8.4129698485085278</c:v>
                </c:pt>
                <c:pt idx="608">
                  <c:v>8.4294463175062884</c:v>
                </c:pt>
                <c:pt idx="609">
                  <c:v>8.444706402886764</c:v>
                </c:pt>
                <c:pt idx="610">
                  <c:v>8.4585473740470754</c:v>
                </c:pt>
                <c:pt idx="611">
                  <c:v>8.4706927801651108</c:v>
                </c:pt>
                <c:pt idx="612">
                  <c:v>8.4737890293727443</c:v>
                </c:pt>
                <c:pt idx="613">
                  <c:v>8.4990197744039904</c:v>
                </c:pt>
                <c:pt idx="614">
                  <c:v>8.5183160417872728</c:v>
                </c:pt>
                <c:pt idx="615">
                  <c:v>8.5332075260716014</c:v>
                </c:pt>
                <c:pt idx="616">
                  <c:v>8.5513795601116378</c:v>
                </c:pt>
                <c:pt idx="617">
                  <c:v>8.5698280449737823</c:v>
                </c:pt>
                <c:pt idx="618">
                  <c:v>8.5787481915005355</c:v>
                </c:pt>
                <c:pt idx="619">
                  <c:v>8.5940451369906246</c:v>
                </c:pt>
                <c:pt idx="620">
                  <c:v>8.6130465234969904</c:v>
                </c:pt>
                <c:pt idx="621">
                  <c:v>8.6307946662764579</c:v>
                </c:pt>
                <c:pt idx="622">
                  <c:v>8.6509755762904934</c:v>
                </c:pt>
                <c:pt idx="623">
                  <c:v>8.6652957288757939</c:v>
                </c:pt>
                <c:pt idx="624">
                  <c:v>8.6786759486659228</c:v>
                </c:pt>
                <c:pt idx="625">
                  <c:v>8.6906186241810772</c:v>
                </c:pt>
                <c:pt idx="626">
                  <c:v>8.7102834926605066</c:v>
                </c:pt>
                <c:pt idx="627">
                  <c:v>8.7317360764562491</c:v>
                </c:pt>
                <c:pt idx="628">
                  <c:v>8.7474384831521004</c:v>
                </c:pt>
                <c:pt idx="629">
                  <c:v>8.7612241641479898</c:v>
                </c:pt>
                <c:pt idx="630">
                  <c:v>8.7735723008689064</c:v>
                </c:pt>
                <c:pt idx="631">
                  <c:v>8.7860125878638602</c:v>
                </c:pt>
                <c:pt idx="632">
                  <c:v>8.8289177554553433</c:v>
                </c:pt>
                <c:pt idx="633">
                  <c:v>8.824973723726572</c:v>
                </c:pt>
                <c:pt idx="634">
                  <c:v>8.8329723675129568</c:v>
                </c:pt>
                <c:pt idx="635">
                  <c:v>8.8460761364809741</c:v>
                </c:pt>
                <c:pt idx="636">
                  <c:v>8.8610782010941485</c:v>
                </c:pt>
                <c:pt idx="637">
                  <c:v>8.8768911881188437</c:v>
                </c:pt>
                <c:pt idx="638">
                  <c:v>8.895284382816568</c:v>
                </c:pt>
                <c:pt idx="639">
                  <c:v>8.9088120430451543</c:v>
                </c:pt>
                <c:pt idx="640">
                  <c:v>8.926504895660198</c:v>
                </c:pt>
                <c:pt idx="641">
                  <c:v>8.9429813646579586</c:v>
                </c:pt>
                <c:pt idx="642">
                  <c:v>8.9557533926394441</c:v>
                </c:pt>
                <c:pt idx="643">
                  <c:v>8.9749206496390759</c:v>
                </c:pt>
                <c:pt idx="644">
                  <c:v>8.9947882487213864</c:v>
                </c:pt>
                <c:pt idx="645">
                  <c:v>9.0070258051134591</c:v>
                </c:pt>
                <c:pt idx="646">
                  <c:v>9.0217514189045218</c:v>
                </c:pt>
                <c:pt idx="647">
                  <c:v>9.0396285720676399</c:v>
                </c:pt>
                <c:pt idx="648">
                  <c:v>9.058353507751896</c:v>
                </c:pt>
                <c:pt idx="649">
                  <c:v>9.0688954991016928</c:v>
                </c:pt>
                <c:pt idx="650">
                  <c:v>9.0837685533312147</c:v>
                </c:pt>
                <c:pt idx="651">
                  <c:v>9.1004846130414698</c:v>
                </c:pt>
                <c:pt idx="652">
                  <c:v>9.1064559507990488</c:v>
                </c:pt>
                <c:pt idx="653">
                  <c:v>9.1360914789292487</c:v>
                </c:pt>
                <c:pt idx="654">
                  <c:v>9.1507433725010809</c:v>
                </c:pt>
                <c:pt idx="655">
                  <c:v>9.1666485097998152</c:v>
                </c:pt>
                <c:pt idx="656">
                  <c:v>9.183862180989868</c:v>
                </c:pt>
                <c:pt idx="657">
                  <c:v>9.2004123702068572</c:v>
                </c:pt>
                <c:pt idx="658">
                  <c:v>9.2187134146305443</c:v>
                </c:pt>
                <c:pt idx="659">
                  <c:v>9.2330519972706533</c:v>
                </c:pt>
                <c:pt idx="660">
                  <c:v>9.2513714717491489</c:v>
                </c:pt>
                <c:pt idx="661">
                  <c:v>9.2661155155950183</c:v>
                </c:pt>
                <c:pt idx="662">
                  <c:v>9.2797537561524486</c:v>
                </c:pt>
                <c:pt idx="663">
                  <c:v>9.2930233956137318</c:v>
                </c:pt>
                <c:pt idx="664">
                  <c:v>9.310476657516281</c:v>
                </c:pt>
                <c:pt idx="665">
                  <c:v>9.325552442348684</c:v>
                </c:pt>
                <c:pt idx="666">
                  <c:v>9.340941538112812</c:v>
                </c:pt>
                <c:pt idx="667">
                  <c:v>9.3558883125615626</c:v>
                </c:pt>
                <c:pt idx="668">
                  <c:v>9.3765299739457806</c:v>
                </c:pt>
                <c:pt idx="669">
                  <c:v>9.3958999615482934</c:v>
                </c:pt>
                <c:pt idx="670">
                  <c:v>9.412800321806623</c:v>
                </c:pt>
                <c:pt idx="671">
                  <c:v>9.4305484645860904</c:v>
                </c:pt>
                <c:pt idx="672">
                  <c:v>9.4392290204003455</c:v>
                </c:pt>
                <c:pt idx="673">
                  <c:v>9.4862440902138658</c:v>
                </c:pt>
                <c:pt idx="674">
                  <c:v>9.4879765153657551</c:v>
                </c:pt>
                <c:pt idx="675">
                  <c:v>9.4963253301934802</c:v>
                </c:pt>
                <c:pt idx="676">
                  <c:v>9.5115485554643406</c:v>
                </c:pt>
                <c:pt idx="677">
                  <c:v>9.5280618845717164</c:v>
                </c:pt>
                <c:pt idx="678">
                  <c:v>9.5407417622791648</c:v>
                </c:pt>
                <c:pt idx="679">
                  <c:v>9.560314480484557</c:v>
                </c:pt>
                <c:pt idx="680">
                  <c:v>9.566875579995969</c:v>
                </c:pt>
                <c:pt idx="681">
                  <c:v>9.5793711571553448</c:v>
                </c:pt>
                <c:pt idx="682">
                  <c:v>9.6009343212799312</c:v>
                </c:pt>
                <c:pt idx="683">
                  <c:v>9.6217049930478016</c:v>
                </c:pt>
                <c:pt idx="684">
                  <c:v>9.6340899898783317</c:v>
                </c:pt>
                <c:pt idx="685">
                  <c:v>9.6502347178895604</c:v>
                </c:pt>
                <c:pt idx="686">
                  <c:v>9.6714108508631913</c:v>
                </c:pt>
                <c:pt idx="687">
                  <c:v>9.6888088226013185</c:v>
                </c:pt>
                <c:pt idx="688">
                  <c:v>9.6981712904434474</c:v>
                </c:pt>
                <c:pt idx="689">
                  <c:v>9.7093951938211163</c:v>
                </c:pt>
                <c:pt idx="690">
                  <c:v>9.7268484557236654</c:v>
                </c:pt>
                <c:pt idx="691">
                  <c:v>9.7453706608050403</c:v>
                </c:pt>
                <c:pt idx="692">
                  <c:v>9.761257368048966</c:v>
                </c:pt>
                <c:pt idx="693">
                  <c:v>9.7886075693830552</c:v>
                </c:pt>
                <c:pt idx="694">
                  <c:v>9.8019877891731824</c:v>
                </c:pt>
                <c:pt idx="695">
                  <c:v>9.8163448018680999</c:v>
                </c:pt>
                <c:pt idx="696">
                  <c:v>9.8339455042091064</c:v>
                </c:pt>
                <c:pt idx="697">
                  <c:v>9.8529100306058588</c:v>
                </c:pt>
                <c:pt idx="698">
                  <c:v>9.8653687476556193</c:v>
                </c:pt>
                <c:pt idx="699">
                  <c:v>9.8835776418052692</c:v>
                </c:pt>
                <c:pt idx="700">
                  <c:v>9.9031503600106614</c:v>
                </c:pt>
                <c:pt idx="701">
                  <c:v>9.9195346787343848</c:v>
                </c:pt>
                <c:pt idx="702">
                  <c:v>9.9299845198101462</c:v>
                </c:pt>
                <c:pt idx="703">
                  <c:v>9.9438254909704575</c:v>
                </c:pt>
                <c:pt idx="704">
                  <c:v>9.9601729495845657</c:v>
                </c:pt>
                <c:pt idx="705">
                  <c:v>9.9771654601169324</c:v>
                </c:pt>
                <c:pt idx="706">
                  <c:v>9.9933654782925814</c:v>
                </c:pt>
                <c:pt idx="707">
                  <c:v>10.013914989402764</c:v>
                </c:pt>
                <c:pt idx="708">
                  <c:v>10.032345044210102</c:v>
                </c:pt>
                <c:pt idx="709">
                  <c:v>10.05001946677034</c:v>
                </c:pt>
                <c:pt idx="710">
                  <c:v>10.065058391493128</c:v>
                </c:pt>
                <c:pt idx="711">
                  <c:v>10.077646118926539</c:v>
                </c:pt>
                <c:pt idx="712">
                  <c:v>10.09141336986762</c:v>
                </c:pt>
                <c:pt idx="713">
                  <c:v>10.127444127015968</c:v>
                </c:pt>
                <c:pt idx="714">
                  <c:v>10.131848910114922</c:v>
                </c:pt>
                <c:pt idx="715">
                  <c:v>10.14272264245125</c:v>
                </c:pt>
                <c:pt idx="716">
                  <c:v>10.157466686297122</c:v>
                </c:pt>
                <c:pt idx="717">
                  <c:v>10.173040082609322</c:v>
                </c:pt>
                <c:pt idx="718">
                  <c:v>10.19237321010222</c:v>
                </c:pt>
                <c:pt idx="719">
                  <c:v>10.211337736498971</c:v>
                </c:pt>
                <c:pt idx="720">
                  <c:v>10.224459935521795</c:v>
                </c:pt>
                <c:pt idx="721">
                  <c:v>10.24152616627339</c:v>
                </c:pt>
                <c:pt idx="722">
                  <c:v>10.252639489322215</c:v>
                </c:pt>
                <c:pt idx="723">
                  <c:v>10.268194455579609</c:v>
                </c:pt>
                <c:pt idx="724">
                  <c:v>10.290955573266672</c:v>
                </c:pt>
                <c:pt idx="725">
                  <c:v>10.307174021497129</c:v>
                </c:pt>
                <c:pt idx="726">
                  <c:v>10.325991107455421</c:v>
                </c:pt>
                <c:pt idx="727">
                  <c:v>10.344881913632943</c:v>
                </c:pt>
                <c:pt idx="728">
                  <c:v>10.361855994110501</c:v>
                </c:pt>
                <c:pt idx="729">
                  <c:v>10.376213006805418</c:v>
                </c:pt>
                <c:pt idx="730">
                  <c:v>10.392836916241636</c:v>
                </c:pt>
                <c:pt idx="731">
                  <c:v>10.406327716360607</c:v>
                </c:pt>
                <c:pt idx="732">
                  <c:v>10.419615785876699</c:v>
                </c:pt>
                <c:pt idx="733">
                  <c:v>10.426619206703487</c:v>
                </c:pt>
                <c:pt idx="734">
                  <c:v>10.460217196617265</c:v>
                </c:pt>
                <c:pt idx="735">
                  <c:v>10.470759187967062</c:v>
                </c:pt>
                <c:pt idx="736">
                  <c:v>10.491585149899354</c:v>
                </c:pt>
                <c:pt idx="737">
                  <c:v>10.51161861947493</c:v>
                </c:pt>
                <c:pt idx="738">
                  <c:v>10.528482119623645</c:v>
                </c:pt>
                <c:pt idx="739">
                  <c:v>10.544350396812764</c:v>
                </c:pt>
                <c:pt idx="740">
                  <c:v>10.557159284903864</c:v>
                </c:pt>
                <c:pt idx="741">
                  <c:v>10.570742235296871</c:v>
                </c:pt>
                <c:pt idx="742">
                  <c:v>10.585578429416779</c:v>
                </c:pt>
                <c:pt idx="743">
                  <c:v>10.602368209346263</c:v>
                </c:pt>
                <c:pt idx="744">
                  <c:v>10.623802363087199</c:v>
                </c:pt>
                <c:pt idx="745">
                  <c:v>10.633865173012005</c:v>
                </c:pt>
                <c:pt idx="746">
                  <c:v>10.647577133788664</c:v>
                </c:pt>
                <c:pt idx="747">
                  <c:v>10.664311623553727</c:v>
                </c:pt>
                <c:pt idx="748">
                  <c:v>10.69074032214745</c:v>
                </c:pt>
                <c:pt idx="749">
                  <c:v>10.705300065445249</c:v>
                </c:pt>
                <c:pt idx="750">
                  <c:v>10.722513736635301</c:v>
                </c:pt>
                <c:pt idx="751">
                  <c:v>10.741035941716676</c:v>
                </c:pt>
                <c:pt idx="752">
                  <c:v>10.759539716743244</c:v>
                </c:pt>
                <c:pt idx="753">
                  <c:v>10.773362257848747</c:v>
                </c:pt>
                <c:pt idx="754">
                  <c:v>10.813595067493166</c:v>
                </c:pt>
                <c:pt idx="755">
                  <c:v>10.812784145081643</c:v>
                </c:pt>
                <c:pt idx="756">
                  <c:v>10.824911121144872</c:v>
                </c:pt>
                <c:pt idx="757">
                  <c:v>10.842309092882999</c:v>
                </c:pt>
                <c:pt idx="758">
                  <c:v>10.858693411606723</c:v>
                </c:pt>
                <c:pt idx="759">
                  <c:v>10.873437455452594</c:v>
                </c:pt>
                <c:pt idx="760">
                  <c:v>10.881178078471676</c:v>
                </c:pt>
                <c:pt idx="761">
                  <c:v>10.896567174235804</c:v>
                </c:pt>
                <c:pt idx="762">
                  <c:v>10.922848432391067</c:v>
                </c:pt>
                <c:pt idx="763">
                  <c:v>10.943195212898368</c:v>
                </c:pt>
                <c:pt idx="764">
                  <c:v>10.955322188961597</c:v>
                </c:pt>
                <c:pt idx="765">
                  <c:v>10.973402072727596</c:v>
                </c:pt>
                <c:pt idx="766">
                  <c:v>10.995075817181025</c:v>
                </c:pt>
                <c:pt idx="767">
                  <c:v>11.011920887274933</c:v>
                </c:pt>
                <c:pt idx="768">
                  <c:v>11.026978242052527</c:v>
                </c:pt>
                <c:pt idx="769">
                  <c:v>11.044578944393535</c:v>
                </c:pt>
                <c:pt idx="770">
                  <c:v>11.062714118323957</c:v>
                </c:pt>
                <c:pt idx="771">
                  <c:v>11.079577618472671</c:v>
                </c:pt>
                <c:pt idx="772">
                  <c:v>11.096238388018504</c:v>
                </c:pt>
                <c:pt idx="773">
                  <c:v>11.11337833898933</c:v>
                </c:pt>
                <c:pt idx="774">
                  <c:v>11.142147654543583</c:v>
                </c:pt>
                <c:pt idx="775">
                  <c:v>11.148377013068464</c:v>
                </c:pt>
                <c:pt idx="776">
                  <c:v>11.163010476585491</c:v>
                </c:pt>
                <c:pt idx="777">
                  <c:v>11.173478747716059</c:v>
                </c:pt>
                <c:pt idx="778">
                  <c:v>11.195521093265635</c:v>
                </c:pt>
                <c:pt idx="779">
                  <c:v>11.213398246428753</c:v>
                </c:pt>
                <c:pt idx="780">
                  <c:v>11.233652876662019</c:v>
                </c:pt>
                <c:pt idx="781">
                  <c:v>11.249852894837668</c:v>
                </c:pt>
                <c:pt idx="782">
                  <c:v>11.261924580736475</c:v>
                </c:pt>
                <c:pt idx="783">
                  <c:v>11.283837915902399</c:v>
                </c:pt>
                <c:pt idx="784">
                  <c:v>11.299356022050178</c:v>
                </c:pt>
                <c:pt idx="785">
                  <c:v>11.314929418362379</c:v>
                </c:pt>
                <c:pt idx="786">
                  <c:v>11.333009302128378</c:v>
                </c:pt>
                <c:pt idx="787">
                  <c:v>11.348250957454047</c:v>
                </c:pt>
                <c:pt idx="788">
                  <c:v>11.361926058121092</c:v>
                </c:pt>
                <c:pt idx="789">
                  <c:v>11.38166464681975</c:v>
                </c:pt>
                <c:pt idx="790">
                  <c:v>11.402914500012612</c:v>
                </c:pt>
                <c:pt idx="791">
                  <c:v>11.422708378875694</c:v>
                </c:pt>
                <c:pt idx="792">
                  <c:v>11.436678360419656</c:v>
                </c:pt>
                <c:pt idx="793">
                  <c:v>11.450777352347268</c:v>
                </c:pt>
                <c:pt idx="794">
                  <c:v>11.457356881913489</c:v>
                </c:pt>
                <c:pt idx="795">
                  <c:v>11.504648402549119</c:v>
                </c:pt>
                <c:pt idx="796">
                  <c:v>11.509661377456714</c:v>
                </c:pt>
                <c:pt idx="797">
                  <c:v>11.523483918562217</c:v>
                </c:pt>
                <c:pt idx="798">
                  <c:v>11.53793308153117</c:v>
                </c:pt>
                <c:pt idx="799">
                  <c:v>11.553285317185683</c:v>
                </c:pt>
                <c:pt idx="800">
                  <c:v>11.571789092212251</c:v>
                </c:pt>
                <c:pt idx="801">
                  <c:v>11.586938597263883</c:v>
                </c:pt>
                <c:pt idx="802">
                  <c:v>11.605681963002946</c:v>
                </c:pt>
                <c:pt idx="803">
                  <c:v>11.624535909070852</c:v>
                </c:pt>
                <c:pt idx="804">
                  <c:v>11.64241306223397</c:v>
                </c:pt>
                <c:pt idx="805">
                  <c:v>11.659239702273071</c:v>
                </c:pt>
                <c:pt idx="806">
                  <c:v>11.676011052147748</c:v>
                </c:pt>
                <c:pt idx="807">
                  <c:v>11.694312096571435</c:v>
                </c:pt>
                <c:pt idx="808">
                  <c:v>11.711452047542259</c:v>
                </c:pt>
                <c:pt idx="809">
                  <c:v>11.731356506734185</c:v>
                </c:pt>
                <c:pt idx="810">
                  <c:v>11.748551747869431</c:v>
                </c:pt>
                <c:pt idx="811">
                  <c:v>11.763056201002806</c:v>
                </c:pt>
                <c:pt idx="812">
                  <c:v>11.783329261290879</c:v>
                </c:pt>
                <c:pt idx="813">
                  <c:v>11.801335424837648</c:v>
                </c:pt>
                <c:pt idx="814">
                  <c:v>11.814697214572968</c:v>
                </c:pt>
                <c:pt idx="815">
                  <c:v>11.85034094057036</c:v>
                </c:pt>
                <c:pt idx="816">
                  <c:v>11.860956652139386</c:v>
                </c:pt>
                <c:pt idx="817">
                  <c:v>11.872788747325698</c:v>
                </c:pt>
                <c:pt idx="818">
                  <c:v>11.887072039801385</c:v>
                </c:pt>
                <c:pt idx="819">
                  <c:v>11.904322571101053</c:v>
                </c:pt>
                <c:pt idx="820">
                  <c:v>11.92498266254008</c:v>
                </c:pt>
                <c:pt idx="821">
                  <c:v>11.940961520058041</c:v>
                </c:pt>
                <c:pt idx="822">
                  <c:v>11.954599760615471</c:v>
                </c:pt>
                <c:pt idx="823">
                  <c:v>11.968477591885398</c:v>
                </c:pt>
                <c:pt idx="824">
                  <c:v>11.987976589871561</c:v>
                </c:pt>
                <c:pt idx="825">
                  <c:v>12.002978654484734</c:v>
                </c:pt>
                <c:pt idx="826">
                  <c:v>12.013281055122036</c:v>
                </c:pt>
                <c:pt idx="827">
                  <c:v>12.034494048205282</c:v>
                </c:pt>
                <c:pt idx="828">
                  <c:v>12.056775984467354</c:v>
                </c:pt>
                <c:pt idx="829">
                  <c:v>12.074560987356437</c:v>
                </c:pt>
                <c:pt idx="830">
                  <c:v>12.089876362901334</c:v>
                </c:pt>
                <c:pt idx="831">
                  <c:v>12.105965800748141</c:v>
                </c:pt>
                <c:pt idx="832">
                  <c:v>12.124690736432395</c:v>
                </c:pt>
                <c:pt idx="833">
                  <c:v>12.13891873874366</c:v>
                </c:pt>
                <c:pt idx="834">
                  <c:v>12.15526619735777</c:v>
                </c:pt>
                <c:pt idx="835">
                  <c:v>12.192494908068593</c:v>
                </c:pt>
                <c:pt idx="836">
                  <c:v>12.201267614156885</c:v>
                </c:pt>
                <c:pt idx="837">
                  <c:v>12.21896046677193</c:v>
                </c:pt>
                <c:pt idx="838">
                  <c:v>12.232893588206277</c:v>
                </c:pt>
                <c:pt idx="839">
                  <c:v>12.249535927697304</c:v>
                </c:pt>
                <c:pt idx="840">
                  <c:v>12.265735945872954</c:v>
                </c:pt>
                <c:pt idx="841">
                  <c:v>12.286285456983137</c:v>
                </c:pt>
                <c:pt idx="842">
                  <c:v>12.302448615049173</c:v>
                </c:pt>
                <c:pt idx="843">
                  <c:v>12.315386513523924</c:v>
                </c:pt>
                <c:pt idx="844">
                  <c:v>12.333982438824528</c:v>
                </c:pt>
                <c:pt idx="845">
                  <c:v>12.350938089247279</c:v>
                </c:pt>
                <c:pt idx="846">
                  <c:v>12.369515584493076</c:v>
                </c:pt>
                <c:pt idx="847">
                  <c:v>12.386618675354285</c:v>
                </c:pt>
                <c:pt idx="848">
                  <c:v>12.400901967829972</c:v>
                </c:pt>
                <c:pt idx="849">
                  <c:v>12.420529976199788</c:v>
                </c:pt>
                <c:pt idx="850">
                  <c:v>12.437227605855236</c:v>
                </c:pt>
                <c:pt idx="851">
                  <c:v>12.452598271564556</c:v>
                </c:pt>
                <c:pt idx="852">
                  <c:v>12.473166212729545</c:v>
                </c:pt>
                <c:pt idx="853">
                  <c:v>12.492351899783985</c:v>
                </c:pt>
                <c:pt idx="854">
                  <c:v>12.51017376278268</c:v>
                </c:pt>
                <c:pt idx="855">
                  <c:v>12.568928777508475</c:v>
                </c:pt>
                <c:pt idx="856">
                  <c:v>12.558478936432714</c:v>
                </c:pt>
                <c:pt idx="857">
                  <c:v>12.560432522242291</c:v>
                </c:pt>
                <c:pt idx="858">
                  <c:v>12.576042778664107</c:v>
                </c:pt>
                <c:pt idx="859">
                  <c:v>12.596500139500252</c:v>
                </c:pt>
                <c:pt idx="860">
                  <c:v>12.612349986634563</c:v>
                </c:pt>
                <c:pt idx="861">
                  <c:v>12.624089931546838</c:v>
                </c:pt>
                <c:pt idx="862">
                  <c:v>12.638944555721553</c:v>
                </c:pt>
                <c:pt idx="863">
                  <c:v>12.658572564091367</c:v>
                </c:pt>
                <c:pt idx="864">
                  <c:v>12.677500230378504</c:v>
                </c:pt>
                <c:pt idx="865">
                  <c:v>12.698731653516557</c:v>
                </c:pt>
                <c:pt idx="866">
                  <c:v>12.716387646021987</c:v>
                </c:pt>
                <c:pt idx="867">
                  <c:v>12.734559680062022</c:v>
                </c:pt>
                <c:pt idx="868">
                  <c:v>12.752694853992443</c:v>
                </c:pt>
                <c:pt idx="869">
                  <c:v>12.766627975426792</c:v>
                </c:pt>
                <c:pt idx="870">
                  <c:v>12.77785187880446</c:v>
                </c:pt>
                <c:pt idx="871">
                  <c:v>12.799857364244422</c:v>
                </c:pt>
                <c:pt idx="872">
                  <c:v>12.822729062260327</c:v>
                </c:pt>
                <c:pt idx="873">
                  <c:v>12.836477883146603</c:v>
                </c:pt>
                <c:pt idx="874">
                  <c:v>12.852309300226105</c:v>
                </c:pt>
                <c:pt idx="875">
                  <c:v>12.861524327629775</c:v>
                </c:pt>
                <c:pt idx="876">
                  <c:v>12.898863618669441</c:v>
                </c:pt>
                <c:pt idx="877">
                  <c:v>12.910234962485569</c:v>
                </c:pt>
                <c:pt idx="878">
                  <c:v>12.927927815100615</c:v>
                </c:pt>
                <c:pt idx="879">
                  <c:v>12.943390631083972</c:v>
                </c:pt>
                <c:pt idx="880">
                  <c:v>12.961433654740356</c:v>
                </c:pt>
                <c:pt idx="881">
                  <c:v>12.981743575138042</c:v>
                </c:pt>
                <c:pt idx="882">
                  <c:v>13.003896501016463</c:v>
                </c:pt>
                <c:pt idx="883">
                  <c:v>13.019082866177708</c:v>
                </c:pt>
                <c:pt idx="884">
                  <c:v>13.04005626854846</c:v>
                </c:pt>
                <c:pt idx="885">
                  <c:v>13.057859701492349</c:v>
                </c:pt>
                <c:pt idx="886">
                  <c:v>13.072013983584384</c:v>
                </c:pt>
                <c:pt idx="887">
                  <c:v>13.086039255292768</c:v>
                </c:pt>
                <c:pt idx="888">
                  <c:v>13.108597642376951</c:v>
                </c:pt>
                <c:pt idx="889">
                  <c:v>13.126769676416986</c:v>
                </c:pt>
                <c:pt idx="890">
                  <c:v>13.137551258479279</c:v>
                </c:pt>
                <c:pt idx="891">
                  <c:v>13.157179266849093</c:v>
                </c:pt>
                <c:pt idx="892">
                  <c:v>13.179018881795789</c:v>
                </c:pt>
                <c:pt idx="893">
                  <c:v>13.198130848630999</c:v>
                </c:pt>
                <c:pt idx="894">
                  <c:v>13.214017555874925</c:v>
                </c:pt>
                <c:pt idx="895">
                  <c:v>13.226494702979492</c:v>
                </c:pt>
                <c:pt idx="896">
                  <c:v>13.265861300047966</c:v>
                </c:pt>
                <c:pt idx="897">
                  <c:v>13.269897482050775</c:v>
                </c:pt>
                <c:pt idx="898">
                  <c:v>13.287627194775434</c:v>
                </c:pt>
                <c:pt idx="899">
                  <c:v>13.300343932592497</c:v>
                </c:pt>
                <c:pt idx="900">
                  <c:v>13.319216308715211</c:v>
                </c:pt>
                <c:pt idx="901">
                  <c:v>13.336135099028347</c:v>
                </c:pt>
                <c:pt idx="902">
                  <c:v>13.352611568026107</c:v>
                </c:pt>
                <c:pt idx="903">
                  <c:v>13.367650492748895</c:v>
                </c:pt>
                <c:pt idx="904">
                  <c:v>13.383131738787059</c:v>
                </c:pt>
                <c:pt idx="905">
                  <c:v>13.406114017131809</c:v>
                </c:pt>
                <c:pt idx="906">
                  <c:v>13.432229404793809</c:v>
                </c:pt>
                <c:pt idx="907">
                  <c:v>13.453976869466468</c:v>
                </c:pt>
                <c:pt idx="908">
                  <c:v>13.465882684872009</c:v>
                </c:pt>
                <c:pt idx="909">
                  <c:v>13.474894981672795</c:v>
                </c:pt>
                <c:pt idx="910">
                  <c:v>13.495591933221437</c:v>
                </c:pt>
                <c:pt idx="911">
                  <c:v>13.520048615950774</c:v>
                </c:pt>
                <c:pt idx="912">
                  <c:v>13.539842494813856</c:v>
                </c:pt>
                <c:pt idx="913">
                  <c:v>13.555471181290478</c:v>
                </c:pt>
                <c:pt idx="914">
                  <c:v>13.570159934971928</c:v>
                </c:pt>
                <c:pt idx="915">
                  <c:v>13.589677363012898</c:v>
                </c:pt>
                <c:pt idx="916">
                  <c:v>13.599095121019449</c:v>
                </c:pt>
                <c:pt idx="917">
                  <c:v>13.613968175248971</c:v>
                </c:pt>
                <c:pt idx="918">
                  <c:v>13.636434412059115</c:v>
                </c:pt>
                <c:pt idx="919">
                  <c:v>13.656818052676032</c:v>
                </c:pt>
                <c:pt idx="920">
                  <c:v>13.675579848469901</c:v>
                </c:pt>
                <c:pt idx="921">
                  <c:v>13.694175773770505</c:v>
                </c:pt>
                <c:pt idx="922">
                  <c:v>13.710467942220193</c:v>
                </c:pt>
                <c:pt idx="923">
                  <c:v>13.727018131437182</c:v>
                </c:pt>
                <c:pt idx="924">
                  <c:v>13.739255687829255</c:v>
                </c:pt>
                <c:pt idx="925">
                  <c:v>13.754497343154924</c:v>
                </c:pt>
                <c:pt idx="926">
                  <c:v>13.774383372292041</c:v>
                </c:pt>
                <c:pt idx="927">
                  <c:v>13.797144489979104</c:v>
                </c:pt>
                <c:pt idx="928">
                  <c:v>13.822983426818992</c:v>
                </c:pt>
                <c:pt idx="929">
                  <c:v>13.848380042343504</c:v>
                </c:pt>
                <c:pt idx="930">
                  <c:v>13.862552754490347</c:v>
                </c:pt>
                <c:pt idx="931">
                  <c:v>13.872173243099777</c:v>
                </c:pt>
                <c:pt idx="932">
                  <c:v>13.891064049277299</c:v>
                </c:pt>
                <c:pt idx="933">
                  <c:v>13.912111171867279</c:v>
                </c:pt>
                <c:pt idx="934">
                  <c:v>13.92532552116414</c:v>
                </c:pt>
                <c:pt idx="935">
                  <c:v>13.942520762299386</c:v>
                </c:pt>
                <c:pt idx="936">
                  <c:v>13.947773327919478</c:v>
                </c:pt>
                <c:pt idx="937">
                  <c:v>13.996981574255072</c:v>
                </c:pt>
                <c:pt idx="938">
                  <c:v>14.004316736068391</c:v>
                </c:pt>
                <c:pt idx="939">
                  <c:v>14.018968629640225</c:v>
                </c:pt>
                <c:pt idx="940">
                  <c:v>14.035463528692793</c:v>
                </c:pt>
                <c:pt idx="941">
                  <c:v>14.052621909718425</c:v>
                </c:pt>
                <c:pt idx="942">
                  <c:v>14.076931152009305</c:v>
                </c:pt>
                <c:pt idx="943">
                  <c:v>14.093057449965725</c:v>
                </c:pt>
                <c:pt idx="944">
                  <c:v>14.106714120577962</c:v>
                </c:pt>
                <c:pt idx="945">
                  <c:v>14.126931890701613</c:v>
                </c:pt>
                <c:pt idx="946">
                  <c:v>14.146154437865667</c:v>
                </c:pt>
                <c:pt idx="947">
                  <c:v>14.162759917247078</c:v>
                </c:pt>
                <c:pt idx="948">
                  <c:v>14.177798841969866</c:v>
                </c:pt>
                <c:pt idx="949">
                  <c:v>14.200080778231937</c:v>
                </c:pt>
                <c:pt idx="950">
                  <c:v>14.214548371255699</c:v>
                </c:pt>
                <c:pt idx="951">
                  <c:v>14.235577063790871</c:v>
                </c:pt>
                <c:pt idx="952">
                  <c:v>14.255481522982796</c:v>
                </c:pt>
                <c:pt idx="953">
                  <c:v>14.272953214940152</c:v>
                </c:pt>
                <c:pt idx="954">
                  <c:v>14.285596232537987</c:v>
                </c:pt>
                <c:pt idx="955">
                  <c:v>14.304892499921269</c:v>
                </c:pt>
                <c:pt idx="956">
                  <c:v>14.314660428969159</c:v>
                </c:pt>
                <c:pt idx="957">
                  <c:v>14.374613397257431</c:v>
                </c:pt>
                <c:pt idx="958">
                  <c:v>14.375866640984329</c:v>
                </c:pt>
                <c:pt idx="959">
                  <c:v>14.38624276184086</c:v>
                </c:pt>
                <c:pt idx="960">
                  <c:v>14.399033219877154</c:v>
                </c:pt>
                <c:pt idx="961">
                  <c:v>14.418071466493133</c:v>
                </c:pt>
                <c:pt idx="962">
                  <c:v>14.43845510711005</c:v>
                </c:pt>
                <c:pt idx="963">
                  <c:v>14.455023726381846</c:v>
                </c:pt>
                <c:pt idx="964">
                  <c:v>14.470081081159442</c:v>
                </c:pt>
                <c:pt idx="965">
                  <c:v>14.490225131063863</c:v>
                </c:pt>
                <c:pt idx="966">
                  <c:v>14.506627879842393</c:v>
                </c:pt>
                <c:pt idx="967">
                  <c:v>14.520395130783475</c:v>
                </c:pt>
                <c:pt idx="968">
                  <c:v>14.535692076273566</c:v>
                </c:pt>
                <c:pt idx="969">
                  <c:v>14.559061385769271</c:v>
                </c:pt>
                <c:pt idx="970">
                  <c:v>14.583241617676498</c:v>
                </c:pt>
                <c:pt idx="971">
                  <c:v>14.59846484294736</c:v>
                </c:pt>
                <c:pt idx="972">
                  <c:v>14.613798648547064</c:v>
                </c:pt>
                <c:pt idx="973">
                  <c:v>14.631952252532292</c:v>
                </c:pt>
                <c:pt idx="974">
                  <c:v>14.650216436846366</c:v>
                </c:pt>
                <c:pt idx="975">
                  <c:v>14.676387114672785</c:v>
                </c:pt>
                <c:pt idx="976">
                  <c:v>14.689361873257152</c:v>
                </c:pt>
                <c:pt idx="977">
                  <c:v>14.72495030909012</c:v>
                </c:pt>
                <c:pt idx="978">
                  <c:v>14.734036326110139</c:v>
                </c:pt>
                <c:pt idx="979">
                  <c:v>14.749241121326193</c:v>
                </c:pt>
                <c:pt idx="980">
                  <c:v>14.766620663009514</c:v>
                </c:pt>
                <c:pt idx="981">
                  <c:v>14.78263638063709</c:v>
                </c:pt>
                <c:pt idx="982">
                  <c:v>14.791611817328263</c:v>
                </c:pt>
                <c:pt idx="983">
                  <c:v>14.812714230082666</c:v>
                </c:pt>
                <c:pt idx="984">
                  <c:v>14.83269240949382</c:v>
                </c:pt>
                <c:pt idx="985">
                  <c:v>14.847657613997379</c:v>
                </c:pt>
                <c:pt idx="986">
                  <c:v>14.864613264420131</c:v>
                </c:pt>
                <c:pt idx="987">
                  <c:v>14.881679495171724</c:v>
                </c:pt>
                <c:pt idx="988">
                  <c:v>14.901381223760769</c:v>
                </c:pt>
                <c:pt idx="989">
                  <c:v>14.92159899388442</c:v>
                </c:pt>
                <c:pt idx="990">
                  <c:v>14.943014717570547</c:v>
                </c:pt>
                <c:pt idx="991">
                  <c:v>14.955768315497224</c:v>
                </c:pt>
                <c:pt idx="992">
                  <c:v>14.973442738057461</c:v>
                </c:pt>
                <c:pt idx="993">
                  <c:v>14.987928761136029</c:v>
                </c:pt>
                <c:pt idx="994">
                  <c:v>15.004018198982836</c:v>
                </c:pt>
                <c:pt idx="995">
                  <c:v>15.024512419928596</c:v>
                </c:pt>
                <c:pt idx="996">
                  <c:v>15.046683775861823</c:v>
                </c:pt>
                <c:pt idx="997">
                  <c:v>15.051659890659804</c:v>
                </c:pt>
                <c:pt idx="998">
                  <c:v>15.093993726552261</c:v>
                </c:pt>
                <c:pt idx="999">
                  <c:v>15.104775308614553</c:v>
                </c:pt>
                <c:pt idx="1000">
                  <c:v>15.120440855200791</c:v>
                </c:pt>
                <c:pt idx="1001">
                  <c:v>15.142833371791706</c:v>
                </c:pt>
                <c:pt idx="1002">
                  <c:v>15.161687317859613</c:v>
                </c:pt>
                <c:pt idx="1003">
                  <c:v>15.180246383050603</c:v>
                </c:pt>
                <c:pt idx="1004">
                  <c:v>15.200095552078107</c:v>
                </c:pt>
                <c:pt idx="1005">
                  <c:v>15.210821843975976</c:v>
                </c:pt>
                <c:pt idx="1006">
                  <c:v>15.226413670342986</c:v>
                </c:pt>
                <c:pt idx="1007">
                  <c:v>15.251275814278085</c:v>
                </c:pt>
                <c:pt idx="1008">
                  <c:v>15.269963889852725</c:v>
                </c:pt>
                <c:pt idx="1009">
                  <c:v>15.286679949562981</c:v>
                </c:pt>
                <c:pt idx="1010">
                  <c:v>15.302603516916522</c:v>
                </c:pt>
                <c:pt idx="1011">
                  <c:v>15.324332551534372</c:v>
                </c:pt>
                <c:pt idx="1012">
                  <c:v>15.342357145135949</c:v>
                </c:pt>
                <c:pt idx="1013">
                  <c:v>15.36001313764138</c:v>
                </c:pt>
                <c:pt idx="1014">
                  <c:v>15.382940125821708</c:v>
                </c:pt>
                <c:pt idx="1015">
                  <c:v>15.403563357151119</c:v>
                </c:pt>
                <c:pt idx="1016">
                  <c:v>15.420850748560403</c:v>
                </c:pt>
                <c:pt idx="1017">
                  <c:v>15.430379086895796</c:v>
                </c:pt>
                <c:pt idx="1018">
                  <c:v>15.478039208627573</c:v>
                </c:pt>
                <c:pt idx="1019">
                  <c:v>15.479513613012159</c:v>
                </c:pt>
                <c:pt idx="1020">
                  <c:v>15.491548438801352</c:v>
                </c:pt>
                <c:pt idx="1021">
                  <c:v>15.510568255362525</c:v>
                </c:pt>
                <c:pt idx="1022">
                  <c:v>15.536259751763954</c:v>
                </c:pt>
                <c:pt idx="1023">
                  <c:v>15.553086391803054</c:v>
                </c:pt>
                <c:pt idx="1024">
                  <c:v>15.56716695367586</c:v>
                </c:pt>
                <c:pt idx="1025">
                  <c:v>15.588564247307179</c:v>
                </c:pt>
                <c:pt idx="1026">
                  <c:v>15.610053691212537</c:v>
                </c:pt>
                <c:pt idx="1027">
                  <c:v>15.621038003877709</c:v>
                </c:pt>
                <c:pt idx="1028">
                  <c:v>15.64125577400136</c:v>
                </c:pt>
                <c:pt idx="1029">
                  <c:v>15.665436005908587</c:v>
                </c:pt>
                <c:pt idx="1030">
                  <c:v>15.683866060715925</c:v>
                </c:pt>
                <c:pt idx="1031">
                  <c:v>15.700139799110804</c:v>
                </c:pt>
                <c:pt idx="1032">
                  <c:v>15.717924801999887</c:v>
                </c:pt>
                <c:pt idx="1033">
                  <c:v>15.73576509505339</c:v>
                </c:pt>
                <c:pt idx="1034">
                  <c:v>15.75721767884913</c:v>
                </c:pt>
                <c:pt idx="1035">
                  <c:v>15.779831356097736</c:v>
                </c:pt>
                <c:pt idx="1036">
                  <c:v>15.795017721258981</c:v>
                </c:pt>
                <c:pt idx="1037">
                  <c:v>15.809393164008705</c:v>
                </c:pt>
                <c:pt idx="1038">
                  <c:v>15.872626682052683</c:v>
                </c:pt>
                <c:pt idx="1039">
                  <c:v>15.863116773772097</c:v>
                </c:pt>
                <c:pt idx="1040">
                  <c:v>15.87181575964116</c:v>
                </c:pt>
                <c:pt idx="1041">
                  <c:v>15.881325667921747</c:v>
                </c:pt>
                <c:pt idx="1042">
                  <c:v>15.896217152206075</c:v>
                </c:pt>
                <c:pt idx="1043">
                  <c:v>15.919254720715248</c:v>
                </c:pt>
                <c:pt idx="1044">
                  <c:v>15.942826760813833</c:v>
                </c:pt>
                <c:pt idx="1045">
                  <c:v>15.964942826582639</c:v>
                </c:pt>
                <c:pt idx="1046">
                  <c:v>15.982156497772694</c:v>
                </c:pt>
                <c:pt idx="1047">
                  <c:v>15.995942178768582</c:v>
                </c:pt>
                <c:pt idx="1048">
                  <c:v>16.013764041767278</c:v>
                </c:pt>
                <c:pt idx="1049">
                  <c:v>16.035677376933204</c:v>
                </c:pt>
                <c:pt idx="1050">
                  <c:v>16.057830302811624</c:v>
                </c:pt>
                <c:pt idx="1051">
                  <c:v>16.07751360134586</c:v>
                </c:pt>
                <c:pt idx="1052">
                  <c:v>16.100459019580995</c:v>
                </c:pt>
                <c:pt idx="1053">
                  <c:v>16.12349658809017</c:v>
                </c:pt>
                <c:pt idx="1054">
                  <c:v>16.137190118812022</c:v>
                </c:pt>
                <c:pt idx="1055">
                  <c:v>16.150257027670424</c:v>
                </c:pt>
                <c:pt idx="1056">
                  <c:v>16.176298695113193</c:v>
                </c:pt>
                <c:pt idx="1057">
                  <c:v>16.19334649580998</c:v>
                </c:pt>
                <c:pt idx="1058">
                  <c:v>16.248102188642584</c:v>
                </c:pt>
                <c:pt idx="1059">
                  <c:v>16.243623685324401</c:v>
                </c:pt>
                <c:pt idx="1060">
                  <c:v>16.250147924726196</c:v>
                </c:pt>
                <c:pt idx="1061">
                  <c:v>16.267195725422987</c:v>
                </c:pt>
                <c:pt idx="1062">
                  <c:v>16.283064002612104</c:v>
                </c:pt>
                <c:pt idx="1063">
                  <c:v>16.304184845421315</c:v>
                </c:pt>
                <c:pt idx="1064">
                  <c:v>16.320366433542155</c:v>
                </c:pt>
                <c:pt idx="1065">
                  <c:v>16.335792389415897</c:v>
                </c:pt>
                <c:pt idx="1066">
                  <c:v>16.3573924136501</c:v>
                </c:pt>
                <c:pt idx="1067">
                  <c:v>16.379158308377566</c:v>
                </c:pt>
                <c:pt idx="1068">
                  <c:v>16.401126933707911</c:v>
                </c:pt>
                <c:pt idx="1069">
                  <c:v>16.422210916407508</c:v>
                </c:pt>
                <c:pt idx="1070">
                  <c:v>16.440659401269652</c:v>
                </c:pt>
                <c:pt idx="1071">
                  <c:v>16.456232797581851</c:v>
                </c:pt>
                <c:pt idx="1072">
                  <c:v>16.470847831044072</c:v>
                </c:pt>
                <c:pt idx="1073">
                  <c:v>16.488522253604309</c:v>
                </c:pt>
                <c:pt idx="1074">
                  <c:v>16.504482681067465</c:v>
                </c:pt>
                <c:pt idx="1075">
                  <c:v>16.527778270343941</c:v>
                </c:pt>
                <c:pt idx="1076">
                  <c:v>16.546484775973386</c:v>
                </c:pt>
                <c:pt idx="1077">
                  <c:v>16.571310059798872</c:v>
                </c:pt>
                <c:pt idx="1078">
                  <c:v>16.578424060954504</c:v>
                </c:pt>
                <c:pt idx="1079">
                  <c:v>16.630083504579474</c:v>
                </c:pt>
                <c:pt idx="1080">
                  <c:v>16.627982478331436</c:v>
                </c:pt>
                <c:pt idx="1081">
                  <c:v>16.634801598610153</c:v>
                </c:pt>
                <c:pt idx="1082">
                  <c:v>16.655056228843417</c:v>
                </c:pt>
                <c:pt idx="1083">
                  <c:v>16.677135434502606</c:v>
                </c:pt>
                <c:pt idx="1084">
                  <c:v>16.694699276734003</c:v>
                </c:pt>
                <c:pt idx="1085">
                  <c:v>16.71237369929424</c:v>
                </c:pt>
                <c:pt idx="1086">
                  <c:v>16.729476790155449</c:v>
                </c:pt>
                <c:pt idx="1087">
                  <c:v>16.74698534222242</c:v>
                </c:pt>
                <c:pt idx="1088">
                  <c:v>16.770096630950821</c:v>
                </c:pt>
                <c:pt idx="1089">
                  <c:v>16.794590173789775</c:v>
                </c:pt>
                <c:pt idx="1090">
                  <c:v>16.814126031885554</c:v>
                </c:pt>
                <c:pt idx="1091">
                  <c:v>16.832924687789038</c:v>
                </c:pt>
                <c:pt idx="1092">
                  <c:v>16.845549275332065</c:v>
                </c:pt>
                <c:pt idx="1093">
                  <c:v>16.864366361290354</c:v>
                </c:pt>
                <c:pt idx="1094">
                  <c:v>16.884473551085161</c:v>
                </c:pt>
                <c:pt idx="1095">
                  <c:v>16.902866745782884</c:v>
                </c:pt>
                <c:pt idx="1096">
                  <c:v>16.922605334481545</c:v>
                </c:pt>
                <c:pt idx="1097">
                  <c:v>16.948628571869506</c:v>
                </c:pt>
                <c:pt idx="1098">
                  <c:v>16.961363739741376</c:v>
                </c:pt>
                <c:pt idx="1099">
                  <c:v>17.004711228648237</c:v>
                </c:pt>
                <c:pt idx="1100">
                  <c:v>17.013041613421152</c:v>
                </c:pt>
                <c:pt idx="1101">
                  <c:v>17.025887361621869</c:v>
                </c:pt>
                <c:pt idx="1102">
                  <c:v>17.041092156837923</c:v>
                </c:pt>
                <c:pt idx="1103">
                  <c:v>17.055541319806874</c:v>
                </c:pt>
                <c:pt idx="1104">
                  <c:v>17.078652608535275</c:v>
                </c:pt>
                <c:pt idx="1105">
                  <c:v>17.095350238190726</c:v>
                </c:pt>
                <c:pt idx="1106">
                  <c:v>17.107237623541458</c:v>
                </c:pt>
                <c:pt idx="1107">
                  <c:v>17.124285424238245</c:v>
                </c:pt>
                <c:pt idx="1108">
                  <c:v>17.146401490007051</c:v>
                </c:pt>
                <c:pt idx="1109">
                  <c:v>17.16267522840193</c:v>
                </c:pt>
                <c:pt idx="1110">
                  <c:v>17.191315533572535</c:v>
                </c:pt>
                <c:pt idx="1111">
                  <c:v>17.21171760424426</c:v>
                </c:pt>
                <c:pt idx="1112">
                  <c:v>17.233225478204421</c:v>
                </c:pt>
                <c:pt idx="1113">
                  <c:v>17.248430273420475</c:v>
                </c:pt>
                <c:pt idx="1114">
                  <c:v>17.266233706364364</c:v>
                </c:pt>
                <c:pt idx="1115">
                  <c:v>17.283502667718839</c:v>
                </c:pt>
                <c:pt idx="1116">
                  <c:v>17.306300645515517</c:v>
                </c:pt>
                <c:pt idx="1117">
                  <c:v>17.332084292190984</c:v>
                </c:pt>
                <c:pt idx="1118">
                  <c:v>17.34699420653012</c:v>
                </c:pt>
                <c:pt idx="1119">
                  <c:v>17.392866612945586</c:v>
                </c:pt>
                <c:pt idx="1120">
                  <c:v>17.394728048481127</c:v>
                </c:pt>
                <c:pt idx="1121">
                  <c:v>17.410338304902943</c:v>
                </c:pt>
                <c:pt idx="1122">
                  <c:v>17.423018182610392</c:v>
                </c:pt>
                <c:pt idx="1123">
                  <c:v>17.435900790920719</c:v>
                </c:pt>
                <c:pt idx="1124">
                  <c:v>17.456192281263601</c:v>
                </c:pt>
                <c:pt idx="1125">
                  <c:v>17.474530185796901</c:v>
                </c:pt>
                <c:pt idx="1126">
                  <c:v>17.499079018800273</c:v>
                </c:pt>
                <c:pt idx="1127">
                  <c:v>17.513012140234622</c:v>
                </c:pt>
                <c:pt idx="1128">
                  <c:v>17.53733981258031</c:v>
                </c:pt>
                <c:pt idx="1129">
                  <c:v>17.552305017083867</c:v>
                </c:pt>
                <c:pt idx="1130">
                  <c:v>17.572246336385408</c:v>
                </c:pt>
                <c:pt idx="1131">
                  <c:v>17.590363080261021</c:v>
                </c:pt>
                <c:pt idx="1132">
                  <c:v>17.608479824136634</c:v>
                </c:pt>
                <c:pt idx="1133">
                  <c:v>17.626651858176668</c:v>
                </c:pt>
                <c:pt idx="1134">
                  <c:v>17.648675773671439</c:v>
                </c:pt>
                <c:pt idx="1135">
                  <c:v>17.667216408807622</c:v>
                </c:pt>
                <c:pt idx="1136">
                  <c:v>17.683213696380392</c:v>
                </c:pt>
                <c:pt idx="1137">
                  <c:v>17.703652627161727</c:v>
                </c:pt>
                <c:pt idx="1138">
                  <c:v>17.729325693508351</c:v>
                </c:pt>
                <c:pt idx="1139">
                  <c:v>17.733361875511157</c:v>
                </c:pt>
                <c:pt idx="1140">
                  <c:v>17.784726438259209</c:v>
                </c:pt>
                <c:pt idx="1141">
                  <c:v>17.788744190207208</c:v>
                </c:pt>
                <c:pt idx="1142">
                  <c:v>17.804022705642492</c:v>
                </c:pt>
                <c:pt idx="1143">
                  <c:v>17.822047299244069</c:v>
                </c:pt>
                <c:pt idx="1144">
                  <c:v>17.841601587394653</c:v>
                </c:pt>
                <c:pt idx="1145">
                  <c:v>17.863938813821147</c:v>
                </c:pt>
                <c:pt idx="1146">
                  <c:v>17.884027573561148</c:v>
                </c:pt>
                <c:pt idx="1147">
                  <c:v>17.901222814696393</c:v>
                </c:pt>
                <c:pt idx="1148">
                  <c:v>17.92050065202487</c:v>
                </c:pt>
                <c:pt idx="1149">
                  <c:v>17.935631727021693</c:v>
                </c:pt>
                <c:pt idx="1150">
                  <c:v>17.951887035361764</c:v>
                </c:pt>
                <c:pt idx="1151">
                  <c:v>17.976454298419949</c:v>
                </c:pt>
                <c:pt idx="1152">
                  <c:v>18.000947841258899</c:v>
                </c:pt>
                <c:pt idx="1153">
                  <c:v>18.013701439185578</c:v>
                </c:pt>
                <c:pt idx="1154">
                  <c:v>18.034508971063062</c:v>
                </c:pt>
                <c:pt idx="1155">
                  <c:v>18.053012746089632</c:v>
                </c:pt>
                <c:pt idx="1156">
                  <c:v>18.074760210762289</c:v>
                </c:pt>
                <c:pt idx="1157">
                  <c:v>18.090757498335059</c:v>
                </c:pt>
                <c:pt idx="1158">
                  <c:v>18.110164346047185</c:v>
                </c:pt>
                <c:pt idx="1159">
                  <c:v>18.118273570162415</c:v>
                </c:pt>
                <c:pt idx="1160">
                  <c:v>18.162966453070212</c:v>
                </c:pt>
                <c:pt idx="1161">
                  <c:v>18.177341895819932</c:v>
                </c:pt>
                <c:pt idx="1162">
                  <c:v>18.193799934762886</c:v>
                </c:pt>
                <c:pt idx="1163">
                  <c:v>18.208636128882794</c:v>
                </c:pt>
                <c:pt idx="1164">
                  <c:v>18.220173343192187</c:v>
                </c:pt>
                <c:pt idx="1165">
                  <c:v>18.235802029668811</c:v>
                </c:pt>
                <c:pt idx="1166">
                  <c:v>18.25878430801356</c:v>
                </c:pt>
                <c:pt idx="1167">
                  <c:v>18.280292181973724</c:v>
                </c:pt>
                <c:pt idx="1168">
                  <c:v>18.296713360807061</c:v>
                </c:pt>
                <c:pt idx="1169">
                  <c:v>18.31812908449319</c:v>
                </c:pt>
                <c:pt idx="1170">
                  <c:v>18.338586445329334</c:v>
                </c:pt>
                <c:pt idx="1171">
                  <c:v>18.357034930191482</c:v>
                </c:pt>
                <c:pt idx="1172">
                  <c:v>18.370857471296983</c:v>
                </c:pt>
                <c:pt idx="1173">
                  <c:v>18.386910049034174</c:v>
                </c:pt>
                <c:pt idx="1174">
                  <c:v>18.410371508803916</c:v>
                </c:pt>
                <c:pt idx="1175">
                  <c:v>18.430755149420833</c:v>
                </c:pt>
                <c:pt idx="1176">
                  <c:v>18.446439126061879</c:v>
                </c:pt>
                <c:pt idx="1177">
                  <c:v>18.465200921855747</c:v>
                </c:pt>
                <c:pt idx="1178">
                  <c:v>18.48429445863615</c:v>
                </c:pt>
                <c:pt idx="1179">
                  <c:v>18.493712216642699</c:v>
                </c:pt>
                <c:pt idx="1180">
                  <c:v>18.521854910333506</c:v>
                </c:pt>
                <c:pt idx="1181">
                  <c:v>18.53893957113991</c:v>
                </c:pt>
                <c:pt idx="1182">
                  <c:v>18.560060413949117</c:v>
                </c:pt>
                <c:pt idx="1183">
                  <c:v>18.583319143115979</c:v>
                </c:pt>
                <c:pt idx="1184">
                  <c:v>18.598781959099334</c:v>
                </c:pt>
                <c:pt idx="1185">
                  <c:v>18.613526002945207</c:v>
                </c:pt>
                <c:pt idx="1186">
                  <c:v>18.632158788355426</c:v>
                </c:pt>
                <c:pt idx="1187">
                  <c:v>18.656449600591497</c:v>
                </c:pt>
                <c:pt idx="1188">
                  <c:v>18.675487847207478</c:v>
                </c:pt>
                <c:pt idx="1189">
                  <c:v>18.688849636942798</c:v>
                </c:pt>
                <c:pt idx="1190">
                  <c:v>18.715868097290354</c:v>
                </c:pt>
                <c:pt idx="1191">
                  <c:v>18.739034676183177</c:v>
                </c:pt>
                <c:pt idx="1192">
                  <c:v>18.755603295454975</c:v>
                </c:pt>
                <c:pt idx="1193">
                  <c:v>18.775581474866129</c:v>
                </c:pt>
                <c:pt idx="1194">
                  <c:v>18.792113234028314</c:v>
                </c:pt>
                <c:pt idx="1195">
                  <c:v>18.80936376532798</c:v>
                </c:pt>
                <c:pt idx="1196">
                  <c:v>18.823241596597907</c:v>
                </c:pt>
                <c:pt idx="1197">
                  <c:v>18.841911242117739</c:v>
                </c:pt>
                <c:pt idx="1198">
                  <c:v>18.863529696406747</c:v>
                </c:pt>
                <c:pt idx="1199">
                  <c:v>18.882678523351572</c:v>
                </c:pt>
                <c:pt idx="1200">
                  <c:v>18.927039665272837</c:v>
                </c:pt>
                <c:pt idx="1201">
                  <c:v>18.935370050045751</c:v>
                </c:pt>
                <c:pt idx="1202">
                  <c:v>18.947441735944558</c:v>
                </c:pt>
                <c:pt idx="1203">
                  <c:v>18.959568712007787</c:v>
                </c:pt>
                <c:pt idx="1204">
                  <c:v>18.973925724702703</c:v>
                </c:pt>
                <c:pt idx="1205">
                  <c:v>18.994733256580187</c:v>
                </c:pt>
                <c:pt idx="1206">
                  <c:v>19.018323726733581</c:v>
                </c:pt>
                <c:pt idx="1207">
                  <c:v>19.033473231785212</c:v>
                </c:pt>
                <c:pt idx="1208">
                  <c:v>19.051516255441598</c:v>
                </c:pt>
                <c:pt idx="1209">
                  <c:v>19.06756883317879</c:v>
                </c:pt>
                <c:pt idx="1210">
                  <c:v>19.091620054702364</c:v>
                </c:pt>
                <c:pt idx="1211">
                  <c:v>19.113422809539447</c:v>
                </c:pt>
                <c:pt idx="1212">
                  <c:v>19.132977097690031</c:v>
                </c:pt>
                <c:pt idx="1213">
                  <c:v>19.155259033952102</c:v>
                </c:pt>
                <c:pt idx="1214">
                  <c:v>19.171145741196028</c:v>
                </c:pt>
                <c:pt idx="1215">
                  <c:v>19.184065209615973</c:v>
                </c:pt>
                <c:pt idx="1216">
                  <c:v>19.201444751299292</c:v>
                </c:pt>
                <c:pt idx="1217">
                  <c:v>19.218492551996082</c:v>
                </c:pt>
                <c:pt idx="1218">
                  <c:v>19.240627047819693</c:v>
                </c:pt>
                <c:pt idx="1219">
                  <c:v>19.263037994465417</c:v>
                </c:pt>
                <c:pt idx="1220">
                  <c:v>19.27402230713059</c:v>
                </c:pt>
                <c:pt idx="1221">
                  <c:v>19.302220290985819</c:v>
                </c:pt>
                <c:pt idx="1222">
                  <c:v>19.316319282913433</c:v>
                </c:pt>
                <c:pt idx="1223">
                  <c:v>19.343098152548492</c:v>
                </c:pt>
                <c:pt idx="1224">
                  <c:v>19.361804658177942</c:v>
                </c:pt>
                <c:pt idx="1225">
                  <c:v>19.375369178516141</c:v>
                </c:pt>
                <c:pt idx="1226">
                  <c:v>19.390537113622582</c:v>
                </c:pt>
                <c:pt idx="1227">
                  <c:v>19.415012226406727</c:v>
                </c:pt>
                <c:pt idx="1228">
                  <c:v>19.436317369764009</c:v>
                </c:pt>
                <c:pt idx="1229">
                  <c:v>19.449107827800304</c:v>
                </c:pt>
                <c:pt idx="1230">
                  <c:v>19.464902384770191</c:v>
                </c:pt>
                <c:pt idx="1231">
                  <c:v>19.486649849442852</c:v>
                </c:pt>
                <c:pt idx="1232">
                  <c:v>19.503752940304061</c:v>
                </c:pt>
                <c:pt idx="1233">
                  <c:v>19.52743556073149</c:v>
                </c:pt>
                <c:pt idx="1234">
                  <c:v>19.546436947237854</c:v>
                </c:pt>
                <c:pt idx="1235">
                  <c:v>19.563466317879836</c:v>
                </c:pt>
                <c:pt idx="1236">
                  <c:v>19.579979646987212</c:v>
                </c:pt>
                <c:pt idx="1237">
                  <c:v>19.598243831301282</c:v>
                </c:pt>
                <c:pt idx="1238">
                  <c:v>19.627879359431482</c:v>
                </c:pt>
                <c:pt idx="1239">
                  <c:v>19.647304637198417</c:v>
                </c:pt>
                <c:pt idx="1240">
                  <c:v>19.65968963402895</c:v>
                </c:pt>
                <c:pt idx="1241">
                  <c:v>19.695959981889789</c:v>
                </c:pt>
                <c:pt idx="1242">
                  <c:v>19.702944972661772</c:v>
                </c:pt>
                <c:pt idx="1243">
                  <c:v>19.717818026891294</c:v>
                </c:pt>
                <c:pt idx="1244">
                  <c:v>19.737833066412062</c:v>
                </c:pt>
                <c:pt idx="1245">
                  <c:v>19.757184623959766</c:v>
                </c:pt>
                <c:pt idx="1246">
                  <c:v>19.774932766739234</c:v>
                </c:pt>
                <c:pt idx="1247">
                  <c:v>19.793805142861949</c:v>
                </c:pt>
                <c:pt idx="1248">
                  <c:v>19.815958068740368</c:v>
                </c:pt>
                <c:pt idx="1249">
                  <c:v>19.835788807713065</c:v>
                </c:pt>
                <c:pt idx="1250">
                  <c:v>19.854384733013671</c:v>
                </c:pt>
                <c:pt idx="1251">
                  <c:v>19.869239357188384</c:v>
                </c:pt>
                <c:pt idx="1252">
                  <c:v>19.883522649664069</c:v>
                </c:pt>
                <c:pt idx="1253">
                  <c:v>19.901878984252178</c:v>
                </c:pt>
                <c:pt idx="1254">
                  <c:v>19.929745227120875</c:v>
                </c:pt>
                <c:pt idx="1255">
                  <c:v>19.950221018011828</c:v>
                </c:pt>
                <c:pt idx="1256">
                  <c:v>19.967489979366302</c:v>
                </c:pt>
                <c:pt idx="1257">
                  <c:v>19.987689319435145</c:v>
                </c:pt>
                <c:pt idx="1258">
                  <c:v>20.006524835448246</c:v>
                </c:pt>
                <c:pt idx="1259">
                  <c:v>20.026466154749784</c:v>
                </c:pt>
                <c:pt idx="1260">
                  <c:v>20.041302348869692</c:v>
                </c:pt>
                <c:pt idx="1261">
                  <c:v>20.09303551271389</c:v>
                </c:pt>
                <c:pt idx="1262">
                  <c:v>20.088612299560129</c:v>
                </c:pt>
                <c:pt idx="1263">
                  <c:v>20.101181596938734</c:v>
                </c:pt>
                <c:pt idx="1264">
                  <c:v>20.113474443495228</c:v>
                </c:pt>
                <c:pt idx="1265">
                  <c:v>20.131922928357373</c:v>
                </c:pt>
                <c:pt idx="1266">
                  <c:v>20.152306568974289</c:v>
                </c:pt>
                <c:pt idx="1267">
                  <c:v>20.17134481559027</c:v>
                </c:pt>
                <c:pt idx="1268">
                  <c:v>20.187526403711114</c:v>
                </c:pt>
                <c:pt idx="1269">
                  <c:v>20.215355786470194</c:v>
                </c:pt>
                <c:pt idx="1270">
                  <c:v>20.229749659274724</c:v>
                </c:pt>
                <c:pt idx="1271">
                  <c:v>20.246355138656138</c:v>
                </c:pt>
                <c:pt idx="1272">
                  <c:v>20.265098504395201</c:v>
                </c:pt>
                <c:pt idx="1273">
                  <c:v>20.284026170682335</c:v>
                </c:pt>
                <c:pt idx="1274">
                  <c:v>20.30254837576371</c:v>
                </c:pt>
                <c:pt idx="1275">
                  <c:v>20.321678772653726</c:v>
                </c:pt>
                <c:pt idx="1276">
                  <c:v>20.344845351546553</c:v>
                </c:pt>
                <c:pt idx="1277">
                  <c:v>20.363201686134662</c:v>
                </c:pt>
                <c:pt idx="1278">
                  <c:v>20.379033103214166</c:v>
                </c:pt>
                <c:pt idx="1279">
                  <c:v>20.394735509910017</c:v>
                </c:pt>
                <c:pt idx="1280">
                  <c:v>20.414050207348108</c:v>
                </c:pt>
                <c:pt idx="1281">
                  <c:v>20.422343732011409</c:v>
                </c:pt>
                <c:pt idx="1282">
                  <c:v>20.421477519435463</c:v>
                </c:pt>
                <c:pt idx="1283">
                  <c:v>20.460125344366453</c:v>
                </c:pt>
                <c:pt idx="1284">
                  <c:v>20.489521281784157</c:v>
                </c:pt>
                <c:pt idx="1285">
                  <c:v>20.514862607144245</c:v>
                </c:pt>
                <c:pt idx="1286">
                  <c:v>20.535946589843842</c:v>
                </c:pt>
                <c:pt idx="1287">
                  <c:v>20.550819644073364</c:v>
                </c:pt>
                <c:pt idx="1288">
                  <c:v>20.571885196718149</c:v>
                </c:pt>
                <c:pt idx="1289">
                  <c:v>20.588748696866865</c:v>
                </c:pt>
                <c:pt idx="1290">
                  <c:v>20.602405367479104</c:v>
                </c:pt>
                <c:pt idx="1291">
                  <c:v>20.623010168753705</c:v>
                </c:pt>
                <c:pt idx="1292">
                  <c:v>20.640574010985102</c:v>
                </c:pt>
                <c:pt idx="1293">
                  <c:v>20.66038631990299</c:v>
                </c:pt>
                <c:pt idx="1294">
                  <c:v>20.688787034361095</c:v>
                </c:pt>
                <c:pt idx="1295">
                  <c:v>20.70585326511269</c:v>
                </c:pt>
                <c:pt idx="1296">
                  <c:v>20.719970687095113</c:v>
                </c:pt>
                <c:pt idx="1297">
                  <c:v>20.733922238584267</c:v>
                </c:pt>
                <c:pt idx="1298">
                  <c:v>20.755503832763662</c:v>
                </c:pt>
                <c:pt idx="1299">
                  <c:v>20.77938918379397</c:v>
                </c:pt>
                <c:pt idx="1300">
                  <c:v>20.795552341860006</c:v>
                </c:pt>
                <c:pt idx="1301">
                  <c:v>20.807071126114593</c:v>
                </c:pt>
                <c:pt idx="1302">
                  <c:v>20.848944210636866</c:v>
                </c:pt>
                <c:pt idx="1303">
                  <c:v>20.857772206889582</c:v>
                </c:pt>
                <c:pt idx="1304">
                  <c:v>20.875630929997889</c:v>
                </c:pt>
                <c:pt idx="1305">
                  <c:v>20.889914222473578</c:v>
                </c:pt>
                <c:pt idx="1306">
                  <c:v>20.908436427554953</c:v>
                </c:pt>
                <c:pt idx="1307">
                  <c:v>20.928893788391097</c:v>
                </c:pt>
                <c:pt idx="1308">
                  <c:v>20.948982548131095</c:v>
                </c:pt>
                <c:pt idx="1309">
                  <c:v>20.967117722061516</c:v>
                </c:pt>
                <c:pt idx="1310">
                  <c:v>20.981935486126616</c:v>
                </c:pt>
                <c:pt idx="1311">
                  <c:v>20.998282944740726</c:v>
                </c:pt>
                <c:pt idx="1312">
                  <c:v>21.017487061849973</c:v>
                </c:pt>
                <c:pt idx="1313">
                  <c:v>21.039197666413017</c:v>
                </c:pt>
                <c:pt idx="1314">
                  <c:v>21.060226358948189</c:v>
                </c:pt>
                <c:pt idx="1315">
                  <c:v>21.080665289729527</c:v>
                </c:pt>
                <c:pt idx="1316">
                  <c:v>21.093418887656206</c:v>
                </c:pt>
                <c:pt idx="1317">
                  <c:v>21.113194336464481</c:v>
                </c:pt>
                <c:pt idx="1318">
                  <c:v>21.13680323667268</c:v>
                </c:pt>
                <c:pt idx="1319">
                  <c:v>21.158292680578036</c:v>
                </c:pt>
                <c:pt idx="1320">
                  <c:v>21.18442649829484</c:v>
                </c:pt>
                <c:pt idx="1321">
                  <c:v>21.199944604442621</c:v>
                </c:pt>
                <c:pt idx="1322">
                  <c:v>21.247494145845554</c:v>
                </c:pt>
                <c:pt idx="1323">
                  <c:v>21.246941244201334</c:v>
                </c:pt>
                <c:pt idx="1324">
                  <c:v>21.258718049223223</c:v>
                </c:pt>
                <c:pt idx="1325">
                  <c:v>21.274217725316195</c:v>
                </c:pt>
                <c:pt idx="1326">
                  <c:v>21.291283956067787</c:v>
                </c:pt>
                <c:pt idx="1327">
                  <c:v>21.308626637641492</c:v>
                </c:pt>
                <c:pt idx="1328">
                  <c:v>21.322172727924887</c:v>
                </c:pt>
                <c:pt idx="1329">
                  <c:v>21.336769331332299</c:v>
                </c:pt>
                <c:pt idx="1330">
                  <c:v>21.35372498175505</c:v>
                </c:pt>
                <c:pt idx="1331">
                  <c:v>21.373408280289286</c:v>
                </c:pt>
                <c:pt idx="1332">
                  <c:v>21.401716844473359</c:v>
                </c:pt>
                <c:pt idx="1333">
                  <c:v>21.417511401443246</c:v>
                </c:pt>
                <c:pt idx="1334">
                  <c:v>21.434798792852529</c:v>
                </c:pt>
                <c:pt idx="1335">
                  <c:v>21.451164681521448</c:v>
                </c:pt>
                <c:pt idx="1336">
                  <c:v>21.469944907370124</c:v>
                </c:pt>
                <c:pt idx="1337">
                  <c:v>21.488356532122655</c:v>
                </c:pt>
                <c:pt idx="1338">
                  <c:v>21.512389323591425</c:v>
                </c:pt>
                <c:pt idx="1339">
                  <c:v>21.538099250047662</c:v>
                </c:pt>
                <c:pt idx="1340">
                  <c:v>21.552677423400265</c:v>
                </c:pt>
                <c:pt idx="1341">
                  <c:v>21.5708494574403</c:v>
                </c:pt>
                <c:pt idx="1342">
                  <c:v>21.594661088251382</c:v>
                </c:pt>
                <c:pt idx="1343">
                  <c:v>21.606530043547309</c:v>
                </c:pt>
                <c:pt idx="1344">
                  <c:v>21.624499346984461</c:v>
                </c:pt>
                <c:pt idx="1345">
                  <c:v>21.64313213239468</c:v>
                </c:pt>
                <c:pt idx="1346">
                  <c:v>21.651775828099321</c:v>
                </c:pt>
                <c:pt idx="1347">
                  <c:v>21.672141038661429</c:v>
                </c:pt>
                <c:pt idx="1348">
                  <c:v>21.695326047609061</c:v>
                </c:pt>
                <c:pt idx="1349">
                  <c:v>21.712244837922199</c:v>
                </c:pt>
                <c:pt idx="1350">
                  <c:v>21.734287183471775</c:v>
                </c:pt>
                <c:pt idx="1351">
                  <c:v>21.756550689679038</c:v>
                </c:pt>
                <c:pt idx="1352">
                  <c:v>21.781504983888176</c:v>
                </c:pt>
                <c:pt idx="1353">
                  <c:v>21.801243572586834</c:v>
                </c:pt>
                <c:pt idx="1354">
                  <c:v>21.821055881504723</c:v>
                </c:pt>
                <c:pt idx="1355">
                  <c:v>21.835984225898667</c:v>
                </c:pt>
                <c:pt idx="1356">
                  <c:v>21.849972637497437</c:v>
                </c:pt>
                <c:pt idx="1357">
                  <c:v>21.868863443674957</c:v>
                </c:pt>
                <c:pt idx="1358">
                  <c:v>21.890574048238005</c:v>
                </c:pt>
                <c:pt idx="1359">
                  <c:v>21.901503070738755</c:v>
                </c:pt>
                <c:pt idx="1360">
                  <c:v>21.922660773657579</c:v>
                </c:pt>
                <c:pt idx="1361">
                  <c:v>21.944500388604276</c:v>
                </c:pt>
                <c:pt idx="1362">
                  <c:v>21.951503809431063</c:v>
                </c:pt>
                <c:pt idx="1363">
                  <c:v>21.960737266889538</c:v>
                </c:pt>
                <c:pt idx="1364">
                  <c:v>21.994703857899463</c:v>
                </c:pt>
                <c:pt idx="1365">
                  <c:v>22.019142110573995</c:v>
                </c:pt>
                <c:pt idx="1366">
                  <c:v>22.039378310752451</c:v>
                </c:pt>
                <c:pt idx="1367">
                  <c:v>22.055910069914635</c:v>
                </c:pt>
                <c:pt idx="1368">
                  <c:v>22.073308041652762</c:v>
                </c:pt>
                <c:pt idx="1369">
                  <c:v>22.093341511228338</c:v>
                </c:pt>
                <c:pt idx="1370">
                  <c:v>22.11464665458562</c:v>
                </c:pt>
                <c:pt idx="1371">
                  <c:v>22.129519708815142</c:v>
                </c:pt>
                <c:pt idx="1372">
                  <c:v>22.150124510089746</c:v>
                </c:pt>
                <c:pt idx="1373">
                  <c:v>22.170710881309542</c:v>
                </c:pt>
                <c:pt idx="1374">
                  <c:v>22.19116824214569</c:v>
                </c:pt>
                <c:pt idx="1375">
                  <c:v>22.208455633554973</c:v>
                </c:pt>
                <c:pt idx="1376">
                  <c:v>22.228175792198822</c:v>
                </c:pt>
                <c:pt idx="1377">
                  <c:v>22.246034515307134</c:v>
                </c:pt>
                <c:pt idx="1378">
                  <c:v>22.26551508323849</c:v>
                </c:pt>
                <c:pt idx="1379">
                  <c:v>22.284203158813131</c:v>
                </c:pt>
                <c:pt idx="1380">
                  <c:v>22.304844820197349</c:v>
                </c:pt>
                <c:pt idx="1381">
                  <c:v>22.318759511576889</c:v>
                </c:pt>
                <c:pt idx="1382">
                  <c:v>22.33337454503911</c:v>
                </c:pt>
                <c:pt idx="1383">
                  <c:v>22.390028533516865</c:v>
                </c:pt>
                <c:pt idx="1384">
                  <c:v>22.387540476117877</c:v>
                </c:pt>
                <c:pt idx="1385">
                  <c:v>22.396294752151363</c:v>
                </c:pt>
                <c:pt idx="1386">
                  <c:v>22.409822412379949</c:v>
                </c:pt>
                <c:pt idx="1387">
                  <c:v>22.435716639384257</c:v>
                </c:pt>
                <c:pt idx="1388">
                  <c:v>22.457132363070386</c:v>
                </c:pt>
                <c:pt idx="1389">
                  <c:v>22.471470945710493</c:v>
                </c:pt>
                <c:pt idx="1390">
                  <c:v>22.484869595555431</c:v>
                </c:pt>
                <c:pt idx="1391">
                  <c:v>22.502488727951246</c:v>
                </c:pt>
                <c:pt idx="1392">
                  <c:v>22.527295581721923</c:v>
                </c:pt>
                <c:pt idx="1393">
                  <c:v>22.550388440395515</c:v>
                </c:pt>
                <c:pt idx="1394">
                  <c:v>22.567454671147111</c:v>
                </c:pt>
                <c:pt idx="1395">
                  <c:v>22.582069704609331</c:v>
                </c:pt>
                <c:pt idx="1396">
                  <c:v>22.599338665963806</c:v>
                </c:pt>
                <c:pt idx="1397">
                  <c:v>22.619077254662464</c:v>
                </c:pt>
                <c:pt idx="1398">
                  <c:v>22.64174622207549</c:v>
                </c:pt>
                <c:pt idx="1399">
                  <c:v>22.66087661896551</c:v>
                </c:pt>
                <c:pt idx="1400">
                  <c:v>22.673906667714295</c:v>
                </c:pt>
                <c:pt idx="1401">
                  <c:v>22.689203613204388</c:v>
                </c:pt>
                <c:pt idx="1402">
                  <c:v>22.708204999710752</c:v>
                </c:pt>
                <c:pt idx="1403">
                  <c:v>22.778497228745941</c:v>
                </c:pt>
                <c:pt idx="1404">
                  <c:v>22.774921798113319</c:v>
                </c:pt>
                <c:pt idx="1405">
                  <c:v>22.77302350246816</c:v>
                </c:pt>
                <c:pt idx="1406">
                  <c:v>22.787546385656345</c:v>
                </c:pt>
                <c:pt idx="1407">
                  <c:v>22.80481534701082</c:v>
                </c:pt>
                <c:pt idx="1408">
                  <c:v>22.819872701788416</c:v>
                </c:pt>
                <c:pt idx="1409">
                  <c:v>22.837676134732302</c:v>
                </c:pt>
                <c:pt idx="1410">
                  <c:v>22.85894441797997</c:v>
                </c:pt>
                <c:pt idx="1411">
                  <c:v>22.874812695169091</c:v>
                </c:pt>
                <c:pt idx="1412">
                  <c:v>22.895896677868684</c:v>
                </c:pt>
                <c:pt idx="1413">
                  <c:v>22.912502157250096</c:v>
                </c:pt>
                <c:pt idx="1414">
                  <c:v>22.934341772196792</c:v>
                </c:pt>
                <c:pt idx="1415">
                  <c:v>22.953748619908918</c:v>
                </c:pt>
                <c:pt idx="1416">
                  <c:v>22.974740452334476</c:v>
                </c:pt>
                <c:pt idx="1417">
                  <c:v>22.992322724620678</c:v>
                </c:pt>
                <c:pt idx="1418">
                  <c:v>23.011176670688585</c:v>
                </c:pt>
                <c:pt idx="1419">
                  <c:v>23.024501600314291</c:v>
                </c:pt>
                <c:pt idx="1420">
                  <c:v>23.043392406491812</c:v>
                </c:pt>
                <c:pt idx="1421">
                  <c:v>23.063941917601994</c:v>
                </c:pt>
                <c:pt idx="1422">
                  <c:v>23.07947845380458</c:v>
                </c:pt>
                <c:pt idx="1423">
                  <c:v>23.08849075060537</c:v>
                </c:pt>
                <c:pt idx="1424">
                  <c:v>23.125756321425808</c:v>
                </c:pt>
                <c:pt idx="1425">
                  <c:v>23.143928355465842</c:v>
                </c:pt>
                <c:pt idx="1426">
                  <c:v>23.162045099341455</c:v>
                </c:pt>
                <c:pt idx="1427">
                  <c:v>23.175480609296006</c:v>
                </c:pt>
                <c:pt idx="1428">
                  <c:v>23.190722264621673</c:v>
                </c:pt>
                <c:pt idx="1429">
                  <c:v>23.214202154446223</c:v>
                </c:pt>
                <c:pt idx="1430">
                  <c:v>23.229757120703614</c:v>
                </c:pt>
                <c:pt idx="1431">
                  <c:v>23.247818574414808</c:v>
                </c:pt>
                <c:pt idx="1432">
                  <c:v>23.270376961498989</c:v>
                </c:pt>
                <c:pt idx="1433">
                  <c:v>23.286742850167904</c:v>
                </c:pt>
                <c:pt idx="1434">
                  <c:v>23.305541506071389</c:v>
                </c:pt>
                <c:pt idx="1435">
                  <c:v>23.322110125343187</c:v>
                </c:pt>
                <c:pt idx="1436">
                  <c:v>23.337812532039038</c:v>
                </c:pt>
                <c:pt idx="1437">
                  <c:v>23.354454871530066</c:v>
                </c:pt>
                <c:pt idx="1438">
                  <c:v>23.371152501185513</c:v>
                </c:pt>
                <c:pt idx="1439">
                  <c:v>23.386854907881364</c:v>
                </c:pt>
                <c:pt idx="1440">
                  <c:v>23.402723185070485</c:v>
                </c:pt>
                <c:pt idx="1441">
                  <c:v>23.421355970480704</c:v>
                </c:pt>
                <c:pt idx="1442">
                  <c:v>23.443656336797581</c:v>
                </c:pt>
                <c:pt idx="1443">
                  <c:v>23.459635194315545</c:v>
                </c:pt>
                <c:pt idx="1444">
                  <c:v>23.488644100582295</c:v>
                </c:pt>
                <c:pt idx="1445">
                  <c:v>23.499720563521503</c:v>
                </c:pt>
                <c:pt idx="1446">
                  <c:v>23.520399085015338</c:v>
                </c:pt>
                <c:pt idx="1447">
                  <c:v>23.540487844755337</c:v>
                </c:pt>
                <c:pt idx="1448">
                  <c:v>23.562327459702033</c:v>
                </c:pt>
                <c:pt idx="1449">
                  <c:v>23.577163653821941</c:v>
                </c:pt>
                <c:pt idx="1450">
                  <c:v>23.595648998793699</c:v>
                </c:pt>
                <c:pt idx="1451">
                  <c:v>23.615350727382744</c:v>
                </c:pt>
                <c:pt idx="1452">
                  <c:v>23.630168491447844</c:v>
                </c:pt>
                <c:pt idx="1453">
                  <c:v>23.647548033131162</c:v>
                </c:pt>
                <c:pt idx="1454">
                  <c:v>23.665885937664466</c:v>
                </c:pt>
                <c:pt idx="1455">
                  <c:v>23.683892101211235</c:v>
                </c:pt>
                <c:pt idx="1456">
                  <c:v>23.706671648953105</c:v>
                </c:pt>
                <c:pt idx="1457">
                  <c:v>23.720328319565343</c:v>
                </c:pt>
                <c:pt idx="1458">
                  <c:v>23.734648472150646</c:v>
                </c:pt>
                <c:pt idx="1459">
                  <c:v>23.755640304576204</c:v>
                </c:pt>
                <c:pt idx="1460">
                  <c:v>23.775028722233522</c:v>
                </c:pt>
                <c:pt idx="1461">
                  <c:v>23.796057414768693</c:v>
                </c:pt>
                <c:pt idx="1462">
                  <c:v>23.813068355355867</c:v>
                </c:pt>
                <c:pt idx="1463">
                  <c:v>23.825011030871021</c:v>
                </c:pt>
                <c:pt idx="1464">
                  <c:v>23.867584457475974</c:v>
                </c:pt>
                <c:pt idx="1465">
                  <c:v>23.87425613731623</c:v>
                </c:pt>
                <c:pt idx="1466">
                  <c:v>23.886991305188101</c:v>
                </c:pt>
                <c:pt idx="1467">
                  <c:v>23.904315556706997</c:v>
                </c:pt>
                <c:pt idx="1468">
                  <c:v>23.921584518061476</c:v>
                </c:pt>
                <c:pt idx="1469">
                  <c:v>23.939332660840943</c:v>
                </c:pt>
                <c:pt idx="1470">
                  <c:v>23.957504694880978</c:v>
                </c:pt>
                <c:pt idx="1471">
                  <c:v>23.972801640371067</c:v>
                </c:pt>
                <c:pt idx="1472">
                  <c:v>23.990899954191875</c:v>
                </c:pt>
                <c:pt idx="1473">
                  <c:v>24.004538194749305</c:v>
                </c:pt>
                <c:pt idx="1474">
                  <c:v>24.032035836521853</c:v>
                </c:pt>
                <c:pt idx="1475">
                  <c:v>24.049415378205172</c:v>
                </c:pt>
                <c:pt idx="1476">
                  <c:v>24.067827002957703</c:v>
                </c:pt>
                <c:pt idx="1477">
                  <c:v>24.081852274666087</c:v>
                </c:pt>
                <c:pt idx="1478">
                  <c:v>24.101683013638784</c:v>
                </c:pt>
                <c:pt idx="1479">
                  <c:v>24.119468016527865</c:v>
                </c:pt>
                <c:pt idx="1480">
                  <c:v>24.141252341310139</c:v>
                </c:pt>
                <c:pt idx="1481">
                  <c:v>24.159240074802099</c:v>
                </c:pt>
                <c:pt idx="1482">
                  <c:v>24.175329512648908</c:v>
                </c:pt>
                <c:pt idx="1483">
                  <c:v>24.195565712827364</c:v>
                </c:pt>
                <c:pt idx="1484">
                  <c:v>24.201444900310904</c:v>
                </c:pt>
                <c:pt idx="1485">
                  <c:v>24.202532273544538</c:v>
                </c:pt>
                <c:pt idx="1486">
                  <c:v>24.228076329507509</c:v>
                </c:pt>
                <c:pt idx="1487">
                  <c:v>24.261397868599175</c:v>
                </c:pt>
                <c:pt idx="1488">
                  <c:v>24.281597208668018</c:v>
                </c:pt>
                <c:pt idx="1489">
                  <c:v>24.301888699010899</c:v>
                </c:pt>
                <c:pt idx="1490">
                  <c:v>24.325147428177758</c:v>
                </c:pt>
                <c:pt idx="1491">
                  <c:v>24.337643005337135</c:v>
                </c:pt>
                <c:pt idx="1492">
                  <c:v>24.355298997842564</c:v>
                </c:pt>
                <c:pt idx="1493">
                  <c:v>24.371240995250911</c:v>
                </c:pt>
                <c:pt idx="1494">
                  <c:v>24.38952360961979</c:v>
                </c:pt>
                <c:pt idx="1495">
                  <c:v>24.408893597222303</c:v>
                </c:pt>
                <c:pt idx="1496">
                  <c:v>24.428871776633457</c:v>
                </c:pt>
                <c:pt idx="1497">
                  <c:v>24.449882039113824</c:v>
                </c:pt>
                <c:pt idx="1498">
                  <c:v>24.471758514170133</c:v>
                </c:pt>
                <c:pt idx="1499">
                  <c:v>24.486502558016003</c:v>
                </c:pt>
                <c:pt idx="1500">
                  <c:v>24.498445233531161</c:v>
                </c:pt>
                <c:pt idx="1501">
                  <c:v>24.51589849543371</c:v>
                </c:pt>
                <c:pt idx="1502">
                  <c:v>24.537166778681378</c:v>
                </c:pt>
                <c:pt idx="1503">
                  <c:v>24.556407755900238</c:v>
                </c:pt>
                <c:pt idx="1504">
                  <c:v>24.564443259796239</c:v>
                </c:pt>
                <c:pt idx="1505">
                  <c:v>24.611753210486675</c:v>
                </c:pt>
                <c:pt idx="1506">
                  <c:v>24.61013136566363</c:v>
                </c:pt>
                <c:pt idx="1507">
                  <c:v>24.622700663042234</c:v>
                </c:pt>
                <c:pt idx="1508">
                  <c:v>24.64619898292159</c:v>
                </c:pt>
                <c:pt idx="1509">
                  <c:v>24.668222898416357</c:v>
                </c:pt>
                <c:pt idx="1510">
                  <c:v>24.685731450483331</c:v>
                </c:pt>
                <c:pt idx="1511">
                  <c:v>24.701102116192651</c:v>
                </c:pt>
                <c:pt idx="1512">
                  <c:v>24.719218860068263</c:v>
                </c:pt>
                <c:pt idx="1513">
                  <c:v>24.738939018712113</c:v>
                </c:pt>
                <c:pt idx="1514">
                  <c:v>24.759156788835764</c:v>
                </c:pt>
                <c:pt idx="1515">
                  <c:v>24.773274210818187</c:v>
                </c:pt>
                <c:pt idx="1516">
                  <c:v>24.786433269950624</c:v>
                </c:pt>
                <c:pt idx="1517">
                  <c:v>24.804881754812772</c:v>
                </c:pt>
                <c:pt idx="1518">
                  <c:v>24.823883141319136</c:v>
                </c:pt>
                <c:pt idx="1519">
                  <c:v>24.838866775877502</c:v>
                </c:pt>
                <c:pt idx="1520">
                  <c:v>24.859913898467482</c:v>
                </c:pt>
                <c:pt idx="1521">
                  <c:v>24.871100941735538</c:v>
                </c:pt>
                <c:pt idx="1522">
                  <c:v>24.89157673262649</c:v>
                </c:pt>
                <c:pt idx="1523">
                  <c:v>24.913508497847221</c:v>
                </c:pt>
                <c:pt idx="1524">
                  <c:v>24.927662779939258</c:v>
                </c:pt>
                <c:pt idx="1525">
                  <c:v>24.927939230761368</c:v>
                </c:pt>
                <c:pt idx="1526">
                  <c:v>24.952432773600322</c:v>
                </c:pt>
                <c:pt idx="1527">
                  <c:v>24.973240305477805</c:v>
                </c:pt>
                <c:pt idx="1528">
                  <c:v>24.994766609492775</c:v>
                </c:pt>
                <c:pt idx="1529">
                  <c:v>25.014873799287582</c:v>
                </c:pt>
                <c:pt idx="1530">
                  <c:v>25.039533212619801</c:v>
                </c:pt>
                <c:pt idx="1531">
                  <c:v>25.058405588742513</c:v>
                </c:pt>
                <c:pt idx="1532">
                  <c:v>25.0699243729971</c:v>
                </c:pt>
                <c:pt idx="1533">
                  <c:v>25.082456810266091</c:v>
                </c:pt>
                <c:pt idx="1534">
                  <c:v>25.106858202831006</c:v>
                </c:pt>
                <c:pt idx="1535">
                  <c:v>25.128089625969061</c:v>
                </c:pt>
                <c:pt idx="1536">
                  <c:v>25.146224799899482</c:v>
                </c:pt>
                <c:pt idx="1537">
                  <c:v>25.160213211498249</c:v>
                </c:pt>
                <c:pt idx="1538">
                  <c:v>25.175602307262377</c:v>
                </c:pt>
                <c:pt idx="1539">
                  <c:v>25.196925880674467</c:v>
                </c:pt>
                <c:pt idx="1540">
                  <c:v>25.216940920195238</c:v>
                </c:pt>
                <c:pt idx="1541">
                  <c:v>25.232901347658391</c:v>
                </c:pt>
                <c:pt idx="1542">
                  <c:v>25.243719789830301</c:v>
                </c:pt>
                <c:pt idx="1543">
                  <c:v>25.26262902606263</c:v>
                </c:pt>
                <c:pt idx="1544">
                  <c:v>25.282478195090132</c:v>
                </c:pt>
                <c:pt idx="1545">
                  <c:v>25.342449593433209</c:v>
                </c:pt>
                <c:pt idx="1546">
                  <c:v>25.336809996662165</c:v>
                </c:pt>
                <c:pt idx="1547">
                  <c:v>25.337344468251576</c:v>
                </c:pt>
                <c:pt idx="1548">
                  <c:v>25.346154034449484</c:v>
                </c:pt>
                <c:pt idx="1549">
                  <c:v>25.35595882360699</c:v>
                </c:pt>
                <c:pt idx="1550">
                  <c:v>25.384580698722786</c:v>
                </c:pt>
                <c:pt idx="1551">
                  <c:v>25.402586862269555</c:v>
                </c:pt>
                <c:pt idx="1552">
                  <c:v>25.42337596409223</c:v>
                </c:pt>
                <c:pt idx="1553">
                  <c:v>25.441289977364963</c:v>
                </c:pt>
                <c:pt idx="1554">
                  <c:v>25.457305694992542</c:v>
                </c:pt>
                <c:pt idx="1555">
                  <c:v>25.475274998429697</c:v>
                </c:pt>
                <c:pt idx="1556">
                  <c:v>25.498552157651364</c:v>
                </c:pt>
                <c:pt idx="1557">
                  <c:v>25.511121455029969</c:v>
                </c:pt>
                <c:pt idx="1558">
                  <c:v>25.527708504356575</c:v>
                </c:pt>
                <c:pt idx="1559">
                  <c:v>25.543613641655305</c:v>
                </c:pt>
                <c:pt idx="1560">
                  <c:v>25.565969298136608</c:v>
                </c:pt>
                <c:pt idx="1561">
                  <c:v>25.585781607054496</c:v>
                </c:pt>
                <c:pt idx="1562">
                  <c:v>25.602092205558989</c:v>
                </c:pt>
                <c:pt idx="1563">
                  <c:v>25.619379596968272</c:v>
                </c:pt>
                <c:pt idx="1564">
                  <c:v>25.633109987799742</c:v>
                </c:pt>
                <c:pt idx="1565">
                  <c:v>25.640205558900565</c:v>
                </c:pt>
                <c:pt idx="1566">
                  <c:v>25.702093682943605</c:v>
                </c:pt>
                <c:pt idx="1567">
                  <c:v>25.701467061080159</c:v>
                </c:pt>
                <c:pt idx="1568">
                  <c:v>25.711585161169385</c:v>
                </c:pt>
                <c:pt idx="1569">
                  <c:v>25.720763328463441</c:v>
                </c:pt>
                <c:pt idx="1570">
                  <c:v>25.729185863510395</c:v>
                </c:pt>
                <c:pt idx="1571">
                  <c:v>25.750656877360942</c:v>
                </c:pt>
                <c:pt idx="1572">
                  <c:v>25.767815258386573</c:v>
                </c:pt>
                <c:pt idx="1573">
                  <c:v>25.790834396840939</c:v>
                </c:pt>
                <c:pt idx="1574">
                  <c:v>25.816046711817378</c:v>
                </c:pt>
                <c:pt idx="1575">
                  <c:v>25.832117719609379</c:v>
                </c:pt>
                <c:pt idx="1576">
                  <c:v>25.846198281482184</c:v>
                </c:pt>
                <c:pt idx="1577">
                  <c:v>25.859044029682899</c:v>
                </c:pt>
                <c:pt idx="1578">
                  <c:v>25.88152869654785</c:v>
                </c:pt>
                <c:pt idx="1579">
                  <c:v>25.897544414175428</c:v>
                </c:pt>
                <c:pt idx="1580">
                  <c:v>25.912122587528032</c:v>
                </c:pt>
                <c:pt idx="1581">
                  <c:v>25.930755372938251</c:v>
                </c:pt>
                <c:pt idx="1582">
                  <c:v>25.945757437551425</c:v>
                </c:pt>
                <c:pt idx="1583">
                  <c:v>25.962455067206871</c:v>
                </c:pt>
                <c:pt idx="1584">
                  <c:v>25.982691267385331</c:v>
                </c:pt>
                <c:pt idx="1585">
                  <c:v>25.996476948381218</c:v>
                </c:pt>
                <c:pt idx="1586">
                  <c:v>26.044284510551453</c:v>
                </c:pt>
                <c:pt idx="1587">
                  <c:v>26.037170509395821</c:v>
                </c:pt>
                <c:pt idx="1588">
                  <c:v>26.046532977237948</c:v>
                </c:pt>
                <c:pt idx="1589">
                  <c:v>26.060687259329985</c:v>
                </c:pt>
                <c:pt idx="1590">
                  <c:v>26.08300605570167</c:v>
                </c:pt>
                <c:pt idx="1591">
                  <c:v>26.103039525277246</c:v>
                </c:pt>
                <c:pt idx="1592">
                  <c:v>26.122298932550915</c:v>
                </c:pt>
                <c:pt idx="1593">
                  <c:v>26.132417032640145</c:v>
                </c:pt>
                <c:pt idx="1594">
                  <c:v>26.141834790646694</c:v>
                </c:pt>
                <c:pt idx="1595">
                  <c:v>26.16214471104438</c:v>
                </c:pt>
                <c:pt idx="1596">
                  <c:v>26.183376134182435</c:v>
                </c:pt>
                <c:pt idx="1597">
                  <c:v>26.198193898247535</c:v>
                </c:pt>
                <c:pt idx="1598">
                  <c:v>26.20993384315981</c:v>
                </c:pt>
                <c:pt idx="1599">
                  <c:v>26.22882464933733</c:v>
                </c:pt>
                <c:pt idx="1600">
                  <c:v>26.249263580118669</c:v>
                </c:pt>
                <c:pt idx="1601">
                  <c:v>26.266053360048154</c:v>
                </c:pt>
                <c:pt idx="1602">
                  <c:v>26.290565332941913</c:v>
                </c:pt>
                <c:pt idx="1603">
                  <c:v>26.310082760982883</c:v>
                </c:pt>
                <c:pt idx="1604">
                  <c:v>26.316643860494299</c:v>
                </c:pt>
                <c:pt idx="1605">
                  <c:v>26.3385019054958</c:v>
                </c:pt>
                <c:pt idx="1606">
                  <c:v>26.377315600920056</c:v>
                </c:pt>
                <c:pt idx="1607">
                  <c:v>26.380301269798842</c:v>
                </c:pt>
                <c:pt idx="1608">
                  <c:v>26.39126715240921</c:v>
                </c:pt>
                <c:pt idx="1609">
                  <c:v>26.402251465074382</c:v>
                </c:pt>
                <c:pt idx="1610">
                  <c:v>26.421271281635555</c:v>
                </c:pt>
                <c:pt idx="1611">
                  <c:v>26.439701336442894</c:v>
                </c:pt>
                <c:pt idx="1612">
                  <c:v>26.459882246456928</c:v>
                </c:pt>
                <c:pt idx="1613">
                  <c:v>26.467862460188506</c:v>
                </c:pt>
                <c:pt idx="1614">
                  <c:v>26.484449509515112</c:v>
                </c:pt>
                <c:pt idx="1615">
                  <c:v>26.49263245384957</c:v>
                </c:pt>
                <c:pt idx="1616">
                  <c:v>26.517384017455825</c:v>
                </c:pt>
                <c:pt idx="1617">
                  <c:v>26.536219533468923</c:v>
                </c:pt>
                <c:pt idx="1618">
                  <c:v>26.554649588276263</c:v>
                </c:pt>
                <c:pt idx="1619">
                  <c:v>26.573208653467251</c:v>
                </c:pt>
                <c:pt idx="1620">
                  <c:v>26.579253711444061</c:v>
                </c:pt>
                <c:pt idx="1621">
                  <c:v>26.597038714333141</c:v>
                </c:pt>
                <c:pt idx="1622">
                  <c:v>26.616961603579874</c:v>
                </c:pt>
                <c:pt idx="1623">
                  <c:v>26.636055140360273</c:v>
                </c:pt>
                <c:pt idx="1624">
                  <c:v>26.658023765690622</c:v>
                </c:pt>
                <c:pt idx="1625">
                  <c:v>26.674205353811466</c:v>
                </c:pt>
                <c:pt idx="1626">
                  <c:v>26.679107748390216</c:v>
                </c:pt>
                <c:pt idx="1627">
                  <c:v>26.727947393629663</c:v>
                </c:pt>
                <c:pt idx="1628">
                  <c:v>26.725348755901827</c:v>
                </c:pt>
                <c:pt idx="1629">
                  <c:v>26.736720099717957</c:v>
                </c:pt>
                <c:pt idx="1630">
                  <c:v>26.75627438786854</c:v>
                </c:pt>
                <c:pt idx="1631">
                  <c:v>26.778114002815236</c:v>
                </c:pt>
                <c:pt idx="1632">
                  <c:v>26.796838938499494</c:v>
                </c:pt>
                <c:pt idx="1633">
                  <c:v>26.811564552290555</c:v>
                </c:pt>
                <c:pt idx="1634">
                  <c:v>26.825755694492205</c:v>
                </c:pt>
                <c:pt idx="1635">
                  <c:v>26.837827380391012</c:v>
                </c:pt>
                <c:pt idx="1636">
                  <c:v>26.856073134650277</c:v>
                </c:pt>
                <c:pt idx="1637">
                  <c:v>26.878207630473891</c:v>
                </c:pt>
                <c:pt idx="1638">
                  <c:v>26.887035626726608</c:v>
                </c:pt>
                <c:pt idx="1639">
                  <c:v>26.905023360218568</c:v>
                </c:pt>
                <c:pt idx="1640">
                  <c:v>26.91899334176253</c:v>
                </c:pt>
                <c:pt idx="1641">
                  <c:v>26.934751038622803</c:v>
                </c:pt>
                <c:pt idx="1642">
                  <c:v>26.959060280913683</c:v>
                </c:pt>
                <c:pt idx="1643">
                  <c:v>26.980217983832507</c:v>
                </c:pt>
                <c:pt idx="1644">
                  <c:v>26.998334727708119</c:v>
                </c:pt>
                <c:pt idx="1645">
                  <c:v>27.005338148534911</c:v>
                </c:pt>
                <c:pt idx="1646">
                  <c:v>27.014884916925112</c:v>
                </c:pt>
                <c:pt idx="1647">
                  <c:v>27.037000982693918</c:v>
                </c:pt>
                <c:pt idx="1648">
                  <c:v>27.055449467556063</c:v>
                </c:pt>
                <c:pt idx="1649">
                  <c:v>27.069769620141365</c:v>
                </c:pt>
                <c:pt idx="1650">
                  <c:v>27.081048813683456</c:v>
                </c:pt>
                <c:pt idx="1651">
                  <c:v>27.095719137310095</c:v>
                </c:pt>
                <c:pt idx="1652">
                  <c:v>27.112932808500151</c:v>
                </c:pt>
                <c:pt idx="1653">
                  <c:v>27.129224976949835</c:v>
                </c:pt>
                <c:pt idx="1654">
                  <c:v>27.148410664004274</c:v>
                </c:pt>
                <c:pt idx="1655">
                  <c:v>27.163099417685725</c:v>
                </c:pt>
                <c:pt idx="1656">
                  <c:v>27.177861891586403</c:v>
                </c:pt>
                <c:pt idx="1657">
                  <c:v>27.190412758910199</c:v>
                </c:pt>
                <c:pt idx="1658">
                  <c:v>27.210814829581924</c:v>
                </c:pt>
                <c:pt idx="1659">
                  <c:v>27.230737718828657</c:v>
                </c:pt>
                <c:pt idx="1660">
                  <c:v>27.249775965444634</c:v>
                </c:pt>
                <c:pt idx="1661">
                  <c:v>27.268113869977938</c:v>
                </c:pt>
                <c:pt idx="1662">
                  <c:v>27.285640852099714</c:v>
                </c:pt>
                <c:pt idx="1663">
                  <c:v>27.300716636932119</c:v>
                </c:pt>
                <c:pt idx="1664">
                  <c:v>27.316234743079896</c:v>
                </c:pt>
                <c:pt idx="1665">
                  <c:v>27.329559672705603</c:v>
                </c:pt>
                <c:pt idx="1666">
                  <c:v>27.344027265729363</c:v>
                </c:pt>
                <c:pt idx="1667">
                  <c:v>27.380518774247893</c:v>
                </c:pt>
                <c:pt idx="1668">
                  <c:v>27.386139940964132</c:v>
                </c:pt>
                <c:pt idx="1669">
                  <c:v>27.402579549852277</c:v>
                </c:pt>
                <c:pt idx="1670">
                  <c:v>27.421083324878843</c:v>
                </c:pt>
                <c:pt idx="1671">
                  <c:v>27.433007570339193</c:v>
                </c:pt>
                <c:pt idx="1672">
                  <c:v>27.442701779167852</c:v>
                </c:pt>
                <c:pt idx="1673">
                  <c:v>27.46035777167328</c:v>
                </c:pt>
                <c:pt idx="1674">
                  <c:v>27.476649940122968</c:v>
                </c:pt>
                <c:pt idx="1675">
                  <c:v>27.495411735916839</c:v>
                </c:pt>
                <c:pt idx="1676">
                  <c:v>27.510671821297315</c:v>
                </c:pt>
                <c:pt idx="1677">
                  <c:v>27.526226787554709</c:v>
                </c:pt>
                <c:pt idx="1678">
                  <c:v>27.538574924275625</c:v>
                </c:pt>
                <c:pt idx="1679">
                  <c:v>27.554996103108962</c:v>
                </c:pt>
                <c:pt idx="1680">
                  <c:v>27.574826842081659</c:v>
                </c:pt>
                <c:pt idx="1681">
                  <c:v>27.590326518174631</c:v>
                </c:pt>
                <c:pt idx="1682">
                  <c:v>27.606471246185858</c:v>
                </c:pt>
                <c:pt idx="1683">
                  <c:v>27.622450103703819</c:v>
                </c:pt>
                <c:pt idx="1684">
                  <c:v>27.636585955741047</c:v>
                </c:pt>
                <c:pt idx="1685">
                  <c:v>27.649431703941765</c:v>
                </c:pt>
                <c:pt idx="1686">
                  <c:v>27.65811225975602</c:v>
                </c:pt>
                <c:pt idx="1687">
                  <c:v>27.669999645106753</c:v>
                </c:pt>
                <c:pt idx="1688">
                  <c:v>27.688503420133319</c:v>
                </c:pt>
                <c:pt idx="1689">
                  <c:v>27.711522558587685</c:v>
                </c:pt>
                <c:pt idx="1690">
                  <c:v>27.731150566957499</c:v>
                </c:pt>
                <c:pt idx="1691">
                  <c:v>27.747737616284105</c:v>
                </c:pt>
                <c:pt idx="1692">
                  <c:v>27.768876889148121</c:v>
                </c:pt>
                <c:pt idx="1693">
                  <c:v>27.787067353242964</c:v>
                </c:pt>
                <c:pt idx="1694">
                  <c:v>27.801590236431146</c:v>
                </c:pt>
                <c:pt idx="1695">
                  <c:v>27.813754072603992</c:v>
                </c:pt>
                <c:pt idx="1696">
                  <c:v>27.823761592364374</c:v>
                </c:pt>
                <c:pt idx="1697">
                  <c:v>27.83728925259296</c:v>
                </c:pt>
                <c:pt idx="1698">
                  <c:v>27.856290639099328</c:v>
                </c:pt>
                <c:pt idx="1699">
                  <c:v>27.872988268754774</c:v>
                </c:pt>
                <c:pt idx="1700">
                  <c:v>27.892579417014975</c:v>
                </c:pt>
                <c:pt idx="1701">
                  <c:v>27.907360320970461</c:v>
                </c:pt>
                <c:pt idx="1702">
                  <c:v>27.91698080957989</c:v>
                </c:pt>
                <c:pt idx="1703">
                  <c:v>27.933494138687266</c:v>
                </c:pt>
                <c:pt idx="1704">
                  <c:v>27.957877101197376</c:v>
                </c:pt>
                <c:pt idx="1705">
                  <c:v>27.965046392517429</c:v>
                </c:pt>
                <c:pt idx="1706">
                  <c:v>27.978371322143136</c:v>
                </c:pt>
                <c:pt idx="1707">
                  <c:v>27.9858170642853</c:v>
                </c:pt>
                <c:pt idx="1708">
                  <c:v>27.986683276861243</c:v>
                </c:pt>
                <c:pt idx="1709">
                  <c:v>28.016613685868361</c:v>
                </c:pt>
                <c:pt idx="1710">
                  <c:v>28.037697668567958</c:v>
                </c:pt>
                <c:pt idx="1711">
                  <c:v>28.058026019020449</c:v>
                </c:pt>
                <c:pt idx="1712">
                  <c:v>28.073470404948999</c:v>
                </c:pt>
                <c:pt idx="1713">
                  <c:v>28.086758474465089</c:v>
                </c:pt>
                <c:pt idx="1714">
                  <c:v>28.099180331405236</c:v>
                </c:pt>
                <c:pt idx="1715">
                  <c:v>28.111454747906922</c:v>
                </c:pt>
                <c:pt idx="1716">
                  <c:v>28.130216543700794</c:v>
                </c:pt>
                <c:pt idx="1717">
                  <c:v>28.146840453137013</c:v>
                </c:pt>
                <c:pt idx="1718">
                  <c:v>28.149918272289838</c:v>
                </c:pt>
                <c:pt idx="1719">
                  <c:v>28.168587917809671</c:v>
                </c:pt>
                <c:pt idx="1720">
                  <c:v>28.187312853493928</c:v>
                </c:pt>
                <c:pt idx="1721">
                  <c:v>28.202130617559028</c:v>
                </c:pt>
                <c:pt idx="1722">
                  <c:v>28.218404355953908</c:v>
                </c:pt>
                <c:pt idx="1723">
                  <c:v>28.231618705250767</c:v>
                </c:pt>
                <c:pt idx="1724">
                  <c:v>28.253550470471502</c:v>
                </c:pt>
                <c:pt idx="1725">
                  <c:v>28.270745711606747</c:v>
                </c:pt>
                <c:pt idx="1726">
                  <c:v>28.287001019946821</c:v>
                </c:pt>
                <c:pt idx="1727">
                  <c:v>28.298648814585057</c:v>
                </c:pt>
                <c:pt idx="1728">
                  <c:v>28.307218790070468</c:v>
                </c:pt>
                <c:pt idx="1729">
                  <c:v>28.323363518081699</c:v>
                </c:pt>
                <c:pt idx="1730">
                  <c:v>28.339139644996781</c:v>
                </c:pt>
                <c:pt idx="1731">
                  <c:v>28.356021575200302</c:v>
                </c:pt>
                <c:pt idx="1732">
                  <c:v>28.364315099863603</c:v>
                </c:pt>
                <c:pt idx="1733">
                  <c:v>28.381049589628667</c:v>
                </c:pt>
                <c:pt idx="1734">
                  <c:v>28.399553364655233</c:v>
                </c:pt>
                <c:pt idx="1735">
                  <c:v>28.409800475128115</c:v>
                </c:pt>
                <c:pt idx="1736">
                  <c:v>28.423530865959581</c:v>
                </c:pt>
                <c:pt idx="1737">
                  <c:v>28.438846241504478</c:v>
                </c:pt>
                <c:pt idx="1738">
                  <c:v>28.457571177188733</c:v>
                </c:pt>
                <c:pt idx="1739">
                  <c:v>28.47242580136345</c:v>
                </c:pt>
                <c:pt idx="1740">
                  <c:v>28.483225813480548</c:v>
                </c:pt>
                <c:pt idx="1741">
                  <c:v>28.498485898861023</c:v>
                </c:pt>
                <c:pt idx="1742">
                  <c:v>28.513100932323244</c:v>
                </c:pt>
                <c:pt idx="1743">
                  <c:v>28.525983540633572</c:v>
                </c:pt>
                <c:pt idx="1744">
                  <c:v>28.544413595440911</c:v>
                </c:pt>
                <c:pt idx="1745">
                  <c:v>28.558383576984873</c:v>
                </c:pt>
                <c:pt idx="1746">
                  <c:v>28.576850491901826</c:v>
                </c:pt>
                <c:pt idx="1747">
                  <c:v>28.600256661507146</c:v>
                </c:pt>
                <c:pt idx="1748">
                  <c:v>28.612678518447293</c:v>
                </c:pt>
                <c:pt idx="1749">
                  <c:v>28.624787064455713</c:v>
                </c:pt>
                <c:pt idx="1750">
                  <c:v>28.638812336164097</c:v>
                </c:pt>
                <c:pt idx="1751">
                  <c:v>28.645391865730318</c:v>
                </c:pt>
                <c:pt idx="1752">
                  <c:v>28.655804846696462</c:v>
                </c:pt>
                <c:pt idx="1753">
                  <c:v>28.679321596630626</c:v>
                </c:pt>
                <c:pt idx="1754">
                  <c:v>28.692185774886148</c:v>
                </c:pt>
                <c:pt idx="1755">
                  <c:v>28.699834247631195</c:v>
                </c:pt>
                <c:pt idx="1756">
                  <c:v>28.723314137455741</c:v>
                </c:pt>
                <c:pt idx="1757">
                  <c:v>28.738758523384291</c:v>
                </c:pt>
                <c:pt idx="1758">
                  <c:v>28.756082774903192</c:v>
                </c:pt>
                <c:pt idx="1759">
                  <c:v>28.770347637324068</c:v>
                </c:pt>
                <c:pt idx="1760">
                  <c:v>28.775286892012435</c:v>
                </c:pt>
                <c:pt idx="1761">
                  <c:v>28.783709427059389</c:v>
                </c:pt>
                <c:pt idx="1762">
                  <c:v>28.796149714054344</c:v>
                </c:pt>
                <c:pt idx="1763">
                  <c:v>28.814690349190524</c:v>
                </c:pt>
                <c:pt idx="1764">
                  <c:v>28.832291051531534</c:v>
                </c:pt>
                <c:pt idx="1765">
                  <c:v>28.852287660997494</c:v>
                </c:pt>
                <c:pt idx="1766">
                  <c:v>28.870496555147145</c:v>
                </c:pt>
                <c:pt idx="1767">
                  <c:v>28.881941619182502</c:v>
                </c:pt>
                <c:pt idx="1768">
                  <c:v>28.887562785898741</c:v>
                </c:pt>
                <c:pt idx="1769">
                  <c:v>28.897127984343751</c:v>
                </c:pt>
                <c:pt idx="1770">
                  <c:v>28.916092510740501</c:v>
                </c:pt>
                <c:pt idx="1771">
                  <c:v>28.92786931576239</c:v>
                </c:pt>
                <c:pt idx="1772">
                  <c:v>28.943092541033252</c:v>
                </c:pt>
                <c:pt idx="1773">
                  <c:v>28.954353304520534</c:v>
                </c:pt>
                <c:pt idx="1774">
                  <c:v>28.966719871296259</c:v>
                </c:pt>
                <c:pt idx="1775">
                  <c:v>28.977556743522975</c:v>
                </c:pt>
                <c:pt idx="1776">
                  <c:v>28.998843456825448</c:v>
                </c:pt>
                <c:pt idx="1777">
                  <c:v>29.014877604507834</c:v>
                </c:pt>
                <c:pt idx="1778">
                  <c:v>29.031962265314235</c:v>
                </c:pt>
                <c:pt idx="1779">
                  <c:v>29.050042149080234</c:v>
                </c:pt>
                <c:pt idx="1780">
                  <c:v>29.063367078705941</c:v>
                </c:pt>
                <c:pt idx="1781">
                  <c:v>29.078129552606619</c:v>
                </c:pt>
                <c:pt idx="1782">
                  <c:v>29.089685196970819</c:v>
                </c:pt>
                <c:pt idx="1783">
                  <c:v>29.103157567034984</c:v>
                </c:pt>
                <c:pt idx="1784">
                  <c:v>29.114768501563606</c:v>
                </c:pt>
                <c:pt idx="1785">
                  <c:v>29.131244970561365</c:v>
                </c:pt>
                <c:pt idx="1786">
                  <c:v>29.147684579449511</c:v>
                </c:pt>
                <c:pt idx="1787">
                  <c:v>29.162207462637692</c:v>
                </c:pt>
                <c:pt idx="1788">
                  <c:v>29.171606790589436</c:v>
                </c:pt>
                <c:pt idx="1789">
                  <c:v>29.169487334286593</c:v>
                </c:pt>
                <c:pt idx="1790">
                  <c:v>29.192911933946718</c:v>
                </c:pt>
                <c:pt idx="1791">
                  <c:v>29.209535843382938</c:v>
                </c:pt>
                <c:pt idx="1792">
                  <c:v>29.224372037502846</c:v>
                </c:pt>
                <c:pt idx="1793">
                  <c:v>29.234268976934388</c:v>
                </c:pt>
                <c:pt idx="1794">
                  <c:v>29.251593228453284</c:v>
                </c:pt>
                <c:pt idx="1795">
                  <c:v>29.272069019344237</c:v>
                </c:pt>
                <c:pt idx="1796">
                  <c:v>29.283292922721905</c:v>
                </c:pt>
                <c:pt idx="1797">
                  <c:v>29.298737308650455</c:v>
                </c:pt>
                <c:pt idx="1798">
                  <c:v>29.312135958495389</c:v>
                </c:pt>
                <c:pt idx="1799">
                  <c:v>29.325958499600894</c:v>
                </c:pt>
                <c:pt idx="1800">
                  <c:v>29.335247247223791</c:v>
                </c:pt>
                <c:pt idx="1801">
                  <c:v>29.352129177427315</c:v>
                </c:pt>
                <c:pt idx="1802">
                  <c:v>29.362689598831917</c:v>
                </c:pt>
                <c:pt idx="1803">
                  <c:v>29.373342170510561</c:v>
                </c:pt>
                <c:pt idx="1804">
                  <c:v>29.391053453180412</c:v>
                </c:pt>
                <c:pt idx="1805">
                  <c:v>29.40616609812243</c:v>
                </c:pt>
                <c:pt idx="1806">
                  <c:v>29.414367472511696</c:v>
                </c:pt>
                <c:pt idx="1807">
                  <c:v>29.429498547508519</c:v>
                </c:pt>
                <c:pt idx="1808">
                  <c:v>29.442915627408262</c:v>
                </c:pt>
                <c:pt idx="1809">
                  <c:v>29.504895901725341</c:v>
                </c:pt>
                <c:pt idx="1810">
                  <c:v>29.487645370425671</c:v>
                </c:pt>
                <c:pt idx="1811">
                  <c:v>29.485470623958406</c:v>
                </c:pt>
                <c:pt idx="1812">
                  <c:v>29.496749817500497</c:v>
                </c:pt>
                <c:pt idx="1813">
                  <c:v>29.510535498496385</c:v>
                </c:pt>
                <c:pt idx="1814">
                  <c:v>29.52352868713556</c:v>
                </c:pt>
                <c:pt idx="1815">
                  <c:v>29.540668638106382</c:v>
                </c:pt>
                <c:pt idx="1816">
                  <c:v>29.553016774827299</c:v>
                </c:pt>
                <c:pt idx="1817">
                  <c:v>29.563411325738638</c:v>
                </c:pt>
                <c:pt idx="1818">
                  <c:v>29.581104178353684</c:v>
                </c:pt>
                <c:pt idx="1819">
                  <c:v>29.587683707919904</c:v>
                </c:pt>
                <c:pt idx="1820">
                  <c:v>29.604418197684964</c:v>
                </c:pt>
                <c:pt idx="1821">
                  <c:v>29.616692614186654</c:v>
                </c:pt>
                <c:pt idx="1822">
                  <c:v>29.627455766194139</c:v>
                </c:pt>
                <c:pt idx="1823">
                  <c:v>29.647046914454339</c:v>
                </c:pt>
                <c:pt idx="1824">
                  <c:v>29.659726792161788</c:v>
                </c:pt>
                <c:pt idx="1825">
                  <c:v>29.676995753516263</c:v>
                </c:pt>
                <c:pt idx="1826">
                  <c:v>29.685344568343986</c:v>
                </c:pt>
                <c:pt idx="1827">
                  <c:v>29.696937072817803</c:v>
                </c:pt>
                <c:pt idx="1828">
                  <c:v>29.717099552777032</c:v>
                </c:pt>
                <c:pt idx="1829">
                  <c:v>29.720582833135619</c:v>
                </c:pt>
                <c:pt idx="1830">
                  <c:v>29.744376033891893</c:v>
                </c:pt>
                <c:pt idx="1831">
                  <c:v>29.750218361265819</c:v>
                </c:pt>
                <c:pt idx="1832">
                  <c:v>29.759599259162751</c:v>
                </c:pt>
                <c:pt idx="1833">
                  <c:v>29.773292789884604</c:v>
                </c:pt>
                <c:pt idx="1834">
                  <c:v>29.79050646107466</c:v>
                </c:pt>
                <c:pt idx="1835">
                  <c:v>29.795316705379374</c:v>
                </c:pt>
                <c:pt idx="1836">
                  <c:v>29.80877064538873</c:v>
                </c:pt>
                <c:pt idx="1837">
                  <c:v>29.824399331865354</c:v>
                </c:pt>
                <c:pt idx="1838">
                  <c:v>29.842110614535205</c:v>
                </c:pt>
                <c:pt idx="1839">
                  <c:v>29.854495611365738</c:v>
                </c:pt>
                <c:pt idx="1840">
                  <c:v>29.867544090169332</c:v>
                </c:pt>
                <c:pt idx="1841">
                  <c:v>29.87156184211733</c:v>
                </c:pt>
                <c:pt idx="1842">
                  <c:v>29.880740009411387</c:v>
                </c:pt>
                <c:pt idx="1843">
                  <c:v>29.896423986052429</c:v>
                </c:pt>
                <c:pt idx="1844">
                  <c:v>29.911831511871366</c:v>
                </c:pt>
                <c:pt idx="1845">
                  <c:v>29.931146209309457</c:v>
                </c:pt>
                <c:pt idx="1846">
                  <c:v>29.941946221426555</c:v>
                </c:pt>
                <c:pt idx="1847">
                  <c:v>29.946037693593784</c:v>
                </c:pt>
                <c:pt idx="1848">
                  <c:v>29.96054214672716</c:v>
                </c:pt>
                <c:pt idx="1849">
                  <c:v>29.970789257200039</c:v>
                </c:pt>
                <c:pt idx="1850">
                  <c:v>29.99281317269481</c:v>
                </c:pt>
                <c:pt idx="1851">
                  <c:v>30.000129904453324</c:v>
                </c:pt>
                <c:pt idx="1852">
                  <c:v>30.014173606216513</c:v>
                </c:pt>
                <c:pt idx="1853">
                  <c:v>30.025526519977834</c:v>
                </c:pt>
                <c:pt idx="1854">
                  <c:v>30.033396153380568</c:v>
                </c:pt>
                <c:pt idx="1855">
                  <c:v>30.046776373170697</c:v>
                </c:pt>
                <c:pt idx="1856">
                  <c:v>30.061815297893485</c:v>
                </c:pt>
                <c:pt idx="1857">
                  <c:v>30.078218046672013</c:v>
                </c:pt>
                <c:pt idx="1858">
                  <c:v>30.087230343472804</c:v>
                </c:pt>
                <c:pt idx="1859">
                  <c:v>30.089681540762179</c:v>
                </c:pt>
                <c:pt idx="1860">
                  <c:v>30.101955957263865</c:v>
                </c:pt>
                <c:pt idx="1861">
                  <c:v>30.118487716426049</c:v>
                </c:pt>
                <c:pt idx="1862">
                  <c:v>30.135424936793992</c:v>
                </c:pt>
                <c:pt idx="1863">
                  <c:v>30.150703452229276</c:v>
                </c:pt>
                <c:pt idx="1864">
                  <c:v>30.163973091690558</c:v>
                </c:pt>
                <c:pt idx="1865">
                  <c:v>30.171916445312522</c:v>
                </c:pt>
                <c:pt idx="1866">
                  <c:v>30.184319872197861</c:v>
                </c:pt>
                <c:pt idx="1867">
                  <c:v>30.19193148483329</c:v>
                </c:pt>
                <c:pt idx="1868">
                  <c:v>30.206306927583014</c:v>
                </c:pt>
                <c:pt idx="1869">
                  <c:v>30.221161551757728</c:v>
                </c:pt>
                <c:pt idx="1870">
                  <c:v>30.241471472155418</c:v>
                </c:pt>
                <c:pt idx="1871">
                  <c:v>30.23763802075549</c:v>
                </c:pt>
                <c:pt idx="1872">
                  <c:v>30.245820965089948</c:v>
                </c:pt>
                <c:pt idx="1873">
                  <c:v>30.258574563016627</c:v>
                </c:pt>
                <c:pt idx="1874">
                  <c:v>30.271236010669266</c:v>
                </c:pt>
                <c:pt idx="1875">
                  <c:v>30.284763670897853</c:v>
                </c:pt>
                <c:pt idx="1876">
                  <c:v>30.293388936547689</c:v>
                </c:pt>
                <c:pt idx="1877">
                  <c:v>30.303875637733064</c:v>
                </c:pt>
                <c:pt idx="1878">
                  <c:v>30.319227873387575</c:v>
                </c:pt>
                <c:pt idx="1879">
                  <c:v>30.328756211722968</c:v>
                </c:pt>
                <c:pt idx="1880">
                  <c:v>30.340440866470821</c:v>
                </c:pt>
                <c:pt idx="1881">
                  <c:v>30.354853169330159</c:v>
                </c:pt>
                <c:pt idx="1882">
                  <c:v>30.361764439882911</c:v>
                </c:pt>
                <c:pt idx="1883">
                  <c:v>30.369799943778911</c:v>
                </c:pt>
                <c:pt idx="1884">
                  <c:v>30.38012077447102</c:v>
                </c:pt>
                <c:pt idx="1885">
                  <c:v>30.3896122526968</c:v>
                </c:pt>
                <c:pt idx="1886">
                  <c:v>30.404245716213826</c:v>
                </c:pt>
                <c:pt idx="1887">
                  <c:v>30.417754946387607</c:v>
                </c:pt>
                <c:pt idx="1888">
                  <c:v>30.435963840537255</c:v>
                </c:pt>
                <c:pt idx="1889">
                  <c:v>30.44127169632177</c:v>
                </c:pt>
                <c:pt idx="1890">
                  <c:v>30.532832208604624</c:v>
                </c:pt>
                <c:pt idx="1891">
                  <c:v>30.504781665187856</c:v>
                </c:pt>
                <c:pt idx="1892">
                  <c:v>30.485614408188226</c:v>
                </c:pt>
                <c:pt idx="1893">
                  <c:v>30.488673797286243</c:v>
                </c:pt>
                <c:pt idx="1894">
                  <c:v>30.502754359159049</c:v>
                </c:pt>
                <c:pt idx="1895">
                  <c:v>30.515397376756884</c:v>
                </c:pt>
                <c:pt idx="1896">
                  <c:v>30.525626057174957</c:v>
                </c:pt>
                <c:pt idx="1897">
                  <c:v>30.532224016795983</c:v>
                </c:pt>
                <c:pt idx="1898">
                  <c:v>30.54409297209191</c:v>
                </c:pt>
                <c:pt idx="1899">
                  <c:v>30.55668069952532</c:v>
                </c:pt>
                <c:pt idx="1900">
                  <c:v>30.57157218380965</c:v>
                </c:pt>
                <c:pt idx="1901">
                  <c:v>30.583385848941152</c:v>
                </c:pt>
                <c:pt idx="1902">
                  <c:v>30.592361285632329</c:v>
                </c:pt>
                <c:pt idx="1903">
                  <c:v>30.603990650215756</c:v>
                </c:pt>
                <c:pt idx="1904">
                  <c:v>30.608653454082013</c:v>
                </c:pt>
                <c:pt idx="1905">
                  <c:v>30.620135378226987</c:v>
                </c:pt>
                <c:pt idx="1906">
                  <c:v>30.636409116621866</c:v>
                </c:pt>
                <c:pt idx="1907">
                  <c:v>30.645273972984196</c:v>
                </c:pt>
                <c:pt idx="1908">
                  <c:v>30.654876031538819</c:v>
                </c:pt>
                <c:pt idx="1909">
                  <c:v>30.669472634946231</c:v>
                </c:pt>
                <c:pt idx="1910">
                  <c:v>30.673711547551918</c:v>
                </c:pt>
                <c:pt idx="1911">
                  <c:v>30.720468596598135</c:v>
                </c:pt>
                <c:pt idx="1912">
                  <c:v>30.713354595442503</c:v>
                </c:pt>
                <c:pt idx="1913">
                  <c:v>30.713723196538648</c:v>
                </c:pt>
                <c:pt idx="1914">
                  <c:v>30.724910239806704</c:v>
                </c:pt>
                <c:pt idx="1915">
                  <c:v>30.735747112033419</c:v>
                </c:pt>
                <c:pt idx="1916">
                  <c:v>30.746860435082244</c:v>
                </c:pt>
                <c:pt idx="1917">
                  <c:v>30.762267960901177</c:v>
                </c:pt>
                <c:pt idx="1918">
                  <c:v>30.772367630935598</c:v>
                </c:pt>
                <c:pt idx="1919">
                  <c:v>30.782319860531562</c:v>
                </c:pt>
                <c:pt idx="1920">
                  <c:v>30.78932328135835</c:v>
                </c:pt>
                <c:pt idx="1921">
                  <c:v>30.805228418657084</c:v>
                </c:pt>
                <c:pt idx="1922">
                  <c:v>30.812895321456935</c:v>
                </c:pt>
                <c:pt idx="1923">
                  <c:v>30.826257111192255</c:v>
                </c:pt>
                <c:pt idx="1924">
                  <c:v>30.839969071968916</c:v>
                </c:pt>
                <c:pt idx="1925">
                  <c:v>30.846659181863981</c:v>
                </c:pt>
                <c:pt idx="1926">
                  <c:v>30.856169090144565</c:v>
                </c:pt>
                <c:pt idx="1927">
                  <c:v>30.86672951154917</c:v>
                </c:pt>
                <c:pt idx="1928">
                  <c:v>30.874580714897096</c:v>
                </c:pt>
                <c:pt idx="1929">
                  <c:v>30.885767758165152</c:v>
                </c:pt>
                <c:pt idx="1930">
                  <c:v>30.890891313401589</c:v>
                </c:pt>
                <c:pt idx="1931">
                  <c:v>30.93748249195454</c:v>
                </c:pt>
                <c:pt idx="1932">
                  <c:v>30.929557568387388</c:v>
                </c:pt>
                <c:pt idx="1933">
                  <c:v>30.932377366772908</c:v>
                </c:pt>
                <c:pt idx="1934">
                  <c:v>30.946918680015898</c:v>
                </c:pt>
                <c:pt idx="1935">
                  <c:v>30.959635417832963</c:v>
                </c:pt>
                <c:pt idx="1936">
                  <c:v>30.970122119018338</c:v>
                </c:pt>
                <c:pt idx="1937">
                  <c:v>30.971412222854852</c:v>
                </c:pt>
                <c:pt idx="1938">
                  <c:v>30.983668209301729</c:v>
                </c:pt>
                <c:pt idx="1939">
                  <c:v>30.997638190845691</c:v>
                </c:pt>
                <c:pt idx="1940">
                  <c:v>31.011737182773306</c:v>
                </c:pt>
                <c:pt idx="1941">
                  <c:v>31.022113303629837</c:v>
                </c:pt>
                <c:pt idx="1942">
                  <c:v>31.022371324397142</c:v>
                </c:pt>
                <c:pt idx="1943">
                  <c:v>31.033982258925764</c:v>
                </c:pt>
                <c:pt idx="1944">
                  <c:v>31.041796602164077</c:v>
                </c:pt>
                <c:pt idx="1945">
                  <c:v>31.049905826279304</c:v>
                </c:pt>
                <c:pt idx="1946">
                  <c:v>31.062862154808862</c:v>
                </c:pt>
                <c:pt idx="1947">
                  <c:v>31.081015758794091</c:v>
                </c:pt>
                <c:pt idx="1948">
                  <c:v>31.095114750721706</c:v>
                </c:pt>
                <c:pt idx="1949">
                  <c:v>31.103242404891741</c:v>
                </c:pt>
                <c:pt idx="1950">
                  <c:v>31.103058104343667</c:v>
                </c:pt>
                <c:pt idx="1951">
                  <c:v>31.141447908507352</c:v>
                </c:pt>
                <c:pt idx="1952">
                  <c:v>31.134518207899795</c:v>
                </c:pt>
                <c:pt idx="1953">
                  <c:v>31.143419924371738</c:v>
                </c:pt>
                <c:pt idx="1954">
                  <c:v>31.155546900434967</c:v>
                </c:pt>
                <c:pt idx="1955">
                  <c:v>31.166310052442451</c:v>
                </c:pt>
                <c:pt idx="1956">
                  <c:v>31.170659545376985</c:v>
                </c:pt>
                <c:pt idx="1957">
                  <c:v>31.178529178779716</c:v>
                </c:pt>
                <c:pt idx="1958">
                  <c:v>31.185532599606507</c:v>
                </c:pt>
                <c:pt idx="1959">
                  <c:v>31.195300528654396</c:v>
                </c:pt>
                <c:pt idx="1960">
                  <c:v>31.211039795459861</c:v>
                </c:pt>
                <c:pt idx="1961">
                  <c:v>31.221452776426009</c:v>
                </c:pt>
                <c:pt idx="1962">
                  <c:v>31.232879410406557</c:v>
                </c:pt>
                <c:pt idx="1963">
                  <c:v>31.241688976604465</c:v>
                </c:pt>
                <c:pt idx="1964">
                  <c:v>31.244729935647676</c:v>
                </c:pt>
                <c:pt idx="1965">
                  <c:v>31.250830283788904</c:v>
                </c:pt>
                <c:pt idx="1966">
                  <c:v>31.259529269657968</c:v>
                </c:pt>
                <c:pt idx="1967">
                  <c:v>31.267104022183783</c:v>
                </c:pt>
                <c:pt idx="1968">
                  <c:v>31.284151822880574</c:v>
                </c:pt>
                <c:pt idx="1969">
                  <c:v>31.296260368888994</c:v>
                </c:pt>
                <c:pt idx="1970">
                  <c:v>31.309511578295471</c:v>
                </c:pt>
                <c:pt idx="1971">
                  <c:v>31.311096563008899</c:v>
                </c:pt>
                <c:pt idx="1972">
                  <c:v>31.306138878265727</c:v>
                </c:pt>
                <c:pt idx="1973">
                  <c:v>31.328936856062406</c:v>
                </c:pt>
                <c:pt idx="1974">
                  <c:v>31.346261107581302</c:v>
                </c:pt>
                <c:pt idx="1975">
                  <c:v>31.354941663395557</c:v>
                </c:pt>
                <c:pt idx="1976">
                  <c:v>31.362811296798291</c:v>
                </c:pt>
                <c:pt idx="1977">
                  <c:v>31.365778535622272</c:v>
                </c:pt>
                <c:pt idx="1978">
                  <c:v>31.370699360255831</c:v>
                </c:pt>
                <c:pt idx="1979">
                  <c:v>31.377794931356657</c:v>
                </c:pt>
                <c:pt idx="1980">
                  <c:v>31.38940586588528</c:v>
                </c:pt>
                <c:pt idx="1981">
                  <c:v>31.402988816278288</c:v>
                </c:pt>
                <c:pt idx="1982">
                  <c:v>31.413291216915592</c:v>
                </c:pt>
                <c:pt idx="1983">
                  <c:v>31.42707689791148</c:v>
                </c:pt>
                <c:pt idx="1984">
                  <c:v>31.435075541697863</c:v>
                </c:pt>
                <c:pt idx="1985">
                  <c:v>31.44217111279869</c:v>
                </c:pt>
                <c:pt idx="1986">
                  <c:v>31.450630507955257</c:v>
                </c:pt>
                <c:pt idx="1987">
                  <c:v>31.463992297690577</c:v>
                </c:pt>
                <c:pt idx="1988">
                  <c:v>31.474663299424027</c:v>
                </c:pt>
                <c:pt idx="1989">
                  <c:v>31.480063305482577</c:v>
                </c:pt>
                <c:pt idx="1990">
                  <c:v>31.486734985322833</c:v>
                </c:pt>
                <c:pt idx="1991">
                  <c:v>31.483251704964246</c:v>
                </c:pt>
                <c:pt idx="1992">
                  <c:v>31.518692700358759</c:v>
                </c:pt>
                <c:pt idx="1993">
                  <c:v>31.520517275784684</c:v>
                </c:pt>
                <c:pt idx="1994">
                  <c:v>31.517310446248207</c:v>
                </c:pt>
                <c:pt idx="1995">
                  <c:v>31.524516597677877</c:v>
                </c:pt>
                <c:pt idx="1996">
                  <c:v>31.532994422889253</c:v>
                </c:pt>
                <c:pt idx="1997">
                  <c:v>31.546374642679378</c:v>
                </c:pt>
                <c:pt idx="1998">
                  <c:v>31.556419022549377</c:v>
                </c:pt>
                <c:pt idx="1999">
                  <c:v>31.569725522120276</c:v>
                </c:pt>
                <c:pt idx="2000">
                  <c:v>31.575236108507671</c:v>
                </c:pt>
                <c:pt idx="2001">
                  <c:v>31.582276389444075</c:v>
                </c:pt>
                <c:pt idx="2002">
                  <c:v>31.595767189563045</c:v>
                </c:pt>
                <c:pt idx="2003">
                  <c:v>31.606935802776292</c:v>
                </c:pt>
                <c:pt idx="2004">
                  <c:v>31.613404752013668</c:v>
                </c:pt>
                <c:pt idx="2005">
                  <c:v>31.61753308429051</c:v>
                </c:pt>
                <c:pt idx="2006">
                  <c:v>31.625513298022089</c:v>
                </c:pt>
                <c:pt idx="2007">
                  <c:v>31.63126347512198</c:v>
                </c:pt>
                <c:pt idx="2008">
                  <c:v>31.641952906910234</c:v>
                </c:pt>
                <c:pt idx="2009">
                  <c:v>31.65411674308308</c:v>
                </c:pt>
                <c:pt idx="2010">
                  <c:v>31.660382961717573</c:v>
                </c:pt>
                <c:pt idx="2011">
                  <c:v>31.672307207177923</c:v>
                </c:pt>
                <c:pt idx="2012">
                  <c:v>31.62918087892875</c:v>
                </c:pt>
                <c:pt idx="2013">
                  <c:v>31.660014360621428</c:v>
                </c:pt>
                <c:pt idx="2014">
                  <c:v>31.681135203430635</c:v>
                </c:pt>
                <c:pt idx="2015">
                  <c:v>31.697261501387057</c:v>
                </c:pt>
                <c:pt idx="2016">
                  <c:v>31.708411684545496</c:v>
                </c:pt>
                <c:pt idx="2017">
                  <c:v>31.71537824526267</c:v>
                </c:pt>
                <c:pt idx="2018">
                  <c:v>31.719672448032782</c:v>
                </c:pt>
                <c:pt idx="2019">
                  <c:v>31.734674512645952</c:v>
                </c:pt>
                <c:pt idx="2020">
                  <c:v>31.750487499670651</c:v>
                </c:pt>
                <c:pt idx="2021">
                  <c:v>31.757730511209932</c:v>
                </c:pt>
                <c:pt idx="2022">
                  <c:v>31.762835636391568</c:v>
                </c:pt>
                <c:pt idx="2023">
                  <c:v>31.769378305848171</c:v>
                </c:pt>
                <c:pt idx="2024">
                  <c:v>31.782095043665233</c:v>
                </c:pt>
                <c:pt idx="2025">
                  <c:v>31.790978330082371</c:v>
                </c:pt>
                <c:pt idx="2026">
                  <c:v>31.795843864551507</c:v>
                </c:pt>
                <c:pt idx="2027">
                  <c:v>31.800838409404296</c:v>
                </c:pt>
                <c:pt idx="2028">
                  <c:v>31.805280052612865</c:v>
                </c:pt>
                <c:pt idx="2029">
                  <c:v>31.815711463633818</c:v>
                </c:pt>
                <c:pt idx="2030">
                  <c:v>31.833275305865211</c:v>
                </c:pt>
                <c:pt idx="2031">
                  <c:v>31.842822074255412</c:v>
                </c:pt>
                <c:pt idx="2032">
                  <c:v>31.86770264824532</c:v>
                </c:pt>
                <c:pt idx="2033">
                  <c:v>31.86119683889833</c:v>
                </c:pt>
                <c:pt idx="2034">
                  <c:v>31.86480912964057</c:v>
                </c:pt>
                <c:pt idx="2035">
                  <c:v>31.86480912964057</c:v>
                </c:pt>
                <c:pt idx="2036">
                  <c:v>31.875295830825944</c:v>
                </c:pt>
                <c:pt idx="2037">
                  <c:v>31.886353863710347</c:v>
                </c:pt>
                <c:pt idx="2038">
                  <c:v>31.894481517880383</c:v>
                </c:pt>
                <c:pt idx="2039">
                  <c:v>31.896840564895722</c:v>
                </c:pt>
                <c:pt idx="2040">
                  <c:v>31.902203710844656</c:v>
                </c:pt>
                <c:pt idx="2041">
                  <c:v>31.913575054660786</c:v>
                </c:pt>
                <c:pt idx="2042">
                  <c:v>31.923803735078856</c:v>
                </c:pt>
                <c:pt idx="2043">
                  <c:v>31.927987357520124</c:v>
                </c:pt>
                <c:pt idx="2044">
                  <c:v>31.941957339064086</c:v>
                </c:pt>
                <c:pt idx="2045">
                  <c:v>31.954766227155186</c:v>
                </c:pt>
                <c:pt idx="2046">
                  <c:v>31.960166233213737</c:v>
                </c:pt>
                <c:pt idx="2047">
                  <c:v>31.962820161105991</c:v>
                </c:pt>
                <c:pt idx="2048">
                  <c:v>31.969049519630872</c:v>
                </c:pt>
                <c:pt idx="2049">
                  <c:v>31.966764192834763</c:v>
                </c:pt>
                <c:pt idx="2050">
                  <c:v>31.978485707692229</c:v>
                </c:pt>
                <c:pt idx="2051">
                  <c:v>31.985489128519017</c:v>
                </c:pt>
                <c:pt idx="2052">
                  <c:v>31.986668652026687</c:v>
                </c:pt>
                <c:pt idx="2053">
                  <c:v>32.000638633570652</c:v>
                </c:pt>
                <c:pt idx="2054">
                  <c:v>32.011696666455052</c:v>
                </c:pt>
                <c:pt idx="2055">
                  <c:v>32.020874833749104</c:v>
                </c:pt>
                <c:pt idx="2056">
                  <c:v>32.032522628387348</c:v>
                </c:pt>
                <c:pt idx="2057">
                  <c:v>32.033904882497893</c:v>
                </c:pt>
                <c:pt idx="2058">
                  <c:v>32.039341748666061</c:v>
                </c:pt>
                <c:pt idx="2059">
                  <c:v>32.044483733957307</c:v>
                </c:pt>
                <c:pt idx="2060">
                  <c:v>32.054141082676352</c:v>
                </c:pt>
                <c:pt idx="2061">
                  <c:v>32.064296042875199</c:v>
                </c:pt>
                <c:pt idx="2062">
                  <c:v>32.071262603592373</c:v>
                </c:pt>
                <c:pt idx="2063">
                  <c:v>32.072755438031763</c:v>
                </c:pt>
                <c:pt idx="2064">
                  <c:v>32.079721998748937</c:v>
                </c:pt>
                <c:pt idx="2065">
                  <c:v>32.085914497164204</c:v>
                </c:pt>
                <c:pt idx="2066">
                  <c:v>32.098907685803376</c:v>
                </c:pt>
                <c:pt idx="2067">
                  <c:v>32.101653763969672</c:v>
                </c:pt>
                <c:pt idx="2068">
                  <c:v>32.109689267865669</c:v>
                </c:pt>
                <c:pt idx="2069">
                  <c:v>32.113356848772334</c:v>
                </c:pt>
                <c:pt idx="2070">
                  <c:v>32.116047636774205</c:v>
                </c:pt>
                <c:pt idx="2071">
                  <c:v>32.124341161437506</c:v>
                </c:pt>
                <c:pt idx="2072">
                  <c:v>32.130773250565262</c:v>
                </c:pt>
                <c:pt idx="2073">
                  <c:v>32.165827214808822</c:v>
                </c:pt>
                <c:pt idx="2074">
                  <c:v>32.154584881376344</c:v>
                </c:pt>
                <c:pt idx="2075">
                  <c:v>32.153331637649444</c:v>
                </c:pt>
                <c:pt idx="2076">
                  <c:v>32.161680452477171</c:v>
                </c:pt>
                <c:pt idx="2077">
                  <c:v>32.165458613712673</c:v>
                </c:pt>
                <c:pt idx="2078">
                  <c:v>32.172738485361577</c:v>
                </c:pt>
                <c:pt idx="2079">
                  <c:v>32.178193781584547</c:v>
                </c:pt>
                <c:pt idx="2080">
                  <c:v>32.174765791390378</c:v>
                </c:pt>
                <c:pt idx="2081">
                  <c:v>32.185105052137295</c:v>
                </c:pt>
                <c:pt idx="2082">
                  <c:v>32.193380146745795</c:v>
                </c:pt>
                <c:pt idx="2083">
                  <c:v>32.200899609107189</c:v>
                </c:pt>
                <c:pt idx="2084">
                  <c:v>32.207276408070527</c:v>
                </c:pt>
                <c:pt idx="2085">
                  <c:v>32.210040916291625</c:v>
                </c:pt>
                <c:pt idx="2086">
                  <c:v>32.215385632185757</c:v>
                </c:pt>
                <c:pt idx="2087">
                  <c:v>32.226075063974008</c:v>
                </c:pt>
                <c:pt idx="2088">
                  <c:v>32.232488723046963</c:v>
                </c:pt>
                <c:pt idx="2089">
                  <c:v>32.235345381542103</c:v>
                </c:pt>
                <c:pt idx="2090">
                  <c:v>32.242533102916966</c:v>
                </c:pt>
                <c:pt idx="2091">
                  <c:v>32.252135161471585</c:v>
                </c:pt>
                <c:pt idx="2092">
                  <c:v>32.258511960434923</c:v>
                </c:pt>
                <c:pt idx="2093">
                  <c:v>32.240376786504505</c:v>
                </c:pt>
                <c:pt idx="2094">
                  <c:v>32.256447794296506</c:v>
                </c:pt>
                <c:pt idx="2095">
                  <c:v>32.266086712960742</c:v>
                </c:pt>
                <c:pt idx="2096">
                  <c:v>32.265128350110757</c:v>
                </c:pt>
                <c:pt idx="2097">
                  <c:v>32.273090133787534</c:v>
                </c:pt>
                <c:pt idx="2098">
                  <c:v>32.280499015820077</c:v>
                </c:pt>
                <c:pt idx="2099">
                  <c:v>32.293584354733291</c:v>
                </c:pt>
                <c:pt idx="2100">
                  <c:v>32.309581642306057</c:v>
                </c:pt>
                <c:pt idx="2101">
                  <c:v>32.312880622116573</c:v>
                </c:pt>
                <c:pt idx="2102">
                  <c:v>32.311995979485822</c:v>
                </c:pt>
                <c:pt idx="2103">
                  <c:v>32.315165948912686</c:v>
                </c:pt>
                <c:pt idx="2104">
                  <c:v>32.329246510785488</c:v>
                </c:pt>
                <c:pt idx="2105">
                  <c:v>32.343382362822716</c:v>
                </c:pt>
                <c:pt idx="2106">
                  <c:v>32.337945496654555</c:v>
                </c:pt>
                <c:pt idx="2107">
                  <c:v>32.333577573665217</c:v>
                </c:pt>
                <c:pt idx="2108">
                  <c:v>32.336765973146882</c:v>
                </c:pt>
                <c:pt idx="2109">
                  <c:v>32.336858123420917</c:v>
                </c:pt>
                <c:pt idx="2110">
                  <c:v>32.338350957860314</c:v>
                </c:pt>
                <c:pt idx="2111">
                  <c:v>32.352652680390811</c:v>
                </c:pt>
                <c:pt idx="2112">
                  <c:v>32.3656827291396</c:v>
                </c:pt>
                <c:pt idx="2113">
                  <c:v>32.368484097470315</c:v>
                </c:pt>
                <c:pt idx="2114">
                  <c:v>32.40871690711473</c:v>
                </c:pt>
                <c:pt idx="2115">
                  <c:v>32.389162618964143</c:v>
                </c:pt>
                <c:pt idx="2116">
                  <c:v>32.387135312935335</c:v>
                </c:pt>
                <c:pt idx="2117">
                  <c:v>32.387172173044952</c:v>
                </c:pt>
                <c:pt idx="2118">
                  <c:v>32.392903920090035</c:v>
                </c:pt>
                <c:pt idx="2119">
                  <c:v>32.402800859521577</c:v>
                </c:pt>
                <c:pt idx="2120">
                  <c:v>32.406726461195539</c:v>
                </c:pt>
                <c:pt idx="2121">
                  <c:v>32.405860248619597</c:v>
                </c:pt>
                <c:pt idx="2122">
                  <c:v>32.403353761165796</c:v>
                </c:pt>
                <c:pt idx="2123">
                  <c:v>32.410412472157006</c:v>
                </c:pt>
                <c:pt idx="2124">
                  <c:v>32.419756509944328</c:v>
                </c:pt>
                <c:pt idx="2125">
                  <c:v>32.433818641762329</c:v>
                </c:pt>
                <c:pt idx="2126">
                  <c:v>32.437357212285335</c:v>
                </c:pt>
                <c:pt idx="2127">
                  <c:v>32.444213192673665</c:v>
                </c:pt>
                <c:pt idx="2128">
                  <c:v>32.450055520047592</c:v>
                </c:pt>
                <c:pt idx="2129">
                  <c:v>32.444139472454438</c:v>
                </c:pt>
                <c:pt idx="2130">
                  <c:v>32.449410468129336</c:v>
                </c:pt>
                <c:pt idx="2131">
                  <c:v>32.454368152872512</c:v>
                </c:pt>
                <c:pt idx="2132">
                  <c:v>32.462145636001203</c:v>
                </c:pt>
                <c:pt idx="2133">
                  <c:v>32.455658256709022</c:v>
                </c:pt>
                <c:pt idx="2134">
                  <c:v>32.49871086473896</c:v>
                </c:pt>
                <c:pt idx="2135">
                  <c:v>32.478677395163388</c:v>
                </c:pt>
                <c:pt idx="2136">
                  <c:v>32.471729264501022</c:v>
                </c:pt>
                <c:pt idx="2137">
                  <c:v>32.478880125766267</c:v>
                </c:pt>
                <c:pt idx="2138">
                  <c:v>32.482215965686393</c:v>
                </c:pt>
                <c:pt idx="2139">
                  <c:v>32.487523821470909</c:v>
                </c:pt>
                <c:pt idx="2140">
                  <c:v>32.494453522078466</c:v>
                </c:pt>
                <c:pt idx="2141">
                  <c:v>32.494232361420778</c:v>
                </c:pt>
                <c:pt idx="2142">
                  <c:v>32.492702666871772</c:v>
                </c:pt>
                <c:pt idx="2143">
                  <c:v>32.500019398630286</c:v>
                </c:pt>
                <c:pt idx="2144">
                  <c:v>32.505400974634028</c:v>
                </c:pt>
                <c:pt idx="2145">
                  <c:v>32.51223852496755</c:v>
                </c:pt>
                <c:pt idx="2146">
                  <c:v>32.506488347867659</c:v>
                </c:pt>
                <c:pt idx="2147">
                  <c:v>32.508349783403204</c:v>
                </c:pt>
                <c:pt idx="2148">
                  <c:v>32.515629655052102</c:v>
                </c:pt>
                <c:pt idx="2149">
                  <c:v>32.522835806481773</c:v>
                </c:pt>
                <c:pt idx="2150">
                  <c:v>32.529378475938373</c:v>
                </c:pt>
                <c:pt idx="2151">
                  <c:v>32.533175067228683</c:v>
                </c:pt>
                <c:pt idx="2152">
                  <c:v>32.532511585255619</c:v>
                </c:pt>
                <c:pt idx="2153">
                  <c:v>32.529286325664337</c:v>
                </c:pt>
                <c:pt idx="2154">
                  <c:v>32.5241627704279</c:v>
                </c:pt>
                <c:pt idx="2155">
                  <c:v>32.534188720243087</c:v>
                </c:pt>
                <c:pt idx="2156">
                  <c:v>32.545910235100557</c:v>
                </c:pt>
                <c:pt idx="2157">
                  <c:v>32.557852910615715</c:v>
                </c:pt>
                <c:pt idx="2158">
                  <c:v>32.561133460371416</c:v>
                </c:pt>
                <c:pt idx="2159">
                  <c:v>32.56139148113872</c:v>
                </c:pt>
                <c:pt idx="2160">
                  <c:v>32.559456325383948</c:v>
                </c:pt>
                <c:pt idx="2161">
                  <c:v>32.570975109638539</c:v>
                </c:pt>
                <c:pt idx="2162">
                  <c:v>32.574900711312502</c:v>
                </c:pt>
                <c:pt idx="2163">
                  <c:v>32.578089110794167</c:v>
                </c:pt>
                <c:pt idx="2164">
                  <c:v>32.576540986190352</c:v>
                </c:pt>
                <c:pt idx="2165">
                  <c:v>32.577075457779763</c:v>
                </c:pt>
                <c:pt idx="2166">
                  <c:v>32.576743716793231</c:v>
                </c:pt>
                <c:pt idx="2167">
                  <c:v>32.576540986190352</c:v>
                </c:pt>
                <c:pt idx="2168">
                  <c:v>32.587267278088227</c:v>
                </c:pt>
                <c:pt idx="2169">
                  <c:v>32.584594920141157</c:v>
                </c:pt>
                <c:pt idx="2170">
                  <c:v>32.588815402692042</c:v>
                </c:pt>
                <c:pt idx="2171">
                  <c:v>32.597680259054371</c:v>
                </c:pt>
                <c:pt idx="2172">
                  <c:v>32.602803814290809</c:v>
                </c:pt>
                <c:pt idx="2173">
                  <c:v>32.600942378755271</c:v>
                </c:pt>
                <c:pt idx="2174">
                  <c:v>32.597938279821669</c:v>
                </c:pt>
                <c:pt idx="2175">
                  <c:v>32.62521476093653</c:v>
                </c:pt>
                <c:pt idx="2176">
                  <c:v>32.612958774489655</c:v>
                </c:pt>
                <c:pt idx="2177">
                  <c:v>32.611042048789692</c:v>
                </c:pt>
                <c:pt idx="2178">
                  <c:v>32.612774473941577</c:v>
                </c:pt>
                <c:pt idx="2179">
                  <c:v>32.615004510573264</c:v>
                </c:pt>
                <c:pt idx="2180">
                  <c:v>32.622947864195233</c:v>
                </c:pt>
                <c:pt idx="2181">
                  <c:v>32.627426367513415</c:v>
                </c:pt>
                <c:pt idx="2182">
                  <c:v>32.62897449211723</c:v>
                </c:pt>
                <c:pt idx="2183">
                  <c:v>32.627463227623025</c:v>
                </c:pt>
                <c:pt idx="2184">
                  <c:v>32.61666321550593</c:v>
                </c:pt>
                <c:pt idx="2185">
                  <c:v>32.626799745649961</c:v>
                </c:pt>
                <c:pt idx="2186">
                  <c:v>32.635590881793064</c:v>
                </c:pt>
                <c:pt idx="2187">
                  <c:v>32.635037980148844</c:v>
                </c:pt>
                <c:pt idx="2188">
                  <c:v>32.635996342998823</c:v>
                </c:pt>
                <c:pt idx="2189">
                  <c:v>32.63888986160358</c:v>
                </c:pt>
                <c:pt idx="2190">
                  <c:v>32.645192940347691</c:v>
                </c:pt>
                <c:pt idx="2191">
                  <c:v>32.644474168210202</c:v>
                </c:pt>
                <c:pt idx="2192">
                  <c:v>32.647883728349562</c:v>
                </c:pt>
                <c:pt idx="2193">
                  <c:v>32.649874174268753</c:v>
                </c:pt>
                <c:pt idx="2194">
                  <c:v>32.646096013033244</c:v>
                </c:pt>
                <c:pt idx="2195">
                  <c:v>32.619132842850114</c:v>
                </c:pt>
                <c:pt idx="2196">
                  <c:v>32.633545145709448</c:v>
                </c:pt>
                <c:pt idx="2197">
                  <c:v>32.640087815166055</c:v>
                </c:pt>
                <c:pt idx="2198">
                  <c:v>32.65335745462734</c:v>
                </c:pt>
                <c:pt idx="2199">
                  <c:v>32.65934722243972</c:v>
                </c:pt>
                <c:pt idx="2200">
                  <c:v>32.660434595673358</c:v>
                </c:pt>
                <c:pt idx="2201">
                  <c:v>32.658222989096473</c:v>
                </c:pt>
                <c:pt idx="2202">
                  <c:v>32.655366330601339</c:v>
                </c:pt>
                <c:pt idx="2203">
                  <c:v>32.66041616561855</c:v>
                </c:pt>
                <c:pt idx="2204">
                  <c:v>32.660065994577209</c:v>
                </c:pt>
                <c:pt idx="2205">
                  <c:v>32.662867362907924</c:v>
                </c:pt>
                <c:pt idx="2206">
                  <c:v>32.662369751428123</c:v>
                </c:pt>
                <c:pt idx="2207">
                  <c:v>32.663917876031945</c:v>
                </c:pt>
                <c:pt idx="2208">
                  <c:v>32.668304229076092</c:v>
                </c:pt>
                <c:pt idx="2209">
                  <c:v>32.667567026883795</c:v>
                </c:pt>
                <c:pt idx="2210">
                  <c:v>32.66765917715783</c:v>
                </c:pt>
                <c:pt idx="2211">
                  <c:v>32.666405933430937</c:v>
                </c:pt>
                <c:pt idx="2212">
                  <c:v>32.668451669514546</c:v>
                </c:pt>
                <c:pt idx="2213">
                  <c:v>32.664949959101158</c:v>
                </c:pt>
                <c:pt idx="2214">
                  <c:v>32.670073514337595</c:v>
                </c:pt>
                <c:pt idx="2215">
                  <c:v>32.668783410501078</c:v>
                </c:pt>
                <c:pt idx="2216">
                  <c:v>32.666387503376129</c:v>
                </c:pt>
                <c:pt idx="2217">
                  <c:v>32.664249617018477</c:v>
                </c:pt>
                <c:pt idx="2218">
                  <c:v>32.6633096842233</c:v>
                </c:pt>
                <c:pt idx="2219">
                  <c:v>32.670515835652971</c:v>
                </c:pt>
                <c:pt idx="2220">
                  <c:v>32.677371816041301</c:v>
                </c:pt>
                <c:pt idx="2221">
                  <c:v>32.673409354257721</c:v>
                </c:pt>
                <c:pt idx="2222">
                  <c:v>32.672690582120239</c:v>
                </c:pt>
                <c:pt idx="2223">
                  <c:v>32.675639390889408</c:v>
                </c:pt>
                <c:pt idx="2224">
                  <c:v>32.666940405020348</c:v>
                </c:pt>
                <c:pt idx="2225">
                  <c:v>32.664083746525208</c:v>
                </c:pt>
                <c:pt idx="2226">
                  <c:v>32.666479653650164</c:v>
                </c:pt>
                <c:pt idx="2227">
                  <c:v>32.675676250999025</c:v>
                </c:pt>
                <c:pt idx="2228">
                  <c:v>32.678367039000896</c:v>
                </c:pt>
                <c:pt idx="2229">
                  <c:v>32.670681706146233</c:v>
                </c:pt>
                <c:pt idx="2230">
                  <c:v>32.668746550391468</c:v>
                </c:pt>
                <c:pt idx="2231">
                  <c:v>32.675104919299997</c:v>
                </c:pt>
                <c:pt idx="2232">
                  <c:v>32.673575224750991</c:v>
                </c:pt>
                <c:pt idx="2233">
                  <c:v>32.669262591926071</c:v>
                </c:pt>
                <c:pt idx="2234">
                  <c:v>32.672672152065431</c:v>
                </c:pt>
                <c:pt idx="2235">
                  <c:v>32.645524681334223</c:v>
                </c:pt>
                <c:pt idx="2236">
                  <c:v>32.65284141309273</c:v>
                </c:pt>
                <c:pt idx="2237">
                  <c:v>32.660950637207961</c:v>
                </c:pt>
                <c:pt idx="2238">
                  <c:v>32.669281021980879</c:v>
                </c:pt>
                <c:pt idx="2239">
                  <c:v>32.66856224984339</c:v>
                </c:pt>
                <c:pt idx="2240">
                  <c:v>32.664397057456931</c:v>
                </c:pt>
                <c:pt idx="2241">
                  <c:v>32.656048242629211</c:v>
                </c:pt>
                <c:pt idx="2242">
                  <c:v>32.655329470491722</c:v>
                </c:pt>
                <c:pt idx="2243">
                  <c:v>32.663291254168492</c:v>
                </c:pt>
                <c:pt idx="2244">
                  <c:v>32.653228444243688</c:v>
                </c:pt>
                <c:pt idx="2245">
                  <c:v>32.643700105908295</c:v>
                </c:pt>
                <c:pt idx="2246">
                  <c:v>32.652601822380241</c:v>
                </c:pt>
                <c:pt idx="2247">
                  <c:v>32.652896703257156</c:v>
                </c:pt>
                <c:pt idx="2248">
                  <c:v>32.652528102161007</c:v>
                </c:pt>
                <c:pt idx="2249">
                  <c:v>32.650427075912972</c:v>
                </c:pt>
                <c:pt idx="2250">
                  <c:v>32.64198611081121</c:v>
                </c:pt>
                <c:pt idx="2251">
                  <c:v>32.643036623935231</c:v>
                </c:pt>
                <c:pt idx="2252">
                  <c:v>32.646943795554385</c:v>
                </c:pt>
                <c:pt idx="2253">
                  <c:v>32.651588169365837</c:v>
                </c:pt>
                <c:pt idx="2254">
                  <c:v>32.650961547502384</c:v>
                </c:pt>
                <c:pt idx="2255">
                  <c:v>32.647386116869761</c:v>
                </c:pt>
                <c:pt idx="2256">
                  <c:v>32.642373141962167</c:v>
                </c:pt>
                <c:pt idx="2257">
                  <c:v>32.649616153501448</c:v>
                </c:pt>
                <c:pt idx="2258">
                  <c:v>32.645782702101521</c:v>
                </c:pt>
                <c:pt idx="2259">
                  <c:v>32.641912390591983</c:v>
                </c:pt>
                <c:pt idx="2260">
                  <c:v>32.643147204264075</c:v>
                </c:pt>
                <c:pt idx="2261">
                  <c:v>32.637212726616113</c:v>
                </c:pt>
                <c:pt idx="2262">
                  <c:v>32.636272793820936</c:v>
                </c:pt>
                <c:pt idx="2263">
                  <c:v>32.645708981882294</c:v>
                </c:pt>
                <c:pt idx="2264">
                  <c:v>32.644197717388089</c:v>
                </c:pt>
                <c:pt idx="2265">
                  <c:v>32.640272115714126</c:v>
                </c:pt>
                <c:pt idx="2266">
                  <c:v>32.635885762669979</c:v>
                </c:pt>
                <c:pt idx="2267">
                  <c:v>32.629048212336457</c:v>
                </c:pt>
                <c:pt idx="2268">
                  <c:v>32.625122610662494</c:v>
                </c:pt>
                <c:pt idx="2269">
                  <c:v>32.624735579511544</c:v>
                </c:pt>
                <c:pt idx="2270">
                  <c:v>32.625859812854792</c:v>
                </c:pt>
                <c:pt idx="2271">
                  <c:v>32.624901450004806</c:v>
                </c:pt>
                <c:pt idx="2272">
                  <c:v>32.626117833622089</c:v>
                </c:pt>
                <c:pt idx="2273">
                  <c:v>32.618801101863582</c:v>
                </c:pt>
                <c:pt idx="2274">
                  <c:v>32.615299391450186</c:v>
                </c:pt>
                <c:pt idx="2275">
                  <c:v>32.617179257040533</c:v>
                </c:pt>
                <c:pt idx="2276">
                  <c:v>32.613143075037726</c:v>
                </c:pt>
                <c:pt idx="2277">
                  <c:v>32.617510998027065</c:v>
                </c:pt>
                <c:pt idx="2278">
                  <c:v>32.614599049367506</c:v>
                </c:pt>
                <c:pt idx="2279">
                  <c:v>32.610267986487784</c:v>
                </c:pt>
                <c:pt idx="2280">
                  <c:v>32.606176514320552</c:v>
                </c:pt>
                <c:pt idx="2281">
                  <c:v>32.60330142577061</c:v>
                </c:pt>
                <c:pt idx="2282">
                  <c:v>32.605586752566715</c:v>
                </c:pt>
                <c:pt idx="2283">
                  <c:v>32.603633166757142</c:v>
                </c:pt>
                <c:pt idx="2284">
                  <c:v>32.594178548640976</c:v>
                </c:pt>
                <c:pt idx="2285">
                  <c:v>32.590252946967013</c:v>
                </c:pt>
                <c:pt idx="2286">
                  <c:v>32.590621548063162</c:v>
                </c:pt>
                <c:pt idx="2287">
                  <c:v>32.588723252418006</c:v>
                </c:pt>
                <c:pt idx="2288">
                  <c:v>32.584594920141157</c:v>
                </c:pt>
                <c:pt idx="2289">
                  <c:v>32.585866593922866</c:v>
                </c:pt>
                <c:pt idx="2290">
                  <c:v>32.581922562194094</c:v>
                </c:pt>
                <c:pt idx="2291">
                  <c:v>32.572467944077928</c:v>
                </c:pt>
                <c:pt idx="2292">
                  <c:v>32.567215378457838</c:v>
                </c:pt>
                <c:pt idx="2293">
                  <c:v>32.559953936863749</c:v>
                </c:pt>
                <c:pt idx="2294">
                  <c:v>32.562552574591585</c:v>
                </c:pt>
                <c:pt idx="2295">
                  <c:v>32.56716008829342</c:v>
                </c:pt>
                <c:pt idx="2296">
                  <c:v>32.578402421725897</c:v>
                </c:pt>
                <c:pt idx="2297">
                  <c:v>32.569390124925107</c:v>
                </c:pt>
                <c:pt idx="2298">
                  <c:v>32.556728677272467</c:v>
                </c:pt>
                <c:pt idx="2299">
                  <c:v>32.552950516036958</c:v>
                </c:pt>
                <c:pt idx="2300">
                  <c:v>32.552452904557164</c:v>
                </c:pt>
                <c:pt idx="2301">
                  <c:v>32.543090436715033</c:v>
                </c:pt>
                <c:pt idx="2302">
                  <c:v>32.537358689669951</c:v>
                </c:pt>
                <c:pt idx="2303">
                  <c:v>32.53481534210654</c:v>
                </c:pt>
                <c:pt idx="2304">
                  <c:v>32.523978469879822</c:v>
                </c:pt>
                <c:pt idx="2305">
                  <c:v>32.52705628903265</c:v>
                </c:pt>
                <c:pt idx="2306">
                  <c:v>32.531553222405641</c:v>
                </c:pt>
                <c:pt idx="2307">
                  <c:v>32.532198274323896</c:v>
                </c:pt>
                <c:pt idx="2308">
                  <c:v>32.51856003376647</c:v>
                </c:pt>
                <c:pt idx="2309">
                  <c:v>32.508368213458006</c:v>
                </c:pt>
                <c:pt idx="2310">
                  <c:v>32.510929991076232</c:v>
                </c:pt>
                <c:pt idx="2311">
                  <c:v>32.509842617842594</c:v>
                </c:pt>
                <c:pt idx="2312">
                  <c:v>32.498618714464925</c:v>
                </c:pt>
                <c:pt idx="2313">
                  <c:v>32.495577755421714</c:v>
                </c:pt>
                <c:pt idx="2314">
                  <c:v>32.494269221530395</c:v>
                </c:pt>
                <c:pt idx="2315">
                  <c:v>32.483745660235407</c:v>
                </c:pt>
                <c:pt idx="2316">
                  <c:v>32.484482862427697</c:v>
                </c:pt>
                <c:pt idx="2317">
                  <c:v>32.489495837335298</c:v>
                </c:pt>
                <c:pt idx="2318">
                  <c:v>32.488758635143</c:v>
                </c:pt>
                <c:pt idx="2319">
                  <c:v>32.484482862427697</c:v>
                </c:pt>
                <c:pt idx="2320">
                  <c:v>32.478271933957629</c:v>
                </c:pt>
                <c:pt idx="2321">
                  <c:v>32.468411854635697</c:v>
                </c:pt>
                <c:pt idx="2322">
                  <c:v>32.469941549184711</c:v>
                </c:pt>
                <c:pt idx="2323">
                  <c:v>32.467232331128031</c:v>
                </c:pt>
                <c:pt idx="2324">
                  <c:v>32.461666454576218</c:v>
                </c:pt>
                <c:pt idx="2325">
                  <c:v>32.456506039230156</c:v>
                </c:pt>
                <c:pt idx="2326">
                  <c:v>32.442941518891956</c:v>
                </c:pt>
                <c:pt idx="2327">
                  <c:v>32.43529304614691</c:v>
                </c:pt>
                <c:pt idx="2328">
                  <c:v>32.440306021054511</c:v>
                </c:pt>
                <c:pt idx="2329">
                  <c:v>32.437301922120916</c:v>
                </c:pt>
                <c:pt idx="2330">
                  <c:v>32.434260963077705</c:v>
                </c:pt>
                <c:pt idx="2331">
                  <c:v>32.429893040088366</c:v>
                </c:pt>
                <c:pt idx="2332">
                  <c:v>32.423626821453865</c:v>
                </c:pt>
                <c:pt idx="2333">
                  <c:v>32.420714872794306</c:v>
                </c:pt>
                <c:pt idx="2334">
                  <c:v>32.412918959610806</c:v>
                </c:pt>
                <c:pt idx="2335">
                  <c:v>32.396774231599579</c:v>
                </c:pt>
                <c:pt idx="2336">
                  <c:v>32.393014500418879</c:v>
                </c:pt>
                <c:pt idx="2337">
                  <c:v>32.401639766068712</c:v>
                </c:pt>
                <c:pt idx="2338">
                  <c:v>32.39515238677653</c:v>
                </c:pt>
                <c:pt idx="2339">
                  <c:v>32.381624726547948</c:v>
                </c:pt>
                <c:pt idx="2340">
                  <c:v>32.375524378406716</c:v>
                </c:pt>
                <c:pt idx="2341">
                  <c:v>32.36968205103279</c:v>
                </c:pt>
                <c:pt idx="2342">
                  <c:v>32.363268391959835</c:v>
                </c:pt>
                <c:pt idx="2343">
                  <c:v>32.361406956424297</c:v>
                </c:pt>
                <c:pt idx="2344">
                  <c:v>32.350920255238918</c:v>
                </c:pt>
                <c:pt idx="2345">
                  <c:v>32.346331171591892</c:v>
                </c:pt>
                <c:pt idx="2346">
                  <c:v>32.337779626161286</c:v>
                </c:pt>
                <c:pt idx="2347">
                  <c:v>32.331494977471984</c:v>
                </c:pt>
                <c:pt idx="2348">
                  <c:v>32.322095649520243</c:v>
                </c:pt>
                <c:pt idx="2349">
                  <c:v>32.319257421079911</c:v>
                </c:pt>
                <c:pt idx="2350">
                  <c:v>32.309692222634901</c:v>
                </c:pt>
                <c:pt idx="2351">
                  <c:v>32.301214397423529</c:v>
                </c:pt>
                <c:pt idx="2352">
                  <c:v>32.297731117064941</c:v>
                </c:pt>
                <c:pt idx="2353">
                  <c:v>32.294358417035198</c:v>
                </c:pt>
                <c:pt idx="2354">
                  <c:v>32.287705167249747</c:v>
                </c:pt>
                <c:pt idx="2355">
                  <c:v>32.27736590650283</c:v>
                </c:pt>
                <c:pt idx="2356">
                  <c:v>32.267524257235713</c:v>
                </c:pt>
                <c:pt idx="2357">
                  <c:v>32.214242968787701</c:v>
                </c:pt>
                <c:pt idx="2358">
                  <c:v>32.239436853709329</c:v>
                </c:pt>
                <c:pt idx="2359">
                  <c:v>32.249296933031253</c:v>
                </c:pt>
                <c:pt idx="2360">
                  <c:v>32.2433808854381</c:v>
                </c:pt>
                <c:pt idx="2361">
                  <c:v>32.22727301753649</c:v>
                </c:pt>
                <c:pt idx="2362">
                  <c:v>32.21155218078583</c:v>
                </c:pt>
                <c:pt idx="2363">
                  <c:v>32.204401319520578</c:v>
                </c:pt>
                <c:pt idx="2364">
                  <c:v>32.202834764861954</c:v>
                </c:pt>
                <c:pt idx="2365">
                  <c:v>32.190412907921811</c:v>
                </c:pt>
                <c:pt idx="2366">
                  <c:v>32.178783543338383</c:v>
                </c:pt>
                <c:pt idx="2367">
                  <c:v>32.172849065690421</c:v>
                </c:pt>
                <c:pt idx="2368">
                  <c:v>32.173438827444251</c:v>
                </c:pt>
                <c:pt idx="2369">
                  <c:v>32.166085235576126</c:v>
                </c:pt>
                <c:pt idx="2370">
                  <c:v>32.151801943100438</c:v>
                </c:pt>
                <c:pt idx="2371">
                  <c:v>32.130072908482589</c:v>
                </c:pt>
                <c:pt idx="2372">
                  <c:v>32.124636042314421</c:v>
                </c:pt>
                <c:pt idx="2373">
                  <c:v>32.117356170665524</c:v>
                </c:pt>
                <c:pt idx="2374">
                  <c:v>32.109818278249321</c:v>
                </c:pt>
                <c:pt idx="2375">
                  <c:v>32.10532134487633</c:v>
                </c:pt>
                <c:pt idx="2376">
                  <c:v>32.092770477552534</c:v>
                </c:pt>
                <c:pt idx="2377">
                  <c:v>32.048648926343766</c:v>
                </c:pt>
                <c:pt idx="2378">
                  <c:v>32.059412078351251</c:v>
                </c:pt>
                <c:pt idx="2379">
                  <c:v>32.059356788186832</c:v>
                </c:pt>
                <c:pt idx="2380">
                  <c:v>32.051173843852375</c:v>
                </c:pt>
                <c:pt idx="2381">
                  <c:v>32.040336971625656</c:v>
                </c:pt>
                <c:pt idx="2382">
                  <c:v>32.023952652901933</c:v>
                </c:pt>
                <c:pt idx="2383">
                  <c:v>32.007347173520522</c:v>
                </c:pt>
                <c:pt idx="2384">
                  <c:v>31.999938291487972</c:v>
                </c:pt>
                <c:pt idx="2385">
                  <c:v>31.98749800449302</c:v>
                </c:pt>
                <c:pt idx="2386">
                  <c:v>31.971095255714488</c:v>
                </c:pt>
                <c:pt idx="2387">
                  <c:v>31.96165906765313</c:v>
                </c:pt>
                <c:pt idx="2388">
                  <c:v>31.952278169756195</c:v>
                </c:pt>
                <c:pt idx="2389">
                  <c:v>31.94096211610449</c:v>
                </c:pt>
                <c:pt idx="2390">
                  <c:v>31.929664492507591</c:v>
                </c:pt>
                <c:pt idx="2391">
                  <c:v>31.916026251950161</c:v>
                </c:pt>
                <c:pt idx="2392">
                  <c:v>31.90690337482053</c:v>
                </c:pt>
                <c:pt idx="2393">
                  <c:v>31.88965284352086</c:v>
                </c:pt>
                <c:pt idx="2394">
                  <c:v>31.878539520472035</c:v>
                </c:pt>
                <c:pt idx="2395">
                  <c:v>31.867463057532824</c:v>
                </c:pt>
                <c:pt idx="2396">
                  <c:v>31.853142904947521</c:v>
                </c:pt>
                <c:pt idx="2397">
                  <c:v>31.842324462775615</c:v>
                </c:pt>
                <c:pt idx="2398">
                  <c:v>31.780712789554684</c:v>
                </c:pt>
                <c:pt idx="2399">
                  <c:v>31.784472520735381</c:v>
                </c:pt>
                <c:pt idx="2400">
                  <c:v>31.775589234318243</c:v>
                </c:pt>
                <c:pt idx="2401">
                  <c:v>31.773340767631748</c:v>
                </c:pt>
                <c:pt idx="2402">
                  <c:v>31.761471812335824</c:v>
                </c:pt>
                <c:pt idx="2403">
                  <c:v>31.747059509476486</c:v>
                </c:pt>
                <c:pt idx="2404">
                  <c:v>31.737107279880522</c:v>
                </c:pt>
                <c:pt idx="2405">
                  <c:v>31.717221250743403</c:v>
                </c:pt>
                <c:pt idx="2406">
                  <c:v>31.697335221606288</c:v>
                </c:pt>
                <c:pt idx="2407">
                  <c:v>31.687991183818966</c:v>
                </c:pt>
                <c:pt idx="2408">
                  <c:v>31.674739974412489</c:v>
                </c:pt>
                <c:pt idx="2409">
                  <c:v>31.656862821249373</c:v>
                </c:pt>
                <c:pt idx="2410">
                  <c:v>31.635944709043041</c:v>
                </c:pt>
                <c:pt idx="2411">
                  <c:v>31.615468918152089</c:v>
                </c:pt>
                <c:pt idx="2412">
                  <c:v>31.599582210908164</c:v>
                </c:pt>
                <c:pt idx="2413">
                  <c:v>31.58437741569211</c:v>
                </c:pt>
                <c:pt idx="2414">
                  <c:v>31.566518692583799</c:v>
                </c:pt>
                <c:pt idx="2415">
                  <c:v>31.546135051966885</c:v>
                </c:pt>
                <c:pt idx="2416">
                  <c:v>31.529806023407584</c:v>
                </c:pt>
                <c:pt idx="2417">
                  <c:v>31.508814190982026</c:v>
                </c:pt>
                <c:pt idx="2418">
                  <c:v>31.443774527566926</c:v>
                </c:pt>
                <c:pt idx="2419">
                  <c:v>31.450225046749495</c:v>
                </c:pt>
                <c:pt idx="2420">
                  <c:v>31.438448241727606</c:v>
                </c:pt>
                <c:pt idx="2421">
                  <c:v>31.423317166730783</c:v>
                </c:pt>
                <c:pt idx="2422">
                  <c:v>31.407964931076268</c:v>
                </c:pt>
                <c:pt idx="2423">
                  <c:v>31.389110985008362</c:v>
                </c:pt>
                <c:pt idx="2424">
                  <c:v>31.365170343813631</c:v>
                </c:pt>
                <c:pt idx="2425">
                  <c:v>31.341690453989081</c:v>
                </c:pt>
                <c:pt idx="2426">
                  <c:v>31.319242647233743</c:v>
                </c:pt>
                <c:pt idx="2427">
                  <c:v>31.292261046995801</c:v>
                </c:pt>
                <c:pt idx="2428">
                  <c:v>31.275397546847085</c:v>
                </c:pt>
                <c:pt idx="2429">
                  <c:v>31.252009807296574</c:v>
                </c:pt>
                <c:pt idx="2430">
                  <c:v>31.222116258399073</c:v>
                </c:pt>
                <c:pt idx="2431">
                  <c:v>31.190527144459296</c:v>
                </c:pt>
                <c:pt idx="2432">
                  <c:v>31.170327804390453</c:v>
                </c:pt>
                <c:pt idx="2433">
                  <c:v>31.153703894954234</c:v>
                </c:pt>
                <c:pt idx="2434">
                  <c:v>31.124823999071133</c:v>
                </c:pt>
                <c:pt idx="2435">
                  <c:v>31.098505880806254</c:v>
                </c:pt>
                <c:pt idx="2436">
                  <c:v>31.065479222591506</c:v>
                </c:pt>
                <c:pt idx="2437">
                  <c:v>31.037705129996848</c:v>
                </c:pt>
                <c:pt idx="2438">
                  <c:v>30.972407445814447</c:v>
                </c:pt>
                <c:pt idx="2439">
                  <c:v>30.957110500324358</c:v>
                </c:pt>
                <c:pt idx="2440">
                  <c:v>30.939049046613164</c:v>
                </c:pt>
                <c:pt idx="2441">
                  <c:v>30.915550726733809</c:v>
                </c:pt>
                <c:pt idx="2442">
                  <c:v>30.881731576162345</c:v>
                </c:pt>
                <c:pt idx="2443">
                  <c:v>30.844963616821705</c:v>
                </c:pt>
                <c:pt idx="2444">
                  <c:v>30.800952645941781</c:v>
                </c:pt>
                <c:pt idx="2445">
                  <c:v>30.762636561997326</c:v>
                </c:pt>
                <c:pt idx="2446">
                  <c:v>30.726513654574941</c:v>
                </c:pt>
                <c:pt idx="2447">
                  <c:v>30.689524534576613</c:v>
                </c:pt>
                <c:pt idx="2448">
                  <c:v>30.663114266037699</c:v>
                </c:pt>
                <c:pt idx="2449">
                  <c:v>30.629626856452767</c:v>
                </c:pt>
                <c:pt idx="2450">
                  <c:v>30.584823393216126</c:v>
                </c:pt>
                <c:pt idx="2451">
                  <c:v>30.544996044777466</c:v>
                </c:pt>
                <c:pt idx="2452">
                  <c:v>30.498533876608168</c:v>
                </c:pt>
                <c:pt idx="2453">
                  <c:v>30.458430077347401</c:v>
                </c:pt>
                <c:pt idx="2454">
                  <c:v>30.431927658534448</c:v>
                </c:pt>
                <c:pt idx="2455">
                  <c:v>30.398421818894708</c:v>
                </c:pt>
                <c:pt idx="2456">
                  <c:v>30.358778771004122</c:v>
                </c:pt>
                <c:pt idx="2457">
                  <c:v>30.324627879446126</c:v>
                </c:pt>
                <c:pt idx="2458">
                  <c:v>30.309515234504108</c:v>
                </c:pt>
                <c:pt idx="2459">
                  <c:v>30.199377226975457</c:v>
                </c:pt>
                <c:pt idx="2460">
                  <c:v>30.20059361059274</c:v>
                </c:pt>
                <c:pt idx="2461">
                  <c:v>30.166977190624156</c:v>
                </c:pt>
                <c:pt idx="2462">
                  <c:v>30.120054271084673</c:v>
                </c:pt>
                <c:pt idx="2463">
                  <c:v>30.083747063114217</c:v>
                </c:pt>
                <c:pt idx="2464">
                  <c:v>30.049061699966806</c:v>
                </c:pt>
                <c:pt idx="2465">
                  <c:v>30.006267112704165</c:v>
                </c:pt>
                <c:pt idx="2466">
                  <c:v>29.953741456503252</c:v>
                </c:pt>
                <c:pt idx="2467">
                  <c:v>29.916752336504924</c:v>
                </c:pt>
                <c:pt idx="2468">
                  <c:v>29.871137950856763</c:v>
                </c:pt>
                <c:pt idx="2469">
                  <c:v>29.836083986613207</c:v>
                </c:pt>
                <c:pt idx="2470">
                  <c:v>29.796072337626477</c:v>
                </c:pt>
                <c:pt idx="2471">
                  <c:v>29.75283542904846</c:v>
                </c:pt>
                <c:pt idx="2472">
                  <c:v>29.705175307316683</c:v>
                </c:pt>
                <c:pt idx="2473">
                  <c:v>29.661532937532908</c:v>
                </c:pt>
                <c:pt idx="2474">
                  <c:v>29.614831178651112</c:v>
                </c:pt>
                <c:pt idx="2475">
                  <c:v>29.566728735603959</c:v>
                </c:pt>
                <c:pt idx="2476">
                  <c:v>29.507641979891634</c:v>
                </c:pt>
                <c:pt idx="2477">
                  <c:v>29.458286293117581</c:v>
                </c:pt>
                <c:pt idx="2478">
                  <c:v>29.430180459536391</c:v>
                </c:pt>
                <c:pt idx="2479">
                  <c:v>29.32957079034313</c:v>
                </c:pt>
                <c:pt idx="2480">
                  <c:v>29.312430839372308</c:v>
                </c:pt>
                <c:pt idx="2481">
                  <c:v>29.27481509751053</c:v>
                </c:pt>
                <c:pt idx="2482">
                  <c:v>29.231080577452715</c:v>
                </c:pt>
                <c:pt idx="2483">
                  <c:v>29.178462770977767</c:v>
                </c:pt>
                <c:pt idx="2484">
                  <c:v>29.118122771538541</c:v>
                </c:pt>
                <c:pt idx="2485">
                  <c:v>29.078627164086416</c:v>
                </c:pt>
                <c:pt idx="2486">
                  <c:v>29.029934959285427</c:v>
                </c:pt>
                <c:pt idx="2487">
                  <c:v>28.982016816786349</c:v>
                </c:pt>
                <c:pt idx="2488">
                  <c:v>28.931850207600775</c:v>
                </c:pt>
                <c:pt idx="2489">
                  <c:v>28.884908858006483</c:v>
                </c:pt>
                <c:pt idx="2490">
                  <c:v>28.832309481586339</c:v>
                </c:pt>
                <c:pt idx="2491">
                  <c:v>28.780650037961372</c:v>
                </c:pt>
                <c:pt idx="2492">
                  <c:v>28.72360901833266</c:v>
                </c:pt>
                <c:pt idx="2493">
                  <c:v>28.668816465390446</c:v>
                </c:pt>
                <c:pt idx="2494">
                  <c:v>28.615369306449164</c:v>
                </c:pt>
                <c:pt idx="2495">
                  <c:v>28.567524884169313</c:v>
                </c:pt>
                <c:pt idx="2496">
                  <c:v>28.521799918192308</c:v>
                </c:pt>
                <c:pt idx="2497">
                  <c:v>28.475724781173962</c:v>
                </c:pt>
                <c:pt idx="2498">
                  <c:v>28.42518957089224</c:v>
                </c:pt>
                <c:pt idx="2499">
                  <c:v>28.315457024569351</c:v>
                </c:pt>
                <c:pt idx="2500">
                  <c:v>28.302869297135938</c:v>
                </c:pt>
                <c:pt idx="2501">
                  <c:v>28.257826243186802</c:v>
                </c:pt>
                <c:pt idx="2502">
                  <c:v>28.204471234519559</c:v>
                </c:pt>
                <c:pt idx="2503">
                  <c:v>28.154323055388794</c:v>
                </c:pt>
                <c:pt idx="2504">
                  <c:v>28.10634962272529</c:v>
                </c:pt>
                <c:pt idx="2505">
                  <c:v>28.052460142468636</c:v>
                </c:pt>
                <c:pt idx="2506">
                  <c:v>27.992304443577481</c:v>
                </c:pt>
                <c:pt idx="2507">
                  <c:v>27.941842953514989</c:v>
                </c:pt>
                <c:pt idx="2508">
                  <c:v>27.891713204439032</c:v>
                </c:pt>
                <c:pt idx="2509">
                  <c:v>27.843039429692851</c:v>
                </c:pt>
                <c:pt idx="2510">
                  <c:v>27.798420267004285</c:v>
                </c:pt>
                <c:pt idx="2511">
                  <c:v>27.755717830015683</c:v>
                </c:pt>
                <c:pt idx="2512">
                  <c:v>27.706988765105081</c:v>
                </c:pt>
                <c:pt idx="2513">
                  <c:v>27.654315668465706</c:v>
                </c:pt>
                <c:pt idx="2514">
                  <c:v>27.607871930351216</c:v>
                </c:pt>
                <c:pt idx="2515">
                  <c:v>27.564303280786667</c:v>
                </c:pt>
                <c:pt idx="2516">
                  <c:v>27.502304576414783</c:v>
                </c:pt>
                <c:pt idx="2517">
                  <c:v>27.455713397861832</c:v>
                </c:pt>
                <c:pt idx="2518">
                  <c:v>27.415406867998183</c:v>
                </c:pt>
                <c:pt idx="2519">
                  <c:v>27.403408902318606</c:v>
                </c:pt>
                <c:pt idx="2520">
                  <c:v>27.306761694908925</c:v>
                </c:pt>
                <c:pt idx="2521">
                  <c:v>27.285216960839147</c:v>
                </c:pt>
                <c:pt idx="2522">
                  <c:v>27.241445580671719</c:v>
                </c:pt>
                <c:pt idx="2523">
                  <c:v>27.195296723434144</c:v>
                </c:pt>
                <c:pt idx="2524">
                  <c:v>27.154142411049357</c:v>
                </c:pt>
                <c:pt idx="2525">
                  <c:v>27.109873419402131</c:v>
                </c:pt>
                <c:pt idx="2526">
                  <c:v>27.056592130954115</c:v>
                </c:pt>
                <c:pt idx="2527">
                  <c:v>27.010793444757883</c:v>
                </c:pt>
                <c:pt idx="2528">
                  <c:v>26.959134001132913</c:v>
                </c:pt>
                <c:pt idx="2529">
                  <c:v>26.920154435215391</c:v>
                </c:pt>
                <c:pt idx="2530">
                  <c:v>26.883110025052645</c:v>
                </c:pt>
                <c:pt idx="2531">
                  <c:v>26.853750947744555</c:v>
                </c:pt>
                <c:pt idx="2532">
                  <c:v>26.812006873605931</c:v>
                </c:pt>
                <c:pt idx="2533">
                  <c:v>26.779975438350778</c:v>
                </c:pt>
                <c:pt idx="2534">
                  <c:v>26.733218389304561</c:v>
                </c:pt>
                <c:pt idx="2535">
                  <c:v>26.694478414099535</c:v>
                </c:pt>
                <c:pt idx="2536">
                  <c:v>26.653766423030127</c:v>
                </c:pt>
                <c:pt idx="2537">
                  <c:v>26.618048976813505</c:v>
                </c:pt>
                <c:pt idx="2538">
                  <c:v>26.5791062710056</c:v>
                </c:pt>
                <c:pt idx="2539">
                  <c:v>26.555884401948354</c:v>
                </c:pt>
                <c:pt idx="2540">
                  <c:v>26.46832321155869</c:v>
                </c:pt>
                <c:pt idx="2541">
                  <c:v>26.447257658913902</c:v>
                </c:pt>
                <c:pt idx="2542">
                  <c:v>26.412203694670346</c:v>
                </c:pt>
                <c:pt idx="2543">
                  <c:v>26.378863725523871</c:v>
                </c:pt>
                <c:pt idx="2544">
                  <c:v>26.334023402177618</c:v>
                </c:pt>
                <c:pt idx="2545">
                  <c:v>26.288114135652538</c:v>
                </c:pt>
                <c:pt idx="2546">
                  <c:v>26.228087447145036</c:v>
                </c:pt>
                <c:pt idx="2547">
                  <c:v>26.191006176872673</c:v>
                </c:pt>
                <c:pt idx="2548">
                  <c:v>26.155675761807007</c:v>
                </c:pt>
                <c:pt idx="2549">
                  <c:v>26.12310985496244</c:v>
                </c:pt>
                <c:pt idx="2550">
                  <c:v>26.088866813130405</c:v>
                </c:pt>
                <c:pt idx="2551">
                  <c:v>26.055010802449324</c:v>
                </c:pt>
                <c:pt idx="2552">
                  <c:v>26.011460582939584</c:v>
                </c:pt>
                <c:pt idx="2553">
                  <c:v>25.978378634560414</c:v>
                </c:pt>
                <c:pt idx="2554">
                  <c:v>25.935952648393922</c:v>
                </c:pt>
                <c:pt idx="2555">
                  <c:v>25.904216094015684</c:v>
                </c:pt>
                <c:pt idx="2556">
                  <c:v>25.874156674624917</c:v>
                </c:pt>
                <c:pt idx="2557">
                  <c:v>25.843968244850497</c:v>
                </c:pt>
                <c:pt idx="2558">
                  <c:v>25.811605068608809</c:v>
                </c:pt>
                <c:pt idx="2559">
                  <c:v>25.784494457987215</c:v>
                </c:pt>
                <c:pt idx="2560">
                  <c:v>25.714884140979898</c:v>
                </c:pt>
                <c:pt idx="2561">
                  <c:v>25.711032259525165</c:v>
                </c:pt>
                <c:pt idx="2562">
                  <c:v>25.686815167508325</c:v>
                </c:pt>
                <c:pt idx="2563">
                  <c:v>25.658580323543482</c:v>
                </c:pt>
                <c:pt idx="2564">
                  <c:v>25.620172089324988</c:v>
                </c:pt>
                <c:pt idx="2565">
                  <c:v>25.590038949714991</c:v>
                </c:pt>
                <c:pt idx="2566">
                  <c:v>25.561030043448241</c:v>
                </c:pt>
                <c:pt idx="2567">
                  <c:v>25.538619096802517</c:v>
                </c:pt>
                <c:pt idx="2568">
                  <c:v>25.510881864317472</c:v>
                </c:pt>
                <c:pt idx="2569">
                  <c:v>25.470704344837475</c:v>
                </c:pt>
                <c:pt idx="2570">
                  <c:v>25.436258572402561</c:v>
                </c:pt>
                <c:pt idx="2571">
                  <c:v>25.411470148686693</c:v>
                </c:pt>
                <c:pt idx="2572">
                  <c:v>25.38288513368051</c:v>
                </c:pt>
                <c:pt idx="2573">
                  <c:v>25.347757449217724</c:v>
                </c:pt>
                <c:pt idx="2574">
                  <c:v>25.324535580160479</c:v>
                </c:pt>
                <c:pt idx="2575">
                  <c:v>25.289407895697689</c:v>
                </c:pt>
                <c:pt idx="2576">
                  <c:v>25.26109933151362</c:v>
                </c:pt>
                <c:pt idx="2577">
                  <c:v>25.231684964041108</c:v>
                </c:pt>
                <c:pt idx="2578">
                  <c:v>25.201791415143607</c:v>
                </c:pt>
                <c:pt idx="2579">
                  <c:v>25.176966131318121</c:v>
                </c:pt>
                <c:pt idx="2580">
                  <c:v>25.121417946128805</c:v>
                </c:pt>
                <c:pt idx="2581">
                  <c:v>25.106379021406017</c:v>
                </c:pt>
                <c:pt idx="2582">
                  <c:v>25.086843163310238</c:v>
                </c:pt>
                <c:pt idx="2583">
                  <c:v>25.054996028603156</c:v>
                </c:pt>
                <c:pt idx="2584">
                  <c:v>25.023056743622039</c:v>
                </c:pt>
                <c:pt idx="2585">
                  <c:v>25.001272418839765</c:v>
                </c:pt>
                <c:pt idx="2586">
                  <c:v>24.982436902826667</c:v>
                </c:pt>
                <c:pt idx="2587">
                  <c:v>24.952193182887825</c:v>
                </c:pt>
                <c:pt idx="2588">
                  <c:v>24.917894850891368</c:v>
                </c:pt>
                <c:pt idx="2589">
                  <c:v>24.890599939721699</c:v>
                </c:pt>
                <c:pt idx="2590">
                  <c:v>24.859950758577096</c:v>
                </c:pt>
                <c:pt idx="2591">
                  <c:v>24.83943810757653</c:v>
                </c:pt>
                <c:pt idx="2592">
                  <c:v>24.817672212849065</c:v>
                </c:pt>
                <c:pt idx="2593">
                  <c:v>24.788571156308276</c:v>
                </c:pt>
                <c:pt idx="2594">
                  <c:v>24.755231187161801</c:v>
                </c:pt>
                <c:pt idx="2595">
                  <c:v>24.724047534427786</c:v>
                </c:pt>
                <c:pt idx="2596">
                  <c:v>24.690707565281311</c:v>
                </c:pt>
                <c:pt idx="2597">
                  <c:v>24.671300717569185</c:v>
                </c:pt>
                <c:pt idx="2598">
                  <c:v>24.652833802652232</c:v>
                </c:pt>
                <c:pt idx="2599">
                  <c:v>24.625428311153719</c:v>
                </c:pt>
                <c:pt idx="2600">
                  <c:v>24.613209184816455</c:v>
                </c:pt>
                <c:pt idx="2601">
                  <c:v>24.498758544462884</c:v>
                </c:pt>
                <c:pt idx="2602">
                  <c:v>24.516930578502919</c:v>
                </c:pt>
                <c:pt idx="2603">
                  <c:v>24.505374934138718</c:v>
                </c:pt>
                <c:pt idx="2604">
                  <c:v>24.488566724154428</c:v>
                </c:pt>
                <c:pt idx="2605">
                  <c:v>24.472200835485509</c:v>
                </c:pt>
                <c:pt idx="2606">
                  <c:v>24.447670432536942</c:v>
                </c:pt>
                <c:pt idx="2607">
                  <c:v>24.421241733943219</c:v>
                </c:pt>
                <c:pt idx="2608">
                  <c:v>24.398904507516725</c:v>
                </c:pt>
                <c:pt idx="2609">
                  <c:v>24.366043719795243</c:v>
                </c:pt>
                <c:pt idx="2610">
                  <c:v>24.327488045138292</c:v>
                </c:pt>
                <c:pt idx="2611">
                  <c:v>24.300911906106109</c:v>
                </c:pt>
                <c:pt idx="2612">
                  <c:v>24.26843814953558</c:v>
                </c:pt>
                <c:pt idx="2613">
                  <c:v>24.240682486995727</c:v>
                </c:pt>
                <c:pt idx="2614">
                  <c:v>24.2177554988154</c:v>
                </c:pt>
                <c:pt idx="2615">
                  <c:v>24.190276287097657</c:v>
                </c:pt>
                <c:pt idx="2616">
                  <c:v>24.163018236037605</c:v>
                </c:pt>
                <c:pt idx="2617">
                  <c:v>24.137916501390009</c:v>
                </c:pt>
                <c:pt idx="2618">
                  <c:v>24.113662549263552</c:v>
                </c:pt>
                <c:pt idx="2619">
                  <c:v>24.089408597137098</c:v>
                </c:pt>
                <c:pt idx="2620">
                  <c:v>24.072268646166272</c:v>
                </c:pt>
                <c:pt idx="2621">
                  <c:v>24.020148451171121</c:v>
                </c:pt>
                <c:pt idx="2622">
                  <c:v>23.997332043319634</c:v>
                </c:pt>
                <c:pt idx="2623">
                  <c:v>23.975934749688314</c:v>
                </c:pt>
                <c:pt idx="2624">
                  <c:v>23.948197517203273</c:v>
                </c:pt>
                <c:pt idx="2625">
                  <c:v>23.913051402685678</c:v>
                </c:pt>
                <c:pt idx="2626">
                  <c:v>23.8890001811621</c:v>
                </c:pt>
                <c:pt idx="2627">
                  <c:v>23.860396736101112</c:v>
                </c:pt>
                <c:pt idx="2628">
                  <c:v>23.832770083944911</c:v>
                </c:pt>
                <c:pt idx="2629">
                  <c:v>23.80099666945706</c:v>
                </c:pt>
                <c:pt idx="2630">
                  <c:v>23.779562515716126</c:v>
                </c:pt>
                <c:pt idx="2631">
                  <c:v>23.754608221506992</c:v>
                </c:pt>
                <c:pt idx="2632">
                  <c:v>23.726502387925802</c:v>
                </c:pt>
                <c:pt idx="2633">
                  <c:v>23.706413628185803</c:v>
                </c:pt>
                <c:pt idx="2634">
                  <c:v>23.674879804410445</c:v>
                </c:pt>
                <c:pt idx="2635">
                  <c:v>23.644728234745642</c:v>
                </c:pt>
                <c:pt idx="2636">
                  <c:v>23.615848338862541</c:v>
                </c:pt>
                <c:pt idx="2637">
                  <c:v>23.58894045884383</c:v>
                </c:pt>
                <c:pt idx="2638">
                  <c:v>23.567322004554821</c:v>
                </c:pt>
                <c:pt idx="2639">
                  <c:v>23.536193641985228</c:v>
                </c:pt>
                <c:pt idx="2640">
                  <c:v>23.497508956944625</c:v>
                </c:pt>
                <c:pt idx="2641">
                  <c:v>23.407146398224246</c:v>
                </c:pt>
                <c:pt idx="2642">
                  <c:v>23.419807845876885</c:v>
                </c:pt>
                <c:pt idx="2643">
                  <c:v>23.419660405438428</c:v>
                </c:pt>
                <c:pt idx="2644">
                  <c:v>23.39811567136865</c:v>
                </c:pt>
                <c:pt idx="2645">
                  <c:v>23.364112220249112</c:v>
                </c:pt>
                <c:pt idx="2646">
                  <c:v>23.331398872966084</c:v>
                </c:pt>
                <c:pt idx="2647">
                  <c:v>23.302482116973373</c:v>
                </c:pt>
                <c:pt idx="2648">
                  <c:v>23.279960589998804</c:v>
                </c:pt>
                <c:pt idx="2649">
                  <c:v>23.253108000144511</c:v>
                </c:pt>
                <c:pt idx="2650">
                  <c:v>23.225168037056587</c:v>
                </c:pt>
                <c:pt idx="2651">
                  <c:v>23.198923639010939</c:v>
                </c:pt>
                <c:pt idx="2652">
                  <c:v>23.161916088957803</c:v>
                </c:pt>
                <c:pt idx="2653">
                  <c:v>23.131469638416082</c:v>
                </c:pt>
                <c:pt idx="2654">
                  <c:v>23.100064825024376</c:v>
                </c:pt>
                <c:pt idx="2655">
                  <c:v>23.073488685992196</c:v>
                </c:pt>
                <c:pt idx="2656">
                  <c:v>23.047336438220583</c:v>
                </c:pt>
                <c:pt idx="2657">
                  <c:v>23.009923426961684</c:v>
                </c:pt>
                <c:pt idx="2658">
                  <c:v>22.975496084581579</c:v>
                </c:pt>
                <c:pt idx="2659">
                  <c:v>22.94521550453312</c:v>
                </c:pt>
                <c:pt idx="2660">
                  <c:v>22.916077587882722</c:v>
                </c:pt>
                <c:pt idx="2661">
                  <c:v>22.906973140807896</c:v>
                </c:pt>
                <c:pt idx="2662">
                  <c:v>22.854281614113717</c:v>
                </c:pt>
                <c:pt idx="2663">
                  <c:v>22.821641987049919</c:v>
                </c:pt>
                <c:pt idx="2664">
                  <c:v>22.792393490070673</c:v>
                </c:pt>
                <c:pt idx="2665">
                  <c:v>22.76325557342027</c:v>
                </c:pt>
                <c:pt idx="2666">
                  <c:v>22.733288304303539</c:v>
                </c:pt>
                <c:pt idx="2667">
                  <c:v>22.697386557538845</c:v>
                </c:pt>
                <c:pt idx="2668">
                  <c:v>22.662185152856829</c:v>
                </c:pt>
                <c:pt idx="2669">
                  <c:v>22.634079319275639</c:v>
                </c:pt>
                <c:pt idx="2670">
                  <c:v>22.598380303113824</c:v>
                </c:pt>
                <c:pt idx="2671">
                  <c:v>22.561796644321259</c:v>
                </c:pt>
                <c:pt idx="2672">
                  <c:v>22.526945410680582</c:v>
                </c:pt>
                <c:pt idx="2673">
                  <c:v>22.505253236172344</c:v>
                </c:pt>
                <c:pt idx="2674">
                  <c:v>22.474419754479669</c:v>
                </c:pt>
                <c:pt idx="2675">
                  <c:v>22.432528239902588</c:v>
                </c:pt>
                <c:pt idx="2676">
                  <c:v>22.397087244508079</c:v>
                </c:pt>
                <c:pt idx="2677">
                  <c:v>22.365774581390411</c:v>
                </c:pt>
                <c:pt idx="2678">
                  <c:v>22.326260543883478</c:v>
                </c:pt>
                <c:pt idx="2679">
                  <c:v>22.290874838653387</c:v>
                </c:pt>
                <c:pt idx="2680">
                  <c:v>22.262879585401041</c:v>
                </c:pt>
                <c:pt idx="2681">
                  <c:v>22.246145095635978</c:v>
                </c:pt>
                <c:pt idx="2682">
                  <c:v>22.187021479814039</c:v>
                </c:pt>
                <c:pt idx="2683">
                  <c:v>22.157883563163637</c:v>
                </c:pt>
                <c:pt idx="2684">
                  <c:v>22.120912873220114</c:v>
                </c:pt>
                <c:pt idx="2685">
                  <c:v>22.087425463635181</c:v>
                </c:pt>
                <c:pt idx="2686">
                  <c:v>22.050768084623385</c:v>
                </c:pt>
                <c:pt idx="2687">
                  <c:v>22.01724381492884</c:v>
                </c:pt>
                <c:pt idx="2688">
                  <c:v>21.975628751173868</c:v>
                </c:pt>
                <c:pt idx="2689">
                  <c:v>21.938455330627466</c:v>
                </c:pt>
                <c:pt idx="2690">
                  <c:v>21.898849142846498</c:v>
                </c:pt>
                <c:pt idx="2691">
                  <c:v>21.867941940934593</c:v>
                </c:pt>
                <c:pt idx="2692">
                  <c:v>21.828685924194961</c:v>
                </c:pt>
                <c:pt idx="2693">
                  <c:v>21.788600554988999</c:v>
                </c:pt>
                <c:pt idx="2694">
                  <c:v>21.756347959076159</c:v>
                </c:pt>
                <c:pt idx="2695">
                  <c:v>21.719192968584565</c:v>
                </c:pt>
                <c:pt idx="2696">
                  <c:v>21.676048210280587</c:v>
                </c:pt>
                <c:pt idx="2697">
                  <c:v>21.63572325036213</c:v>
                </c:pt>
                <c:pt idx="2698">
                  <c:v>21.600024234200315</c:v>
                </c:pt>
                <c:pt idx="2699">
                  <c:v>21.571936830673934</c:v>
                </c:pt>
                <c:pt idx="2700">
                  <c:v>21.531943611742008</c:v>
                </c:pt>
                <c:pt idx="2701">
                  <c:v>21.498585212540728</c:v>
                </c:pt>
                <c:pt idx="2702">
                  <c:v>21.447312800066712</c:v>
                </c:pt>
                <c:pt idx="2703">
                  <c:v>21.423206288378715</c:v>
                </c:pt>
                <c:pt idx="2704">
                  <c:v>21.380817162321836</c:v>
                </c:pt>
                <c:pt idx="2705">
                  <c:v>21.336161139523657</c:v>
                </c:pt>
                <c:pt idx="2706">
                  <c:v>21.294048464288888</c:v>
                </c:pt>
                <c:pt idx="2707">
                  <c:v>21.25886548966168</c:v>
                </c:pt>
                <c:pt idx="2708">
                  <c:v>21.21892756089418</c:v>
                </c:pt>
                <c:pt idx="2709">
                  <c:v>21.175948673083465</c:v>
                </c:pt>
                <c:pt idx="2710">
                  <c:v>21.142147952566809</c:v>
                </c:pt>
                <c:pt idx="2711">
                  <c:v>21.108291941885728</c:v>
                </c:pt>
                <c:pt idx="2712">
                  <c:v>21.070547189640298</c:v>
                </c:pt>
                <c:pt idx="2713">
                  <c:v>21.026554648815182</c:v>
                </c:pt>
                <c:pt idx="2714">
                  <c:v>20.983096579579481</c:v>
                </c:pt>
                <c:pt idx="2715">
                  <c:v>20.956446720328067</c:v>
                </c:pt>
                <c:pt idx="2716">
                  <c:v>20.925263067594052</c:v>
                </c:pt>
                <c:pt idx="2717">
                  <c:v>20.891167466200478</c:v>
                </c:pt>
                <c:pt idx="2718">
                  <c:v>20.851929879515655</c:v>
                </c:pt>
                <c:pt idx="2719">
                  <c:v>20.814645878640409</c:v>
                </c:pt>
                <c:pt idx="2720">
                  <c:v>20.783775536838117</c:v>
                </c:pt>
                <c:pt idx="2721">
                  <c:v>20.752960485200248</c:v>
                </c:pt>
                <c:pt idx="2722">
                  <c:v>20.690445739293757</c:v>
                </c:pt>
                <c:pt idx="2723">
                  <c:v>20.674411591611374</c:v>
                </c:pt>
                <c:pt idx="2724">
                  <c:v>20.646434768413833</c:v>
                </c:pt>
                <c:pt idx="2725">
                  <c:v>20.61794190368169</c:v>
                </c:pt>
                <c:pt idx="2726">
                  <c:v>20.583846302288112</c:v>
                </c:pt>
                <c:pt idx="2727">
                  <c:v>20.55244148889641</c:v>
                </c:pt>
                <c:pt idx="2728">
                  <c:v>20.523303572246007</c:v>
                </c:pt>
                <c:pt idx="2729">
                  <c:v>20.487309675207275</c:v>
                </c:pt>
                <c:pt idx="2730">
                  <c:v>20.456033872199225</c:v>
                </c:pt>
                <c:pt idx="2731">
                  <c:v>20.433696645772731</c:v>
                </c:pt>
                <c:pt idx="2732">
                  <c:v>20.406751905644402</c:v>
                </c:pt>
                <c:pt idx="2733">
                  <c:v>20.37372524742965</c:v>
                </c:pt>
                <c:pt idx="2734">
                  <c:v>20.34617231549268</c:v>
                </c:pt>
                <c:pt idx="2735">
                  <c:v>20.318379792843213</c:v>
                </c:pt>
                <c:pt idx="2736">
                  <c:v>20.289665767453382</c:v>
                </c:pt>
                <c:pt idx="2737">
                  <c:v>20.261191332776043</c:v>
                </c:pt>
                <c:pt idx="2738">
                  <c:v>20.227869793684377</c:v>
                </c:pt>
                <c:pt idx="2739">
                  <c:v>20.201477955200268</c:v>
                </c:pt>
                <c:pt idx="2740">
                  <c:v>20.174146183920985</c:v>
                </c:pt>
                <c:pt idx="2741">
                  <c:v>20.140658774336053</c:v>
                </c:pt>
                <c:pt idx="2742">
                  <c:v>20.123463533200805</c:v>
                </c:pt>
                <c:pt idx="2743">
                  <c:v>20.063787015734643</c:v>
                </c:pt>
                <c:pt idx="2744">
                  <c:v>20.04089688766393</c:v>
                </c:pt>
                <c:pt idx="2745">
                  <c:v>20.022319392418133</c:v>
                </c:pt>
                <c:pt idx="2746">
                  <c:v>19.990545977930282</c:v>
                </c:pt>
                <c:pt idx="2747">
                  <c:v>19.947732960612836</c:v>
                </c:pt>
                <c:pt idx="2748">
                  <c:v>19.922852386622932</c:v>
                </c:pt>
                <c:pt idx="2749">
                  <c:v>19.903334958581958</c:v>
                </c:pt>
                <c:pt idx="2750">
                  <c:v>19.864318532554826</c:v>
                </c:pt>
                <c:pt idx="2751">
                  <c:v>19.834019522451559</c:v>
                </c:pt>
                <c:pt idx="2752">
                  <c:v>19.805637238048259</c:v>
                </c:pt>
                <c:pt idx="2753">
                  <c:v>19.785640628582296</c:v>
                </c:pt>
                <c:pt idx="2754">
                  <c:v>19.759543670975106</c:v>
                </c:pt>
                <c:pt idx="2755">
                  <c:v>19.728065137364172</c:v>
                </c:pt>
                <c:pt idx="2756">
                  <c:v>19.699185241481075</c:v>
                </c:pt>
                <c:pt idx="2757">
                  <c:v>19.662804313291389</c:v>
                </c:pt>
                <c:pt idx="2758">
                  <c:v>19.63766571853418</c:v>
                </c:pt>
                <c:pt idx="2759">
                  <c:v>19.614204258764438</c:v>
                </c:pt>
                <c:pt idx="2760">
                  <c:v>19.581269750823726</c:v>
                </c:pt>
                <c:pt idx="2761">
                  <c:v>19.557255389409764</c:v>
                </c:pt>
                <c:pt idx="2762">
                  <c:v>19.539341376137031</c:v>
                </c:pt>
                <c:pt idx="2763">
                  <c:v>19.472366556967163</c:v>
                </c:pt>
                <c:pt idx="2764">
                  <c:v>19.465916037784595</c:v>
                </c:pt>
                <c:pt idx="2765">
                  <c:v>19.444334443605204</c:v>
                </c:pt>
                <c:pt idx="2766">
                  <c:v>19.420946704054689</c:v>
                </c:pt>
                <c:pt idx="2767">
                  <c:v>19.38922857973126</c:v>
                </c:pt>
                <c:pt idx="2768">
                  <c:v>19.359298170724145</c:v>
                </c:pt>
                <c:pt idx="2769">
                  <c:v>19.338011457421668</c:v>
                </c:pt>
                <c:pt idx="2770">
                  <c:v>19.313112453376956</c:v>
                </c:pt>
                <c:pt idx="2771">
                  <c:v>19.280214805545857</c:v>
                </c:pt>
                <c:pt idx="2772">
                  <c:v>19.247906919468594</c:v>
                </c:pt>
                <c:pt idx="2773">
                  <c:v>19.219174464023951</c:v>
                </c:pt>
                <c:pt idx="2774">
                  <c:v>19.197261128858027</c:v>
                </c:pt>
                <c:pt idx="2775">
                  <c:v>19.168565533523001</c:v>
                </c:pt>
                <c:pt idx="2776">
                  <c:v>19.135373004814987</c:v>
                </c:pt>
                <c:pt idx="2777">
                  <c:v>19.109276047207796</c:v>
                </c:pt>
                <c:pt idx="2778">
                  <c:v>19.07669171030842</c:v>
                </c:pt>
                <c:pt idx="2779">
                  <c:v>19.050078711166623</c:v>
                </c:pt>
                <c:pt idx="2780">
                  <c:v>19.026101209862279</c:v>
                </c:pt>
                <c:pt idx="2781">
                  <c:v>18.99664998228015</c:v>
                </c:pt>
                <c:pt idx="2782">
                  <c:v>18.973428113222905</c:v>
                </c:pt>
                <c:pt idx="2783">
                  <c:v>18.890529726699498</c:v>
                </c:pt>
                <c:pt idx="2784">
                  <c:v>18.892372732180231</c:v>
                </c:pt>
                <c:pt idx="2785">
                  <c:v>18.883378865434253</c:v>
                </c:pt>
                <c:pt idx="2786">
                  <c:v>18.862774064159648</c:v>
                </c:pt>
                <c:pt idx="2787">
                  <c:v>18.83291737537176</c:v>
                </c:pt>
                <c:pt idx="2788">
                  <c:v>18.805087992612677</c:v>
                </c:pt>
                <c:pt idx="2789">
                  <c:v>18.779617656868936</c:v>
                </c:pt>
                <c:pt idx="2790">
                  <c:v>18.751419673013711</c:v>
                </c:pt>
                <c:pt idx="2791">
                  <c:v>18.724309062392116</c:v>
                </c:pt>
                <c:pt idx="2792">
                  <c:v>18.694839404755182</c:v>
                </c:pt>
                <c:pt idx="2793">
                  <c:v>18.672465318219071</c:v>
                </c:pt>
                <c:pt idx="2794">
                  <c:v>18.642369038718691</c:v>
                </c:pt>
                <c:pt idx="2795">
                  <c:v>18.613949894205774</c:v>
                </c:pt>
                <c:pt idx="2796">
                  <c:v>18.589493211476437</c:v>
                </c:pt>
                <c:pt idx="2797">
                  <c:v>18.572353260505611</c:v>
                </c:pt>
                <c:pt idx="2798">
                  <c:v>18.54266244221099</c:v>
                </c:pt>
                <c:pt idx="2799">
                  <c:v>18.509525203667398</c:v>
                </c:pt>
                <c:pt idx="2800">
                  <c:v>18.480903328551602</c:v>
                </c:pt>
                <c:pt idx="2801">
                  <c:v>18.458326511412611</c:v>
                </c:pt>
                <c:pt idx="2802">
                  <c:v>18.436560616685146</c:v>
                </c:pt>
                <c:pt idx="2803">
                  <c:v>18.429723066351624</c:v>
                </c:pt>
                <c:pt idx="2804">
                  <c:v>18.353699090271352</c:v>
                </c:pt>
                <c:pt idx="2805">
                  <c:v>18.350363250351226</c:v>
                </c:pt>
                <c:pt idx="2806">
                  <c:v>18.329408278035281</c:v>
                </c:pt>
                <c:pt idx="2807">
                  <c:v>18.306149548868419</c:v>
                </c:pt>
                <c:pt idx="2808">
                  <c:v>18.288088095157228</c:v>
                </c:pt>
                <c:pt idx="2809">
                  <c:v>18.255651198696313</c:v>
                </c:pt>
                <c:pt idx="2810">
                  <c:v>18.21965730165758</c:v>
                </c:pt>
                <c:pt idx="2811">
                  <c:v>18.195477069750353</c:v>
                </c:pt>
                <c:pt idx="2812">
                  <c:v>18.171517998500814</c:v>
                </c:pt>
                <c:pt idx="2813">
                  <c:v>18.14413093705711</c:v>
                </c:pt>
                <c:pt idx="2814">
                  <c:v>18.123010094247899</c:v>
                </c:pt>
                <c:pt idx="2815">
                  <c:v>18.090868078663902</c:v>
                </c:pt>
                <c:pt idx="2816">
                  <c:v>18.066558836373023</c:v>
                </c:pt>
                <c:pt idx="2817">
                  <c:v>18.044516490823447</c:v>
                </c:pt>
                <c:pt idx="2818">
                  <c:v>18.018161512448955</c:v>
                </c:pt>
                <c:pt idx="2819">
                  <c:v>17.986848849331288</c:v>
                </c:pt>
                <c:pt idx="2820">
                  <c:v>17.959885679148151</c:v>
                </c:pt>
                <c:pt idx="2821">
                  <c:v>17.938101354365877</c:v>
                </c:pt>
                <c:pt idx="2822">
                  <c:v>17.914197573280759</c:v>
                </c:pt>
                <c:pt idx="2823">
                  <c:v>17.891528605867734</c:v>
                </c:pt>
                <c:pt idx="2824">
                  <c:v>17.866168850452837</c:v>
                </c:pt>
                <c:pt idx="2825">
                  <c:v>17.830230243578526</c:v>
                </c:pt>
                <c:pt idx="2826">
                  <c:v>17.800447275009869</c:v>
                </c:pt>
                <c:pt idx="2827">
                  <c:v>17.779049981378549</c:v>
                </c:pt>
                <c:pt idx="2828">
                  <c:v>17.747718888206073</c:v>
                </c:pt>
                <c:pt idx="2829">
                  <c:v>17.718525681391249</c:v>
                </c:pt>
                <c:pt idx="2830">
                  <c:v>17.688171381123563</c:v>
                </c:pt>
                <c:pt idx="2831">
                  <c:v>17.661963843187529</c:v>
                </c:pt>
                <c:pt idx="2832">
                  <c:v>17.634152890483257</c:v>
                </c:pt>
                <c:pt idx="2833">
                  <c:v>17.608148083150102</c:v>
                </c:pt>
                <c:pt idx="2834">
                  <c:v>17.584078431571719</c:v>
                </c:pt>
                <c:pt idx="2835">
                  <c:v>17.548416275519518</c:v>
                </c:pt>
                <c:pt idx="2836">
                  <c:v>17.522761639227703</c:v>
                </c:pt>
                <c:pt idx="2837">
                  <c:v>17.481994357993873</c:v>
                </c:pt>
                <c:pt idx="2838">
                  <c:v>17.452948591617506</c:v>
                </c:pt>
                <c:pt idx="2839">
                  <c:v>17.431385427492923</c:v>
                </c:pt>
                <c:pt idx="2840">
                  <c:v>17.409343081943344</c:v>
                </c:pt>
                <c:pt idx="2841">
                  <c:v>17.388259099243751</c:v>
                </c:pt>
                <c:pt idx="2842">
                  <c:v>17.363009924157698</c:v>
                </c:pt>
                <c:pt idx="2843">
                  <c:v>17.328877462654507</c:v>
                </c:pt>
                <c:pt idx="2844">
                  <c:v>17.236450737795707</c:v>
                </c:pt>
                <c:pt idx="2845">
                  <c:v>17.24542617448688</c:v>
                </c:pt>
                <c:pt idx="2846">
                  <c:v>17.23731695037165</c:v>
                </c:pt>
                <c:pt idx="2847">
                  <c:v>17.216583138713396</c:v>
                </c:pt>
                <c:pt idx="2848">
                  <c:v>17.198208374070479</c:v>
                </c:pt>
                <c:pt idx="2849">
                  <c:v>17.178893676632388</c:v>
                </c:pt>
                <c:pt idx="2850">
                  <c:v>17.157717543658759</c:v>
                </c:pt>
                <c:pt idx="2851">
                  <c:v>17.139047898138923</c:v>
                </c:pt>
                <c:pt idx="2852">
                  <c:v>17.11108950499619</c:v>
                </c:pt>
                <c:pt idx="2853">
                  <c:v>17.078689468644892</c:v>
                </c:pt>
                <c:pt idx="2854">
                  <c:v>17.057697636219334</c:v>
                </c:pt>
                <c:pt idx="2855">
                  <c:v>17.036668943684159</c:v>
                </c:pt>
                <c:pt idx="2856">
                  <c:v>17.014903048956693</c:v>
                </c:pt>
                <c:pt idx="2857">
                  <c:v>16.98620745362167</c:v>
                </c:pt>
                <c:pt idx="2858">
                  <c:v>16.962985584564422</c:v>
                </c:pt>
                <c:pt idx="2859">
                  <c:v>16.943652457071526</c:v>
                </c:pt>
                <c:pt idx="2860">
                  <c:v>16.91593365464129</c:v>
                </c:pt>
                <c:pt idx="2861">
                  <c:v>16.889670826540833</c:v>
                </c:pt>
                <c:pt idx="2862">
                  <c:v>16.867112439456651</c:v>
                </c:pt>
                <c:pt idx="2863">
                  <c:v>16.850101498869478</c:v>
                </c:pt>
                <c:pt idx="2864">
                  <c:v>16.788434535484122</c:v>
                </c:pt>
                <c:pt idx="2865">
                  <c:v>16.78437992342651</c:v>
                </c:pt>
                <c:pt idx="2866">
                  <c:v>16.773027009665189</c:v>
                </c:pt>
                <c:pt idx="2867">
                  <c:v>16.754431084364583</c:v>
                </c:pt>
                <c:pt idx="2868">
                  <c:v>16.732480889089043</c:v>
                </c:pt>
                <c:pt idx="2869">
                  <c:v>16.713848103678824</c:v>
                </c:pt>
                <c:pt idx="2870">
                  <c:v>16.690331353744661</c:v>
                </c:pt>
                <c:pt idx="2871">
                  <c:v>16.671901298937325</c:v>
                </c:pt>
                <c:pt idx="2872">
                  <c:v>16.647260315659913</c:v>
                </c:pt>
                <c:pt idx="2873">
                  <c:v>16.625623431316097</c:v>
                </c:pt>
                <c:pt idx="2874">
                  <c:v>16.603986546972283</c:v>
                </c:pt>
                <c:pt idx="2875">
                  <c:v>16.580322356599659</c:v>
                </c:pt>
                <c:pt idx="2876">
                  <c:v>16.554391269485734</c:v>
                </c:pt>
                <c:pt idx="2877">
                  <c:v>16.530469058345812</c:v>
                </c:pt>
                <c:pt idx="2878">
                  <c:v>16.508076541754896</c:v>
                </c:pt>
                <c:pt idx="2879">
                  <c:v>16.482808936614035</c:v>
                </c:pt>
                <c:pt idx="2880">
                  <c:v>16.459347476844293</c:v>
                </c:pt>
                <c:pt idx="2881">
                  <c:v>16.444124251573431</c:v>
                </c:pt>
                <c:pt idx="2882">
                  <c:v>16.424975424628606</c:v>
                </c:pt>
                <c:pt idx="2883">
                  <c:v>16.401716695461747</c:v>
                </c:pt>
                <c:pt idx="2884">
                  <c:v>16.386235449423584</c:v>
                </c:pt>
                <c:pt idx="2885">
                  <c:v>16.373371271168061</c:v>
                </c:pt>
                <c:pt idx="2886">
                  <c:v>16.347587624492594</c:v>
                </c:pt>
                <c:pt idx="2887">
                  <c:v>16.326135040696851</c:v>
                </c:pt>
                <c:pt idx="2888">
                  <c:v>16.299061290184873</c:v>
                </c:pt>
                <c:pt idx="2889">
                  <c:v>16.275470820031479</c:v>
                </c:pt>
                <c:pt idx="2890">
                  <c:v>16.252396391412692</c:v>
                </c:pt>
                <c:pt idx="2891">
                  <c:v>16.232418212001537</c:v>
                </c:pt>
                <c:pt idx="2892">
                  <c:v>16.209712384478898</c:v>
                </c:pt>
                <c:pt idx="2893">
                  <c:v>16.182601773857304</c:v>
                </c:pt>
                <c:pt idx="2894">
                  <c:v>16.163213356199982</c:v>
                </c:pt>
                <c:pt idx="2895">
                  <c:v>16.147676819997397</c:v>
                </c:pt>
                <c:pt idx="2896">
                  <c:v>16.124418090830538</c:v>
                </c:pt>
                <c:pt idx="2897">
                  <c:v>16.10009041848485</c:v>
                </c:pt>
                <c:pt idx="2898">
                  <c:v>16.075209844494943</c:v>
                </c:pt>
                <c:pt idx="2899">
                  <c:v>16.060207779881772</c:v>
                </c:pt>
                <c:pt idx="2900">
                  <c:v>16.039934719593699</c:v>
                </c:pt>
                <c:pt idx="2901">
                  <c:v>16.018316265304691</c:v>
                </c:pt>
                <c:pt idx="2902">
                  <c:v>15.990394732271573</c:v>
                </c:pt>
                <c:pt idx="2903">
                  <c:v>15.959966711784658</c:v>
                </c:pt>
                <c:pt idx="2904">
                  <c:v>15.940744164620604</c:v>
                </c:pt>
                <c:pt idx="2905">
                  <c:v>15.923143462279597</c:v>
                </c:pt>
                <c:pt idx="2906">
                  <c:v>15.89522192924648</c:v>
                </c:pt>
                <c:pt idx="2907">
                  <c:v>15.868092888570077</c:v>
                </c:pt>
                <c:pt idx="2908">
                  <c:v>15.84092698778406</c:v>
                </c:pt>
                <c:pt idx="2909">
                  <c:v>15.815014330724944</c:v>
                </c:pt>
                <c:pt idx="2910">
                  <c:v>15.795386322355128</c:v>
                </c:pt>
                <c:pt idx="2911">
                  <c:v>15.77876241291891</c:v>
                </c:pt>
                <c:pt idx="2912">
                  <c:v>15.755448393587626</c:v>
                </c:pt>
                <c:pt idx="2913">
                  <c:v>15.727784881321812</c:v>
                </c:pt>
                <c:pt idx="2914">
                  <c:v>15.71014731887119</c:v>
                </c:pt>
                <c:pt idx="2915">
                  <c:v>15.691901564611925</c:v>
                </c:pt>
                <c:pt idx="2916">
                  <c:v>15.669011436541211</c:v>
                </c:pt>
                <c:pt idx="2917">
                  <c:v>15.641218913891745</c:v>
                </c:pt>
                <c:pt idx="2918">
                  <c:v>15.617130832258553</c:v>
                </c:pt>
                <c:pt idx="2919">
                  <c:v>15.600654363260794</c:v>
                </c:pt>
                <c:pt idx="2920">
                  <c:v>15.581800417192886</c:v>
                </c:pt>
                <c:pt idx="2921">
                  <c:v>15.558357387477953</c:v>
                </c:pt>
                <c:pt idx="2922">
                  <c:v>15.538508218450449</c:v>
                </c:pt>
                <c:pt idx="2923">
                  <c:v>15.524869977893019</c:v>
                </c:pt>
                <c:pt idx="2924">
                  <c:v>15.501334797904049</c:v>
                </c:pt>
                <c:pt idx="2925">
                  <c:v>15.494331377077259</c:v>
                </c:pt>
                <c:pt idx="2926">
                  <c:v>15.465193460426859</c:v>
                </c:pt>
                <c:pt idx="2927">
                  <c:v>15.441566130163851</c:v>
                </c:pt>
                <c:pt idx="2928">
                  <c:v>15.420113546368109</c:v>
                </c:pt>
                <c:pt idx="2929">
                  <c:v>15.397757889886808</c:v>
                </c:pt>
                <c:pt idx="2930">
                  <c:v>15.380636368970791</c:v>
                </c:pt>
                <c:pt idx="2931">
                  <c:v>15.360326448573105</c:v>
                </c:pt>
                <c:pt idx="2932">
                  <c:v>15.331428122635199</c:v>
                </c:pt>
                <c:pt idx="2933">
                  <c:v>15.31438032193841</c:v>
                </c:pt>
                <c:pt idx="2934">
                  <c:v>15.295747536528191</c:v>
                </c:pt>
                <c:pt idx="2935">
                  <c:v>15.281464244052504</c:v>
                </c:pt>
                <c:pt idx="2936">
                  <c:v>15.270443071277716</c:v>
                </c:pt>
                <c:pt idx="2937">
                  <c:v>15.247405502768544</c:v>
                </c:pt>
                <c:pt idx="2938">
                  <c:v>15.227611623905462</c:v>
                </c:pt>
                <c:pt idx="2939">
                  <c:v>15.204076443916492</c:v>
                </c:pt>
                <c:pt idx="2940">
                  <c:v>15.181757647544805</c:v>
                </c:pt>
                <c:pt idx="2941">
                  <c:v>15.165557629369154</c:v>
                </c:pt>
                <c:pt idx="2942">
                  <c:v>15.149707782234843</c:v>
                </c:pt>
                <c:pt idx="2943">
                  <c:v>15.125840861259341</c:v>
                </c:pt>
                <c:pt idx="2944">
                  <c:v>15.105973262177031</c:v>
                </c:pt>
                <c:pt idx="2945">
                  <c:v>15.099522742994463</c:v>
                </c:pt>
                <c:pt idx="2946">
                  <c:v>15.032253042947678</c:v>
                </c:pt>
                <c:pt idx="2947">
                  <c:v>15.039459194377347</c:v>
                </c:pt>
                <c:pt idx="2948">
                  <c:v>15.033598436948614</c:v>
                </c:pt>
                <c:pt idx="2949">
                  <c:v>15.017287838444119</c:v>
                </c:pt>
                <c:pt idx="2950">
                  <c:v>14.996609316950286</c:v>
                </c:pt>
                <c:pt idx="2951">
                  <c:v>14.974382670852636</c:v>
                </c:pt>
                <c:pt idx="2952">
                  <c:v>14.951050221466545</c:v>
                </c:pt>
                <c:pt idx="2953">
                  <c:v>14.936287747565867</c:v>
                </c:pt>
                <c:pt idx="2954">
                  <c:v>14.92222561574787</c:v>
                </c:pt>
                <c:pt idx="2955">
                  <c:v>14.90248702704921</c:v>
                </c:pt>
                <c:pt idx="2956">
                  <c:v>14.887687693038917</c:v>
                </c:pt>
                <c:pt idx="2957">
                  <c:v>14.865737497763376</c:v>
                </c:pt>
                <c:pt idx="2958">
                  <c:v>14.844598224899361</c:v>
                </c:pt>
                <c:pt idx="2959">
                  <c:v>14.833134730809196</c:v>
                </c:pt>
                <c:pt idx="2960">
                  <c:v>14.815552458522996</c:v>
                </c:pt>
                <c:pt idx="2961">
                  <c:v>14.796661652345474</c:v>
                </c:pt>
                <c:pt idx="2962">
                  <c:v>14.773679374000723</c:v>
                </c:pt>
                <c:pt idx="2963">
                  <c:v>14.764851377748009</c:v>
                </c:pt>
                <c:pt idx="2964">
                  <c:v>14.745886851351257</c:v>
                </c:pt>
                <c:pt idx="2965">
                  <c:v>14.730110724436177</c:v>
                </c:pt>
                <c:pt idx="2966">
                  <c:v>14.693011024109005</c:v>
                </c:pt>
                <c:pt idx="2967">
                  <c:v>14.687942759036986</c:v>
                </c:pt>
                <c:pt idx="2968">
                  <c:v>14.674746839794931</c:v>
                </c:pt>
                <c:pt idx="2969">
                  <c:v>14.657293577892382</c:v>
                </c:pt>
                <c:pt idx="2970">
                  <c:v>14.638384341660053</c:v>
                </c:pt>
                <c:pt idx="2971">
                  <c:v>14.623511287430532</c:v>
                </c:pt>
                <c:pt idx="2972">
                  <c:v>14.595534464232992</c:v>
                </c:pt>
                <c:pt idx="2973">
                  <c:v>14.583886669594754</c:v>
                </c:pt>
                <c:pt idx="2974">
                  <c:v>14.576477787562204</c:v>
                </c:pt>
                <c:pt idx="2975">
                  <c:v>14.562249785250939</c:v>
                </c:pt>
                <c:pt idx="2976">
                  <c:v>14.544704373074355</c:v>
                </c:pt>
                <c:pt idx="2977">
                  <c:v>14.535544635835107</c:v>
                </c:pt>
                <c:pt idx="2978">
                  <c:v>14.509539828501953</c:v>
                </c:pt>
                <c:pt idx="2979">
                  <c:v>14.483037409689</c:v>
                </c:pt>
                <c:pt idx="2980">
                  <c:v>14.465842168553754</c:v>
                </c:pt>
                <c:pt idx="2981">
                  <c:v>14.457898814931792</c:v>
                </c:pt>
                <c:pt idx="2982">
                  <c:v>14.445421667827224</c:v>
                </c:pt>
                <c:pt idx="2983">
                  <c:v>14.42522232775838</c:v>
                </c:pt>
                <c:pt idx="2984">
                  <c:v>14.410681014515392</c:v>
                </c:pt>
                <c:pt idx="2985">
                  <c:v>14.395162908367613</c:v>
                </c:pt>
                <c:pt idx="2986">
                  <c:v>14.345604490990681</c:v>
                </c:pt>
                <c:pt idx="2987">
                  <c:v>14.351649548967487</c:v>
                </c:pt>
                <c:pt idx="2988">
                  <c:v>14.346636574059891</c:v>
                </c:pt>
                <c:pt idx="2989">
                  <c:v>14.334786048818772</c:v>
                </c:pt>
                <c:pt idx="2990">
                  <c:v>14.314955309846077</c:v>
                </c:pt>
                <c:pt idx="2991">
                  <c:v>14.300063825561747</c:v>
                </c:pt>
                <c:pt idx="2992">
                  <c:v>14.288821492129271</c:v>
                </c:pt>
                <c:pt idx="2993">
                  <c:v>14.270649458089236</c:v>
                </c:pt>
                <c:pt idx="2994">
                  <c:v>14.252366843720356</c:v>
                </c:pt>
                <c:pt idx="2995">
                  <c:v>14.238396862176394</c:v>
                </c:pt>
                <c:pt idx="2996">
                  <c:v>14.229237124937146</c:v>
                </c:pt>
                <c:pt idx="2997">
                  <c:v>14.213682158679754</c:v>
                </c:pt>
                <c:pt idx="2998">
                  <c:v>14.196689648147387</c:v>
                </c:pt>
                <c:pt idx="2999">
                  <c:v>14.171864364321904</c:v>
                </c:pt>
                <c:pt idx="3000">
                  <c:v>14.154871853789537</c:v>
                </c:pt>
                <c:pt idx="3001">
                  <c:v>14.141362623615759</c:v>
                </c:pt>
                <c:pt idx="3002">
                  <c:v>14.125365336042989</c:v>
                </c:pt>
                <c:pt idx="3003">
                  <c:v>14.112316857239394</c:v>
                </c:pt>
                <c:pt idx="3004">
                  <c:v>14.098346875695432</c:v>
                </c:pt>
                <c:pt idx="3005">
                  <c:v>14.086570070673542</c:v>
                </c:pt>
                <c:pt idx="3006">
                  <c:v>14.082681329109194</c:v>
                </c:pt>
                <c:pt idx="3007">
                  <c:v>14.049120199305031</c:v>
                </c:pt>
                <c:pt idx="3008">
                  <c:v>14.038541347845619</c:v>
                </c:pt>
                <c:pt idx="3009">
                  <c:v>14.022286039505547</c:v>
                </c:pt>
                <c:pt idx="3010">
                  <c:v>14.000133113627125</c:v>
                </c:pt>
                <c:pt idx="3011">
                  <c:v>13.985997261589898</c:v>
                </c:pt>
                <c:pt idx="3012">
                  <c:v>13.975565850568945</c:v>
                </c:pt>
                <c:pt idx="3013">
                  <c:v>13.959457982667331</c:v>
                </c:pt>
                <c:pt idx="3014">
                  <c:v>13.951164458004028</c:v>
                </c:pt>
                <c:pt idx="3015">
                  <c:v>13.936401984103352</c:v>
                </c:pt>
                <c:pt idx="3016">
                  <c:v>13.914341208498968</c:v>
                </c:pt>
                <c:pt idx="3017">
                  <c:v>13.897072247144491</c:v>
                </c:pt>
                <c:pt idx="3018">
                  <c:v>13.88441079949185</c:v>
                </c:pt>
                <c:pt idx="3019">
                  <c:v>13.869961636522897</c:v>
                </c:pt>
                <c:pt idx="3020">
                  <c:v>13.859069474131759</c:v>
                </c:pt>
                <c:pt idx="3021">
                  <c:v>13.842445564695542</c:v>
                </c:pt>
                <c:pt idx="3022">
                  <c:v>13.817417550267177</c:v>
                </c:pt>
                <c:pt idx="3023">
                  <c:v>13.80263664631169</c:v>
                </c:pt>
                <c:pt idx="3024">
                  <c:v>13.782805907338995</c:v>
                </c:pt>
                <c:pt idx="3025">
                  <c:v>13.770328760234428</c:v>
                </c:pt>
                <c:pt idx="3026">
                  <c:v>13.763417489681675</c:v>
                </c:pt>
                <c:pt idx="3027">
                  <c:v>13.723258400256485</c:v>
                </c:pt>
                <c:pt idx="3028">
                  <c:v>13.723055669653604</c:v>
                </c:pt>
                <c:pt idx="3029">
                  <c:v>13.71138944496056</c:v>
                </c:pt>
                <c:pt idx="3030">
                  <c:v>13.693217410920523</c:v>
                </c:pt>
                <c:pt idx="3031">
                  <c:v>13.679874051240011</c:v>
                </c:pt>
                <c:pt idx="3032">
                  <c:v>13.667507484464288</c:v>
                </c:pt>
                <c:pt idx="3033">
                  <c:v>13.654127264674159</c:v>
                </c:pt>
                <c:pt idx="3034">
                  <c:v>13.637595505511978</c:v>
                </c:pt>
                <c:pt idx="3035">
                  <c:v>13.614373636454731</c:v>
                </c:pt>
                <c:pt idx="3036">
                  <c:v>13.601693758747283</c:v>
                </c:pt>
                <c:pt idx="3037">
                  <c:v>13.590303984876348</c:v>
                </c:pt>
                <c:pt idx="3038">
                  <c:v>13.572611132261303</c:v>
                </c:pt>
                <c:pt idx="3039">
                  <c:v>13.557535347428901</c:v>
                </c:pt>
                <c:pt idx="3040">
                  <c:v>13.537538737962938</c:v>
                </c:pt>
                <c:pt idx="3041">
                  <c:v>13.518684791895032</c:v>
                </c:pt>
                <c:pt idx="3042">
                  <c:v>13.499462244730978</c:v>
                </c:pt>
                <c:pt idx="3043">
                  <c:v>13.484257449514924</c:v>
                </c:pt>
                <c:pt idx="3044">
                  <c:v>13.466048555365274</c:v>
                </c:pt>
                <c:pt idx="3045">
                  <c:v>13.452318164533807</c:v>
                </c:pt>
                <c:pt idx="3046">
                  <c:v>13.442716105979184</c:v>
                </c:pt>
                <c:pt idx="3047">
                  <c:v>13.408325623708691</c:v>
                </c:pt>
                <c:pt idx="3048">
                  <c:v>13.40036384003192</c:v>
                </c:pt>
                <c:pt idx="3049">
                  <c:v>13.389305807147517</c:v>
                </c:pt>
                <c:pt idx="3050">
                  <c:v>13.379593168264051</c:v>
                </c:pt>
                <c:pt idx="3051">
                  <c:v>13.368959026640216</c:v>
                </c:pt>
                <c:pt idx="3052">
                  <c:v>13.357606112878896</c:v>
                </c:pt>
                <c:pt idx="3053">
                  <c:v>13.346990401309869</c:v>
                </c:pt>
                <c:pt idx="3054">
                  <c:v>13.324118703293962</c:v>
                </c:pt>
                <c:pt idx="3055">
                  <c:v>13.305283187280864</c:v>
                </c:pt>
                <c:pt idx="3056">
                  <c:v>13.288051086036003</c:v>
                </c:pt>
                <c:pt idx="3057">
                  <c:v>13.276163700685268</c:v>
                </c:pt>
                <c:pt idx="3058">
                  <c:v>13.261124775962481</c:v>
                </c:pt>
                <c:pt idx="3059">
                  <c:v>13.249200530502133</c:v>
                </c:pt>
                <c:pt idx="3060">
                  <c:v>13.235709730383162</c:v>
                </c:pt>
                <c:pt idx="3061">
                  <c:v>13.222366370702648</c:v>
                </c:pt>
                <c:pt idx="3062">
                  <c:v>13.209704923050008</c:v>
                </c:pt>
                <c:pt idx="3063">
                  <c:v>13.190519235995568</c:v>
                </c:pt>
                <c:pt idx="3064">
                  <c:v>13.173969046778579</c:v>
                </c:pt>
                <c:pt idx="3065">
                  <c:v>13.156257764108727</c:v>
                </c:pt>
                <c:pt idx="3066">
                  <c:v>13.131764221269774</c:v>
                </c:pt>
                <c:pt idx="3067">
                  <c:v>13.125921893895848</c:v>
                </c:pt>
                <c:pt idx="3068">
                  <c:v>13.1092242642404</c:v>
                </c:pt>
                <c:pt idx="3069">
                  <c:v>13.088011271157153</c:v>
                </c:pt>
                <c:pt idx="3070">
                  <c:v>13.065471314127779</c:v>
                </c:pt>
                <c:pt idx="3071">
                  <c:v>13.049142285568477</c:v>
                </c:pt>
                <c:pt idx="3072">
                  <c:v>13.041659683316698</c:v>
                </c:pt>
                <c:pt idx="3073">
                  <c:v>13.02378253015358</c:v>
                </c:pt>
                <c:pt idx="3074">
                  <c:v>13.0054999157847</c:v>
                </c:pt>
                <c:pt idx="3075">
                  <c:v>12.988728565910023</c:v>
                </c:pt>
                <c:pt idx="3076">
                  <c:v>12.971183153733437</c:v>
                </c:pt>
                <c:pt idx="3077">
                  <c:v>12.958392695697144</c:v>
                </c:pt>
                <c:pt idx="3078">
                  <c:v>12.94595240870219</c:v>
                </c:pt>
                <c:pt idx="3079">
                  <c:v>12.927559214004468</c:v>
                </c:pt>
                <c:pt idx="3080">
                  <c:v>12.912299128623992</c:v>
                </c:pt>
                <c:pt idx="3081">
                  <c:v>12.900080002286726</c:v>
                </c:pt>
                <c:pt idx="3082">
                  <c:v>12.88281104093225</c:v>
                </c:pt>
                <c:pt idx="3083">
                  <c:v>12.862206239657647</c:v>
                </c:pt>
                <c:pt idx="3084">
                  <c:v>12.849655372333849</c:v>
                </c:pt>
                <c:pt idx="3085">
                  <c:v>12.825272409823741</c:v>
                </c:pt>
                <c:pt idx="3086">
                  <c:v>12.812279221184568</c:v>
                </c:pt>
                <c:pt idx="3087">
                  <c:v>12.808095598743302</c:v>
                </c:pt>
                <c:pt idx="3088">
                  <c:v>12.770313986388258</c:v>
                </c:pt>
                <c:pt idx="3089">
                  <c:v>12.763513296164351</c:v>
                </c:pt>
                <c:pt idx="3090">
                  <c:v>12.755311921775085</c:v>
                </c:pt>
                <c:pt idx="3091">
                  <c:v>12.742410883409949</c:v>
                </c:pt>
                <c:pt idx="3092">
                  <c:v>12.726284585453527</c:v>
                </c:pt>
                <c:pt idx="3093">
                  <c:v>12.713328256923969</c:v>
                </c:pt>
                <c:pt idx="3094">
                  <c:v>12.698897524009823</c:v>
                </c:pt>
                <c:pt idx="3095">
                  <c:v>12.676449717254485</c:v>
                </c:pt>
                <c:pt idx="3096">
                  <c:v>12.657964372282725</c:v>
                </c:pt>
                <c:pt idx="3097">
                  <c:v>12.640234659558066</c:v>
                </c:pt>
                <c:pt idx="3098">
                  <c:v>12.624182081820875</c:v>
                </c:pt>
                <c:pt idx="3099">
                  <c:v>12.61035954071537</c:v>
                </c:pt>
                <c:pt idx="3100">
                  <c:v>12.599025057008857</c:v>
                </c:pt>
                <c:pt idx="3101">
                  <c:v>12.584428453601445</c:v>
                </c:pt>
                <c:pt idx="3102">
                  <c:v>12.561685765969191</c:v>
                </c:pt>
                <c:pt idx="3103">
                  <c:v>12.548563566946365</c:v>
                </c:pt>
                <c:pt idx="3104">
                  <c:v>12.534446144963946</c:v>
                </c:pt>
                <c:pt idx="3105">
                  <c:v>12.519923261775762</c:v>
                </c:pt>
                <c:pt idx="3106">
                  <c:v>12.499760781816535</c:v>
                </c:pt>
                <c:pt idx="3107">
                  <c:v>12.490195583371525</c:v>
                </c:pt>
                <c:pt idx="3108">
                  <c:v>12.415535431346999</c:v>
                </c:pt>
                <c:pt idx="3109">
                  <c:v>12.435587330977382</c:v>
                </c:pt>
                <c:pt idx="3110">
                  <c:v>12.437909517883108</c:v>
                </c:pt>
                <c:pt idx="3111">
                  <c:v>12.424824178969898</c:v>
                </c:pt>
                <c:pt idx="3112">
                  <c:v>12.409342932931734</c:v>
                </c:pt>
                <c:pt idx="3113">
                  <c:v>12.396976366156009</c:v>
                </c:pt>
                <c:pt idx="3114">
                  <c:v>12.388074649684064</c:v>
                </c:pt>
                <c:pt idx="3115">
                  <c:v>12.373349035893002</c:v>
                </c:pt>
                <c:pt idx="3116">
                  <c:v>12.359139463636545</c:v>
                </c:pt>
                <c:pt idx="3117">
                  <c:v>12.349168803985775</c:v>
                </c:pt>
                <c:pt idx="3118">
                  <c:v>12.332268443727445</c:v>
                </c:pt>
                <c:pt idx="3119">
                  <c:v>12.315368083469115</c:v>
                </c:pt>
                <c:pt idx="3120">
                  <c:v>12.298541443430016</c:v>
                </c:pt>
                <c:pt idx="3121">
                  <c:v>12.283152347665888</c:v>
                </c:pt>
                <c:pt idx="3122">
                  <c:v>12.267228780312349</c:v>
                </c:pt>
                <c:pt idx="3123">
                  <c:v>12.257387131045231</c:v>
                </c:pt>
                <c:pt idx="3124">
                  <c:v>12.243914760981067</c:v>
                </c:pt>
                <c:pt idx="3125">
                  <c:v>12.223402109980499</c:v>
                </c:pt>
                <c:pt idx="3126">
                  <c:v>12.207607553010609</c:v>
                </c:pt>
                <c:pt idx="3127">
                  <c:v>12.195664877495455</c:v>
                </c:pt>
                <c:pt idx="3128">
                  <c:v>12.163393851527806</c:v>
                </c:pt>
                <c:pt idx="3129">
                  <c:v>12.154436844891439</c:v>
                </c:pt>
                <c:pt idx="3130">
                  <c:v>12.14383956337722</c:v>
                </c:pt>
                <c:pt idx="3131">
                  <c:v>12.133002691150505</c:v>
                </c:pt>
                <c:pt idx="3132">
                  <c:v>12.117687315605608</c:v>
                </c:pt>
                <c:pt idx="3133">
                  <c:v>12.10355146356838</c:v>
                </c:pt>
                <c:pt idx="3134">
                  <c:v>12.084513216952399</c:v>
                </c:pt>
                <c:pt idx="3135">
                  <c:v>12.06013025444229</c:v>
                </c:pt>
                <c:pt idx="3136">
                  <c:v>12.047008055419465</c:v>
                </c:pt>
                <c:pt idx="3137">
                  <c:v>12.030550016476512</c:v>
                </c:pt>
                <c:pt idx="3138">
                  <c:v>12.015971843123907</c:v>
                </c:pt>
                <c:pt idx="3139">
                  <c:v>12.00467421952701</c:v>
                </c:pt>
                <c:pt idx="3140">
                  <c:v>11.992436663134937</c:v>
                </c:pt>
                <c:pt idx="3141">
                  <c:v>11.975259852054498</c:v>
                </c:pt>
                <c:pt idx="3142">
                  <c:v>11.952369723983784</c:v>
                </c:pt>
                <c:pt idx="3143">
                  <c:v>11.94214104356571</c:v>
                </c:pt>
                <c:pt idx="3144">
                  <c:v>11.930050927612097</c:v>
                </c:pt>
                <c:pt idx="3145">
                  <c:v>11.915786065191218</c:v>
                </c:pt>
                <c:pt idx="3146">
                  <c:v>11.89977034756364</c:v>
                </c:pt>
                <c:pt idx="3147">
                  <c:v>11.885339614649496</c:v>
                </c:pt>
                <c:pt idx="3148">
                  <c:v>11.879312986727495</c:v>
                </c:pt>
                <c:pt idx="3149">
                  <c:v>11.864366212278744</c:v>
                </c:pt>
                <c:pt idx="3150">
                  <c:v>11.847576432349259</c:v>
                </c:pt>
                <c:pt idx="3151">
                  <c:v>11.831616004886104</c:v>
                </c:pt>
                <c:pt idx="3152">
                  <c:v>11.815913598190253</c:v>
                </c:pt>
                <c:pt idx="3153">
                  <c:v>11.795898558669483</c:v>
                </c:pt>
                <c:pt idx="3154">
                  <c:v>11.780878064001502</c:v>
                </c:pt>
                <c:pt idx="3155">
                  <c:v>11.773671912571833</c:v>
                </c:pt>
                <c:pt idx="3156">
                  <c:v>11.758725138123081</c:v>
                </c:pt>
                <c:pt idx="3157">
                  <c:v>11.745492358771413</c:v>
                </c:pt>
                <c:pt idx="3158">
                  <c:v>11.726988583744845</c:v>
                </c:pt>
                <c:pt idx="3159">
                  <c:v>11.71587526069602</c:v>
                </c:pt>
                <c:pt idx="3160">
                  <c:v>11.70660494312793</c:v>
                </c:pt>
                <c:pt idx="3161">
                  <c:v>11.691252707473417</c:v>
                </c:pt>
                <c:pt idx="3162">
                  <c:v>11.681447918315913</c:v>
                </c:pt>
                <c:pt idx="3163">
                  <c:v>11.667127765730612</c:v>
                </c:pt>
                <c:pt idx="3164">
                  <c:v>11.648052659005016</c:v>
                </c:pt>
                <c:pt idx="3165">
                  <c:v>11.625236251153531</c:v>
                </c:pt>
                <c:pt idx="3166">
                  <c:v>11.602622573904927</c:v>
                </c:pt>
                <c:pt idx="3167">
                  <c:v>11.593425976556066</c:v>
                </c:pt>
                <c:pt idx="3168">
                  <c:v>11.584284669371627</c:v>
                </c:pt>
                <c:pt idx="3169">
                  <c:v>11.514287321213356</c:v>
                </c:pt>
                <c:pt idx="3170">
                  <c:v>11.526690748098694</c:v>
                </c:pt>
                <c:pt idx="3171">
                  <c:v>11.521493472643025</c:v>
                </c:pt>
                <c:pt idx="3172">
                  <c:v>11.509145335922108</c:v>
                </c:pt>
                <c:pt idx="3173">
                  <c:v>11.494327571857008</c:v>
                </c:pt>
                <c:pt idx="3174">
                  <c:v>11.482882507821651</c:v>
                </c:pt>
                <c:pt idx="3175">
                  <c:v>11.464839484165267</c:v>
                </c:pt>
                <c:pt idx="3176">
                  <c:v>11.447423082372334</c:v>
                </c:pt>
                <c:pt idx="3177">
                  <c:v>11.430854463100536</c:v>
                </c:pt>
                <c:pt idx="3178">
                  <c:v>11.415981408871014</c:v>
                </c:pt>
                <c:pt idx="3179">
                  <c:v>11.405107676534685</c:v>
                </c:pt>
                <c:pt idx="3180">
                  <c:v>11.387433253974448</c:v>
                </c:pt>
                <c:pt idx="3181">
                  <c:v>11.369629821030559</c:v>
                </c:pt>
                <c:pt idx="3182">
                  <c:v>11.357189534035605</c:v>
                </c:pt>
                <c:pt idx="3183">
                  <c:v>11.34421477545124</c:v>
                </c:pt>
                <c:pt idx="3184">
                  <c:v>11.331774488456286</c:v>
                </c:pt>
                <c:pt idx="3185">
                  <c:v>11.319168330968067</c:v>
                </c:pt>
                <c:pt idx="3186">
                  <c:v>11.307704836877903</c:v>
                </c:pt>
                <c:pt idx="3187">
                  <c:v>11.29837922914539</c:v>
                </c:pt>
                <c:pt idx="3188">
                  <c:v>11.288242699001353</c:v>
                </c:pt>
                <c:pt idx="3189">
                  <c:v>11.24131977946187</c:v>
                </c:pt>
                <c:pt idx="3190">
                  <c:v>11.241301349407063</c:v>
                </c:pt>
                <c:pt idx="3191">
                  <c:v>11.234132058087008</c:v>
                </c:pt>
                <c:pt idx="3192">
                  <c:v>11.220051496214202</c:v>
                </c:pt>
                <c:pt idx="3193">
                  <c:v>11.206505405930809</c:v>
                </c:pt>
                <c:pt idx="3194">
                  <c:v>11.197271948472332</c:v>
                </c:pt>
                <c:pt idx="3195">
                  <c:v>11.184776371312957</c:v>
                </c:pt>
                <c:pt idx="3196">
                  <c:v>11.168023451493086</c:v>
                </c:pt>
                <c:pt idx="3197">
                  <c:v>11.157997501677896</c:v>
                </c:pt>
                <c:pt idx="3198">
                  <c:v>11.141852773666667</c:v>
                </c:pt>
                <c:pt idx="3199">
                  <c:v>11.122888247269916</c:v>
                </c:pt>
                <c:pt idx="3200">
                  <c:v>11.108236353698082</c:v>
                </c:pt>
                <c:pt idx="3201">
                  <c:v>11.090156469932083</c:v>
                </c:pt>
                <c:pt idx="3202">
                  <c:v>11.047454032943481</c:v>
                </c:pt>
                <c:pt idx="3203">
                  <c:v>11.000825994280914</c:v>
                </c:pt>
                <c:pt idx="3204">
                  <c:v>10.95301843211068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E47F-492C-A9B3-5CB760FEB7EC}"/>
            </c:ext>
          </c:extLst>
        </c:ser>
        <c:ser>
          <c:idx val="1"/>
          <c:order val="1"/>
          <c:tx>
            <c:v>LVDT2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'G10'!$T$6:$T$3210</c:f>
              <c:numCache>
                <c:formatCode>General</c:formatCode>
                <c:ptCount val="3205"/>
                <c:pt idx="0">
                  <c:v>0</c:v>
                </c:pt>
                <c:pt idx="1">
                  <c:v>0</c:v>
                </c:pt>
                <c:pt idx="2">
                  <c:v>-1.9531250472937245E-5</c:v>
                </c:pt>
                <c:pt idx="3">
                  <c:v>-3.5807292533718282E-5</c:v>
                </c:pt>
                <c:pt idx="4">
                  <c:v>-4.2317709358030697E-5</c:v>
                </c:pt>
                <c:pt idx="5">
                  <c:v>-4.5572917770186905E-5</c:v>
                </c:pt>
                <c:pt idx="6">
                  <c:v>-4.5572917770186905E-5</c:v>
                </c:pt>
                <c:pt idx="7">
                  <c:v>-4.5572917770186905E-5</c:v>
                </c:pt>
                <c:pt idx="8">
                  <c:v>-3.906250094587449E-5</c:v>
                </c:pt>
                <c:pt idx="9">
                  <c:v>6.510416824312415E-6</c:v>
                </c:pt>
                <c:pt idx="10">
                  <c:v>9.4401043952530017E-5</c:v>
                </c:pt>
                <c:pt idx="11">
                  <c:v>1.9856771314152866E-4</c:v>
                </c:pt>
                <c:pt idx="12">
                  <c:v>3.1901042439130833E-4</c:v>
                </c:pt>
                <c:pt idx="13">
                  <c:v>4.3945313564108801E-4</c:v>
                </c:pt>
                <c:pt idx="14">
                  <c:v>5.7617188895164873E-4</c:v>
                </c:pt>
                <c:pt idx="15">
                  <c:v>7.0312501702574082E-4</c:v>
                </c:pt>
                <c:pt idx="16">
                  <c:v>8.3984377033630153E-4</c:v>
                </c:pt>
                <c:pt idx="17">
                  <c:v>9.7330731523470604E-4</c:v>
                </c:pt>
                <c:pt idx="18">
                  <c:v>1.1197916937817354E-3</c:v>
                </c:pt>
                <c:pt idx="19">
                  <c:v>1.2500000302679837E-3</c:v>
                </c:pt>
                <c:pt idx="20">
                  <c:v>1.3769531583420758E-3</c:v>
                </c:pt>
                <c:pt idx="21">
                  <c:v>1.5104167032404803E-3</c:v>
                </c:pt>
                <c:pt idx="22">
                  <c:v>1.6503906649631972E-3</c:v>
                </c:pt>
                <c:pt idx="23">
                  <c:v>1.7545573341521958E-3</c:v>
                </c:pt>
                <c:pt idx="24">
                  <c:v>1.8782552538141317E-3</c:v>
                </c:pt>
                <c:pt idx="25">
                  <c:v>2.0117187987125362E-3</c:v>
                </c:pt>
                <c:pt idx="26">
                  <c:v>2.1354167183744721E-3</c:v>
                </c:pt>
                <c:pt idx="27">
                  <c:v>2.2688802632728766E-3</c:v>
                </c:pt>
                <c:pt idx="28">
                  <c:v>2.3925781829348125E-3</c:v>
                </c:pt>
                <c:pt idx="29">
                  <c:v>2.509765685772436E-3</c:v>
                </c:pt>
                <c:pt idx="30">
                  <c:v>2.6367188138465281E-3</c:v>
                </c:pt>
                <c:pt idx="31">
                  <c:v>2.7604167335084639E-3</c:v>
                </c:pt>
                <c:pt idx="32">
                  <c:v>2.8808594447582436E-3</c:v>
                </c:pt>
                <c:pt idx="33">
                  <c:v>3.0045573644201795E-3</c:v>
                </c:pt>
                <c:pt idx="34">
                  <c:v>3.138020909318584E-3</c:v>
                </c:pt>
                <c:pt idx="35">
                  <c:v>3.2649740373926761E-3</c:v>
                </c:pt>
                <c:pt idx="36">
                  <c:v>3.4375000832369551E-3</c:v>
                </c:pt>
                <c:pt idx="37">
                  <c:v>3.6002605038447655E-3</c:v>
                </c:pt>
                <c:pt idx="38">
                  <c:v>3.7565105076282634E-3</c:v>
                </c:pt>
                <c:pt idx="39">
                  <c:v>3.8997396777631366E-3</c:v>
                </c:pt>
                <c:pt idx="40">
                  <c:v>4.0397136394858535E-3</c:v>
                </c:pt>
                <c:pt idx="41">
                  <c:v>4.173177184384258E-3</c:v>
                </c:pt>
                <c:pt idx="42">
                  <c:v>4.3033855208705063E-3</c:v>
                </c:pt>
                <c:pt idx="43">
                  <c:v>4.4303386489445984E-3</c:v>
                </c:pt>
                <c:pt idx="44">
                  <c:v>4.5638021938430029E-3</c:v>
                </c:pt>
                <c:pt idx="45">
                  <c:v>4.707031363977876E-3</c:v>
                </c:pt>
                <c:pt idx="46">
                  <c:v>4.8567709509370616E-3</c:v>
                </c:pt>
                <c:pt idx="47">
                  <c:v>4.9902344958354661E-3</c:v>
                </c:pt>
                <c:pt idx="48">
                  <c:v>5.113932415497402E-3</c:v>
                </c:pt>
                <c:pt idx="49">
                  <c:v>5.208333459449932E-3</c:v>
                </c:pt>
                <c:pt idx="50">
                  <c:v>5.2962240865781496E-3</c:v>
                </c:pt>
                <c:pt idx="51">
                  <c:v>5.3645834632334299E-3</c:v>
                </c:pt>
                <c:pt idx="52">
                  <c:v>5.4264324230643979E-3</c:v>
                </c:pt>
                <c:pt idx="53">
                  <c:v>5.475260549246741E-3</c:v>
                </c:pt>
                <c:pt idx="54">
                  <c:v>5.5175782586047717E-3</c:v>
                </c:pt>
                <c:pt idx="55">
                  <c:v>5.5501303427263338E-3</c:v>
                </c:pt>
                <c:pt idx="56">
                  <c:v>5.5924480520843645E-3</c:v>
                </c:pt>
                <c:pt idx="57">
                  <c:v>5.6152345109694579E-3</c:v>
                </c:pt>
                <c:pt idx="58">
                  <c:v>5.6575522203274886E-3</c:v>
                </c:pt>
                <c:pt idx="59">
                  <c:v>5.6998699296855193E-3</c:v>
                </c:pt>
                <c:pt idx="60">
                  <c:v>5.725911596982769E-3</c:v>
                </c:pt>
                <c:pt idx="61">
                  <c:v>5.7356772222192376E-3</c:v>
                </c:pt>
                <c:pt idx="62">
                  <c:v>5.758463681104331E-3</c:v>
                </c:pt>
                <c:pt idx="63">
                  <c:v>5.7877605568137369E-3</c:v>
                </c:pt>
                <c:pt idx="64">
                  <c:v>5.8268230577596114E-3</c:v>
                </c:pt>
                <c:pt idx="65">
                  <c:v>5.8789063923541107E-3</c:v>
                </c:pt>
                <c:pt idx="66">
                  <c:v>5.9440105605972349E-3</c:v>
                </c:pt>
                <c:pt idx="67">
                  <c:v>6.009114728840359E-3</c:v>
                </c:pt>
                <c:pt idx="68">
                  <c:v>6.0742188970834832E-3</c:v>
                </c:pt>
                <c:pt idx="69">
                  <c:v>6.1458334821509197E-3</c:v>
                </c:pt>
                <c:pt idx="70">
                  <c:v>6.2076824419818877E-3</c:v>
                </c:pt>
                <c:pt idx="71">
                  <c:v>6.276041818637168E-3</c:v>
                </c:pt>
                <c:pt idx="72">
                  <c:v>6.3736980710018543E-3</c:v>
                </c:pt>
                <c:pt idx="73">
                  <c:v>6.4680991149543843E-3</c:v>
                </c:pt>
                <c:pt idx="74">
                  <c:v>6.5559897420826019E-3</c:v>
                </c:pt>
                <c:pt idx="75">
                  <c:v>6.6471355776229757E-3</c:v>
                </c:pt>
                <c:pt idx="76">
                  <c:v>6.7317709963390371E-3</c:v>
                </c:pt>
                <c:pt idx="77">
                  <c:v>6.8196616234672547E-3</c:v>
                </c:pt>
                <c:pt idx="78">
                  <c:v>6.9173178758319409E-3</c:v>
                </c:pt>
                <c:pt idx="79">
                  <c:v>7.0149741281966271E-3</c:v>
                </c:pt>
                <c:pt idx="80">
                  <c:v>7.1158855889734696E-3</c:v>
                </c:pt>
                <c:pt idx="81">
                  <c:v>7.216797049750312E-3</c:v>
                </c:pt>
                <c:pt idx="82">
                  <c:v>7.3177085105271544E-3</c:v>
                </c:pt>
                <c:pt idx="83">
                  <c:v>7.4121095544796844E-3</c:v>
                </c:pt>
                <c:pt idx="84">
                  <c:v>7.5162762236686831E-3</c:v>
                </c:pt>
                <c:pt idx="85">
                  <c:v>7.6204428928576817E-3</c:v>
                </c:pt>
                <c:pt idx="86">
                  <c:v>7.7311199788709928E-3</c:v>
                </c:pt>
                <c:pt idx="87">
                  <c:v>7.8385418564721476E-3</c:v>
                </c:pt>
                <c:pt idx="88">
                  <c:v>7.9459637340733025E-3</c:v>
                </c:pt>
                <c:pt idx="89">
                  <c:v>8.0468751948501449E-3</c:v>
                </c:pt>
                <c:pt idx="90">
                  <c:v>8.1380210303905187E-3</c:v>
                </c:pt>
                <c:pt idx="91">
                  <c:v>8.2259116575187363E-3</c:v>
                </c:pt>
                <c:pt idx="92">
                  <c:v>8.3170574930591101E-3</c:v>
                </c:pt>
                <c:pt idx="93">
                  <c:v>8.4114585370116401E-3</c:v>
                </c:pt>
                <c:pt idx="94">
                  <c:v>8.5123699977884826E-3</c:v>
                </c:pt>
                <c:pt idx="95">
                  <c:v>8.6165366669774812E-3</c:v>
                </c:pt>
                <c:pt idx="96">
                  <c:v>8.7272137529907923E-3</c:v>
                </c:pt>
                <c:pt idx="97">
                  <c:v>8.8346356305919471E-3</c:v>
                </c:pt>
                <c:pt idx="98">
                  <c:v>8.9680991754903516E-3</c:v>
                </c:pt>
                <c:pt idx="99">
                  <c:v>9.1048179288009123E-3</c:v>
                </c:pt>
                <c:pt idx="100">
                  <c:v>9.2545575157600979E-3</c:v>
                </c:pt>
                <c:pt idx="101">
                  <c:v>9.3912762690706586E-3</c:v>
                </c:pt>
                <c:pt idx="102">
                  <c:v>9.5182293971447507E-3</c:v>
                </c:pt>
                <c:pt idx="103">
                  <c:v>9.6582033588674676E-3</c:v>
                </c:pt>
                <c:pt idx="104">
                  <c:v>9.75911481964431E-3</c:v>
                </c:pt>
                <c:pt idx="105">
                  <c:v>9.7949221121780283E-3</c:v>
                </c:pt>
                <c:pt idx="106">
                  <c:v>9.7981773205901845E-3</c:v>
                </c:pt>
                <c:pt idx="107">
                  <c:v>9.7981773205901845E-3</c:v>
                </c:pt>
                <c:pt idx="108">
                  <c:v>9.804687737414497E-3</c:v>
                </c:pt>
                <c:pt idx="109">
                  <c:v>9.8079429458266532E-3</c:v>
                </c:pt>
                <c:pt idx="110">
                  <c:v>9.8111981542388094E-3</c:v>
                </c:pt>
                <c:pt idx="111">
                  <c:v>9.8079429458266532E-3</c:v>
                </c:pt>
                <c:pt idx="112">
                  <c:v>9.8079429458266532E-3</c:v>
                </c:pt>
                <c:pt idx="113">
                  <c:v>9.8144533626509656E-3</c:v>
                </c:pt>
                <c:pt idx="114">
                  <c:v>9.8404950299482152E-3</c:v>
                </c:pt>
                <c:pt idx="115">
                  <c:v>9.8600262804211525E-3</c:v>
                </c:pt>
                <c:pt idx="116">
                  <c:v>9.8665366972454649E-3</c:v>
                </c:pt>
                <c:pt idx="117">
                  <c:v>9.8697919056576211E-3</c:v>
                </c:pt>
                <c:pt idx="118">
                  <c:v>9.8697919056576211E-3</c:v>
                </c:pt>
                <c:pt idx="119">
                  <c:v>9.8697919056576211E-3</c:v>
                </c:pt>
                <c:pt idx="120">
                  <c:v>9.8697919056576211E-3</c:v>
                </c:pt>
                <c:pt idx="121">
                  <c:v>9.8697919056576211E-3</c:v>
                </c:pt>
                <c:pt idx="122">
                  <c:v>9.8697919056576211E-3</c:v>
                </c:pt>
                <c:pt idx="123">
                  <c:v>9.8697919056576211E-3</c:v>
                </c:pt>
                <c:pt idx="124">
                  <c:v>9.8697919056576211E-3</c:v>
                </c:pt>
                <c:pt idx="125">
                  <c:v>9.8665366972454649E-3</c:v>
                </c:pt>
                <c:pt idx="126">
                  <c:v>9.8665366972454649E-3</c:v>
                </c:pt>
                <c:pt idx="127">
                  <c:v>9.8665366972454649E-3</c:v>
                </c:pt>
                <c:pt idx="128">
                  <c:v>9.8665366972454649E-3</c:v>
                </c:pt>
                <c:pt idx="129">
                  <c:v>9.8665366972454649E-3</c:v>
                </c:pt>
                <c:pt idx="130">
                  <c:v>9.8795575308940897E-3</c:v>
                </c:pt>
                <c:pt idx="131">
                  <c:v>9.9055991981913394E-3</c:v>
                </c:pt>
                <c:pt idx="132">
                  <c:v>9.9218752402521204E-3</c:v>
                </c:pt>
                <c:pt idx="133">
                  <c:v>9.9251304486642766E-3</c:v>
                </c:pt>
                <c:pt idx="134">
                  <c:v>9.9283856570764328E-3</c:v>
                </c:pt>
                <c:pt idx="135">
                  <c:v>9.9251304486642766E-3</c:v>
                </c:pt>
                <c:pt idx="136">
                  <c:v>9.9121096150156518E-3</c:v>
                </c:pt>
                <c:pt idx="137">
                  <c:v>9.915364823427808E-3</c:v>
                </c:pt>
                <c:pt idx="138">
                  <c:v>9.9218752402521204E-3</c:v>
                </c:pt>
                <c:pt idx="139">
                  <c:v>9.9251304486642766E-3</c:v>
                </c:pt>
                <c:pt idx="140">
                  <c:v>9.9283856570764328E-3</c:v>
                </c:pt>
                <c:pt idx="141">
                  <c:v>9.9283856570764328E-3</c:v>
                </c:pt>
                <c:pt idx="142">
                  <c:v>9.931640865488589E-3</c:v>
                </c:pt>
                <c:pt idx="143">
                  <c:v>9.9544273243736825E-3</c:v>
                </c:pt>
                <c:pt idx="144">
                  <c:v>9.9739585748466197E-3</c:v>
                </c:pt>
                <c:pt idx="145">
                  <c:v>9.9804689916709322E-3</c:v>
                </c:pt>
                <c:pt idx="146">
                  <c:v>1.0813802345182921E-2</c:v>
                </c:pt>
                <c:pt idx="147">
                  <c:v>1.2822265935483301E-2</c:v>
                </c:pt>
                <c:pt idx="148">
                  <c:v>1.4026693047981098E-2</c:v>
                </c:pt>
                <c:pt idx="149">
                  <c:v>1.4440104516324936E-2</c:v>
                </c:pt>
                <c:pt idx="150">
                  <c:v>1.4514974309804529E-2</c:v>
                </c:pt>
                <c:pt idx="151">
                  <c:v>1.4501953476155904E-2</c:v>
                </c:pt>
                <c:pt idx="152">
                  <c:v>1.4482422225682967E-2</c:v>
                </c:pt>
                <c:pt idx="153">
                  <c:v>1.4479167017270811E-2</c:v>
                </c:pt>
                <c:pt idx="154">
                  <c:v>1.4580078478047653E-2</c:v>
                </c:pt>
                <c:pt idx="155">
                  <c:v>1.5227864952066739E-2</c:v>
                </c:pt>
                <c:pt idx="156">
                  <c:v>1.5735677464363107E-2</c:v>
                </c:pt>
                <c:pt idx="157">
                  <c:v>1.5927734760680323E-2</c:v>
                </c:pt>
                <c:pt idx="158">
                  <c:v>1.5989583720511291E-2</c:v>
                </c:pt>
                <c:pt idx="159">
                  <c:v>1.6002604554159916E-2</c:v>
                </c:pt>
                <c:pt idx="160">
                  <c:v>1.6005859762572072E-2</c:v>
                </c:pt>
                <c:pt idx="161">
                  <c:v>1.6009114970984228E-2</c:v>
                </c:pt>
                <c:pt idx="162">
                  <c:v>1.6279297269193194E-2</c:v>
                </c:pt>
                <c:pt idx="163">
                  <c:v>1.6826172282435437E-2</c:v>
                </c:pt>
                <c:pt idx="164">
                  <c:v>1.7112630622705183E-2</c:v>
                </c:pt>
                <c:pt idx="165">
                  <c:v>1.7203776458245557E-2</c:v>
                </c:pt>
                <c:pt idx="166">
                  <c:v>1.72526045844279E-2</c:v>
                </c:pt>
                <c:pt idx="167">
                  <c:v>1.7285156668549462E-2</c:v>
                </c:pt>
                <c:pt idx="168">
                  <c:v>1.7574870217231364E-2</c:v>
                </c:pt>
                <c:pt idx="169">
                  <c:v>1.8040365020169702E-2</c:v>
                </c:pt>
                <c:pt idx="170">
                  <c:v>1.8287760859493574E-2</c:v>
                </c:pt>
                <c:pt idx="171">
                  <c:v>1.8365885861385323E-2</c:v>
                </c:pt>
                <c:pt idx="172">
                  <c:v>1.8388672320270416E-2</c:v>
                </c:pt>
                <c:pt idx="173">
                  <c:v>1.841145877915551E-2</c:v>
                </c:pt>
                <c:pt idx="174">
                  <c:v>1.8606771283884882E-2</c:v>
                </c:pt>
                <c:pt idx="175">
                  <c:v>1.9108073379356938E-2</c:v>
                </c:pt>
                <c:pt idx="176">
                  <c:v>1.9414062970099621E-2</c:v>
                </c:pt>
                <c:pt idx="177">
                  <c:v>1.9511719222464308E-2</c:v>
                </c:pt>
                <c:pt idx="178">
                  <c:v>1.9527995264525089E-2</c:v>
                </c:pt>
                <c:pt idx="179">
                  <c:v>1.9537760889761557E-2</c:v>
                </c:pt>
                <c:pt idx="180">
                  <c:v>1.9547526514998026E-2</c:v>
                </c:pt>
                <c:pt idx="181">
                  <c:v>1.9876302564625803E-2</c:v>
                </c:pt>
                <c:pt idx="182">
                  <c:v>2.0364583826449234E-2</c:v>
                </c:pt>
                <c:pt idx="183">
                  <c:v>2.0598958832124481E-2</c:v>
                </c:pt>
                <c:pt idx="184">
                  <c:v>2.0670573417191918E-2</c:v>
                </c:pt>
                <c:pt idx="185">
                  <c:v>2.0686849459252699E-2</c:v>
                </c:pt>
                <c:pt idx="186">
                  <c:v>2.0693359876077011E-2</c:v>
                </c:pt>
                <c:pt idx="187">
                  <c:v>2.0686849459252699E-2</c:v>
                </c:pt>
                <c:pt idx="188">
                  <c:v>2.098632863317107E-2</c:v>
                </c:pt>
                <c:pt idx="189">
                  <c:v>2.1445313019285095E-2</c:v>
                </c:pt>
                <c:pt idx="190">
                  <c:v>2.1686198441784654E-2</c:v>
                </c:pt>
                <c:pt idx="191">
                  <c:v>2.1777344277325028E-2</c:v>
                </c:pt>
                <c:pt idx="192">
                  <c:v>2.1826172403507371E-2</c:v>
                </c:pt>
                <c:pt idx="193">
                  <c:v>2.1848958862392465E-2</c:v>
                </c:pt>
                <c:pt idx="194">
                  <c:v>2.2135417202662211E-2</c:v>
                </c:pt>
                <c:pt idx="195">
                  <c:v>2.2574870338303299E-2</c:v>
                </c:pt>
                <c:pt idx="196">
                  <c:v>2.2812500552390702E-2</c:v>
                </c:pt>
                <c:pt idx="197">
                  <c:v>2.2897135971106763E-2</c:v>
                </c:pt>
                <c:pt idx="198">
                  <c:v>2.2916667221579701E-2</c:v>
                </c:pt>
                <c:pt idx="199">
                  <c:v>2.2913412013167545E-2</c:v>
                </c:pt>
                <c:pt idx="200">
                  <c:v>2.3040365141241637E-2</c:v>
                </c:pt>
                <c:pt idx="201">
                  <c:v>2.3525391194652912E-2</c:v>
                </c:pt>
                <c:pt idx="202">
                  <c:v>2.3837891202219907E-2</c:v>
                </c:pt>
                <c:pt idx="203">
                  <c:v>2.3955078705057531E-2</c:v>
                </c:pt>
                <c:pt idx="204">
                  <c:v>2.3981120372354781E-2</c:v>
                </c:pt>
                <c:pt idx="205">
                  <c:v>2.3977865163942624E-2</c:v>
                </c:pt>
                <c:pt idx="206">
                  <c:v>2.4029948498537124E-2</c:v>
                </c:pt>
                <c:pt idx="207">
                  <c:v>2.4459636008941743E-2</c:v>
                </c:pt>
                <c:pt idx="208">
                  <c:v>2.4807943309042457E-2</c:v>
                </c:pt>
                <c:pt idx="209">
                  <c:v>2.4947917270765174E-2</c:v>
                </c:pt>
                <c:pt idx="210">
                  <c:v>2.4980469354886736E-2</c:v>
                </c:pt>
                <c:pt idx="211">
                  <c:v>2.4983724563298892E-2</c:v>
                </c:pt>
                <c:pt idx="212">
                  <c:v>2.509765685772436E-2</c:v>
                </c:pt>
                <c:pt idx="213">
                  <c:v>2.5524089159716823E-2</c:v>
                </c:pt>
                <c:pt idx="214">
                  <c:v>2.5807292291574413E-2</c:v>
                </c:pt>
                <c:pt idx="215">
                  <c:v>2.5914714169175568E-2</c:v>
                </c:pt>
                <c:pt idx="216">
                  <c:v>2.594726625329713E-2</c:v>
                </c:pt>
                <c:pt idx="217">
                  <c:v>2.5966797503770067E-2</c:v>
                </c:pt>
                <c:pt idx="218">
                  <c:v>2.6145833966438659E-2</c:v>
                </c:pt>
                <c:pt idx="219">
                  <c:v>2.6520182933836622E-2</c:v>
                </c:pt>
                <c:pt idx="220">
                  <c:v>2.6754557939511869E-2</c:v>
                </c:pt>
                <c:pt idx="221">
                  <c:v>2.6845703775052243E-2</c:v>
                </c:pt>
                <c:pt idx="222">
                  <c:v>2.6875000650761649E-2</c:v>
                </c:pt>
                <c:pt idx="223">
                  <c:v>2.7171224616267864E-2</c:v>
                </c:pt>
                <c:pt idx="224">
                  <c:v>2.7555339208902296E-2</c:v>
                </c:pt>
                <c:pt idx="225">
                  <c:v>2.7708334004273638E-2</c:v>
                </c:pt>
                <c:pt idx="226">
                  <c:v>2.7753906922043825E-2</c:v>
                </c:pt>
                <c:pt idx="227">
                  <c:v>2.7763672547280294E-2</c:v>
                </c:pt>
                <c:pt idx="228">
                  <c:v>2.77929694229897E-2</c:v>
                </c:pt>
                <c:pt idx="229">
                  <c:v>2.7809245465050481E-2</c:v>
                </c:pt>
                <c:pt idx="230">
                  <c:v>2.7779948589341075E-2</c:v>
                </c:pt>
                <c:pt idx="231">
                  <c:v>2.7757162130455981E-2</c:v>
                </c:pt>
                <c:pt idx="232">
                  <c:v>2.7773438172516762E-2</c:v>
                </c:pt>
                <c:pt idx="233">
                  <c:v>2.77929694229897E-2</c:v>
                </c:pt>
                <c:pt idx="234">
                  <c:v>2.7802735048226168E-2</c:v>
                </c:pt>
                <c:pt idx="235">
                  <c:v>2.7845052757584199E-2</c:v>
                </c:pt>
                <c:pt idx="236">
                  <c:v>2.7890625675354386E-2</c:v>
                </c:pt>
                <c:pt idx="237">
                  <c:v>2.7018229820896522E-2</c:v>
                </c:pt>
                <c:pt idx="238">
                  <c:v>2.6998698570423585E-2</c:v>
                </c:pt>
                <c:pt idx="239">
                  <c:v>2.7522787124780734E-2</c:v>
                </c:pt>
                <c:pt idx="240">
                  <c:v>2.805013088755004E-2</c:v>
                </c:pt>
                <c:pt idx="241">
                  <c:v>2.8750000696163625E-2</c:v>
                </c:pt>
                <c:pt idx="242">
                  <c:v>2.9134115288798057E-2</c:v>
                </c:pt>
                <c:pt idx="243">
                  <c:v>2.9264323625284305E-2</c:v>
                </c:pt>
                <c:pt idx="244">
                  <c:v>2.930338612623018E-2</c:v>
                </c:pt>
                <c:pt idx="245">
                  <c:v>2.9329427793527429E-2</c:v>
                </c:pt>
                <c:pt idx="246">
                  <c:v>2.9443360087952897E-2</c:v>
                </c:pt>
                <c:pt idx="247">
                  <c:v>2.854817777460994E-2</c:v>
                </c:pt>
                <c:pt idx="248">
                  <c:v>2.7060547530254553E-2</c:v>
                </c:pt>
                <c:pt idx="249">
                  <c:v>2.7317708994814893E-2</c:v>
                </c:pt>
                <c:pt idx="250">
                  <c:v>2.7607422543496796E-2</c:v>
                </c:pt>
                <c:pt idx="251">
                  <c:v>2.6012370421540254E-2</c:v>
                </c:pt>
                <c:pt idx="252">
                  <c:v>2.5836589167283819E-2</c:v>
                </c:pt>
                <c:pt idx="253">
                  <c:v>2.4742839140799333E-2</c:v>
                </c:pt>
                <c:pt idx="254">
                  <c:v>2.350911515259213E-2</c:v>
                </c:pt>
                <c:pt idx="255">
                  <c:v>2.2945964097289107E-2</c:v>
                </c:pt>
                <c:pt idx="256">
                  <c:v>2.2783203676681296E-2</c:v>
                </c:pt>
                <c:pt idx="257">
                  <c:v>2.2766927634620515E-2</c:v>
                </c:pt>
                <c:pt idx="258">
                  <c:v>2.280599013556639E-2</c:v>
                </c:pt>
                <c:pt idx="259">
                  <c:v>2.3238932854383165E-2</c:v>
                </c:pt>
                <c:pt idx="260">
                  <c:v>2.3645833905902691E-2</c:v>
                </c:pt>
                <c:pt idx="261">
                  <c:v>2.381835995174697E-2</c:v>
                </c:pt>
                <c:pt idx="262">
                  <c:v>2.3896484953638719E-2</c:v>
                </c:pt>
                <c:pt idx="263">
                  <c:v>2.4173177668671997E-2</c:v>
                </c:pt>
                <c:pt idx="264">
                  <c:v>2.4423828716408025E-2</c:v>
                </c:pt>
                <c:pt idx="265">
                  <c:v>2.4544271427657804E-2</c:v>
                </c:pt>
                <c:pt idx="266">
                  <c:v>2.4749349557623646E-2</c:v>
                </c:pt>
                <c:pt idx="267">
                  <c:v>2.5074870398839266E-2</c:v>
                </c:pt>
                <c:pt idx="268">
                  <c:v>2.5263672486744326E-2</c:v>
                </c:pt>
                <c:pt idx="269">
                  <c:v>2.53548183222847E-2</c:v>
                </c:pt>
                <c:pt idx="270">
                  <c:v>2.5615234995257197E-2</c:v>
                </c:pt>
                <c:pt idx="271">
                  <c:v>2.5869141251405381E-2</c:v>
                </c:pt>
                <c:pt idx="272">
                  <c:v>2.5999349587891629E-2</c:v>
                </c:pt>
                <c:pt idx="273">
                  <c:v>2.6197917301033158E-2</c:v>
                </c:pt>
                <c:pt idx="274">
                  <c:v>2.6494141266539373E-2</c:v>
                </c:pt>
                <c:pt idx="275">
                  <c:v>2.6643880853498558E-2</c:v>
                </c:pt>
                <c:pt idx="276">
                  <c:v>2.6783854815221275E-2</c:v>
                </c:pt>
                <c:pt idx="277">
                  <c:v>2.7073568363903178E-2</c:v>
                </c:pt>
                <c:pt idx="278">
                  <c:v>2.7272136077044706E-2</c:v>
                </c:pt>
                <c:pt idx="279">
                  <c:v>2.7366537120997236E-2</c:v>
                </c:pt>
                <c:pt idx="280">
                  <c:v>2.7447917331301142E-2</c:v>
                </c:pt>
                <c:pt idx="281">
                  <c:v>2.7679037128564232E-2</c:v>
                </c:pt>
                <c:pt idx="282">
                  <c:v>2.788737046694223E-2</c:v>
                </c:pt>
                <c:pt idx="283">
                  <c:v>2.8108724638968852E-2</c:v>
                </c:pt>
                <c:pt idx="284">
                  <c:v>2.8294271518461755E-2</c:v>
                </c:pt>
                <c:pt idx="285">
                  <c:v>2.8398438187650754E-2</c:v>
                </c:pt>
                <c:pt idx="286">
                  <c:v>2.8597005900792283E-2</c:v>
                </c:pt>
                <c:pt idx="287">
                  <c:v>2.8815104864406749E-2</c:v>
                </c:pt>
                <c:pt idx="288">
                  <c:v>2.8919271533595747E-2</c:v>
                </c:pt>
                <c:pt idx="289">
                  <c:v>2.8964844451365934E-2</c:v>
                </c:pt>
                <c:pt idx="290">
                  <c:v>2.8964844451365934E-2</c:v>
                </c:pt>
                <c:pt idx="291">
                  <c:v>2.8951823617717309E-2</c:v>
                </c:pt>
                <c:pt idx="292">
                  <c:v>2.8948568409305153E-2</c:v>
                </c:pt>
                <c:pt idx="293">
                  <c:v>2.8961589242953778E-2</c:v>
                </c:pt>
                <c:pt idx="294">
                  <c:v>2.8974610076602403E-2</c:v>
                </c:pt>
                <c:pt idx="295">
                  <c:v>2.8981120493426715E-2</c:v>
                </c:pt>
                <c:pt idx="296">
                  <c:v>2.8987630910251028E-2</c:v>
                </c:pt>
                <c:pt idx="297">
                  <c:v>2.9235026749574899E-2</c:v>
                </c:pt>
                <c:pt idx="298">
                  <c:v>2.9619141342209332E-2</c:v>
                </c:pt>
                <c:pt idx="299">
                  <c:v>2.9827474680587329E-2</c:v>
                </c:pt>
                <c:pt idx="300">
                  <c:v>2.9980469475958671E-2</c:v>
                </c:pt>
                <c:pt idx="301">
                  <c:v>3.0234375732106855E-2</c:v>
                </c:pt>
                <c:pt idx="302">
                  <c:v>3.0413412194775447E-2</c:v>
                </c:pt>
                <c:pt idx="303">
                  <c:v>3.0491537196667196E-2</c:v>
                </c:pt>
                <c:pt idx="304">
                  <c:v>3.0520834072376601E-2</c:v>
                </c:pt>
                <c:pt idx="305">
                  <c:v>3.0527344489200914E-2</c:v>
                </c:pt>
                <c:pt idx="306">
                  <c:v>3.0524089280788758E-2</c:v>
                </c:pt>
                <c:pt idx="307">
                  <c:v>3.0520834072376601E-2</c:v>
                </c:pt>
                <c:pt idx="308">
                  <c:v>3.0533854906025226E-2</c:v>
                </c:pt>
                <c:pt idx="309">
                  <c:v>3.0559896573322476E-2</c:v>
                </c:pt>
                <c:pt idx="310">
                  <c:v>3.0576172615383257E-2</c:v>
                </c:pt>
                <c:pt idx="311">
                  <c:v>3.0735677827578911E-2</c:v>
                </c:pt>
                <c:pt idx="312">
                  <c:v>3.1106771586564719E-2</c:v>
                </c:pt>
                <c:pt idx="313">
                  <c:v>3.1328125758591341E-2</c:v>
                </c:pt>
                <c:pt idx="314">
                  <c:v>3.150065180443562E-2</c:v>
                </c:pt>
                <c:pt idx="315">
                  <c:v>3.1803386186766147E-2</c:v>
                </c:pt>
                <c:pt idx="316">
                  <c:v>3.2014974733556301E-2</c:v>
                </c:pt>
                <c:pt idx="317">
                  <c:v>3.2109375777508831E-2</c:v>
                </c:pt>
                <c:pt idx="318">
                  <c:v>3.2340495574771921E-2</c:v>
                </c:pt>
                <c:pt idx="319">
                  <c:v>3.25651049552107E-2</c:v>
                </c:pt>
                <c:pt idx="320">
                  <c:v>3.2675782041224011E-2</c:v>
                </c:pt>
                <c:pt idx="321">
                  <c:v>3.2705078916933417E-2</c:v>
                </c:pt>
                <c:pt idx="322">
                  <c:v>3.2708334125345573E-2</c:v>
                </c:pt>
                <c:pt idx="323">
                  <c:v>3.2705078916933417E-2</c:v>
                </c:pt>
                <c:pt idx="324">
                  <c:v>3.2705078916933417E-2</c:v>
                </c:pt>
                <c:pt idx="325">
                  <c:v>3.2705078916933417E-2</c:v>
                </c:pt>
                <c:pt idx="326">
                  <c:v>3.2711589333757729E-2</c:v>
                </c:pt>
                <c:pt idx="327">
                  <c:v>3.2714844542169885E-2</c:v>
                </c:pt>
                <c:pt idx="328">
                  <c:v>3.284830808706829E-2</c:v>
                </c:pt>
                <c:pt idx="329">
                  <c:v>3.3248698721763503E-2</c:v>
                </c:pt>
                <c:pt idx="330">
                  <c:v>3.3522136228384625E-2</c:v>
                </c:pt>
                <c:pt idx="331">
                  <c:v>3.3668620606931654E-2</c:v>
                </c:pt>
                <c:pt idx="332">
                  <c:v>3.3899740404194745E-2</c:v>
                </c:pt>
                <c:pt idx="333">
                  <c:v>3.4065756033214711E-2</c:v>
                </c:pt>
                <c:pt idx="334">
                  <c:v>3.4208985203349584E-2</c:v>
                </c:pt>
                <c:pt idx="335">
                  <c:v>3.4443360209024831E-2</c:v>
                </c:pt>
                <c:pt idx="336">
                  <c:v>3.4593099795984017E-2</c:v>
                </c:pt>
                <c:pt idx="337">
                  <c:v>3.4648438338990672E-2</c:v>
                </c:pt>
                <c:pt idx="338">
                  <c:v>3.4658203964227141E-2</c:v>
                </c:pt>
                <c:pt idx="339">
                  <c:v>3.4654948755814985E-2</c:v>
                </c:pt>
                <c:pt idx="340">
                  <c:v>3.4654948755814985E-2</c:v>
                </c:pt>
                <c:pt idx="341">
                  <c:v>3.4664714381051454E-2</c:v>
                </c:pt>
                <c:pt idx="342">
                  <c:v>3.4680990423112235E-2</c:v>
                </c:pt>
                <c:pt idx="343">
                  <c:v>3.4798177925949858E-2</c:v>
                </c:pt>
                <c:pt idx="344">
                  <c:v>3.5126953975577635E-2</c:v>
                </c:pt>
                <c:pt idx="345">
                  <c:v>3.5364584189665038E-2</c:v>
                </c:pt>
                <c:pt idx="346">
                  <c:v>3.5537110235509317E-2</c:v>
                </c:pt>
                <c:pt idx="347">
                  <c:v>3.5771485241184564E-2</c:v>
                </c:pt>
                <c:pt idx="348">
                  <c:v>3.5940756078616687E-2</c:v>
                </c:pt>
                <c:pt idx="349">
                  <c:v>3.6048177956217842E-2</c:v>
                </c:pt>
                <c:pt idx="350">
                  <c:v>3.6103516499224497E-2</c:v>
                </c:pt>
                <c:pt idx="351">
                  <c:v>3.6123047749697434E-2</c:v>
                </c:pt>
                <c:pt idx="352">
                  <c:v>3.6129558166521747E-2</c:v>
                </c:pt>
                <c:pt idx="353">
                  <c:v>3.6129558166521747E-2</c:v>
                </c:pt>
                <c:pt idx="354">
                  <c:v>3.6129558166521747E-2</c:v>
                </c:pt>
                <c:pt idx="355">
                  <c:v>3.6155599833818997E-2</c:v>
                </c:pt>
                <c:pt idx="356">
                  <c:v>3.646158942456168E-2</c:v>
                </c:pt>
                <c:pt idx="357">
                  <c:v>3.6751302973243583E-2</c:v>
                </c:pt>
                <c:pt idx="358">
                  <c:v>3.6914063393851393E-2</c:v>
                </c:pt>
                <c:pt idx="359">
                  <c:v>3.7151693607938796E-2</c:v>
                </c:pt>
                <c:pt idx="360">
                  <c:v>3.7366537363141106E-2</c:v>
                </c:pt>
                <c:pt idx="361">
                  <c:v>3.7519532158512447E-2</c:v>
                </c:pt>
                <c:pt idx="362">
                  <c:v>3.7724610288478289E-2</c:v>
                </c:pt>
                <c:pt idx="363">
                  <c:v>3.7874349875437474E-2</c:v>
                </c:pt>
                <c:pt idx="364">
                  <c:v>3.792968841844413E-2</c:v>
                </c:pt>
                <c:pt idx="365">
                  <c:v>3.7945964460504911E-2</c:v>
                </c:pt>
                <c:pt idx="366">
                  <c:v>3.7952474877329223E-2</c:v>
                </c:pt>
                <c:pt idx="367">
                  <c:v>3.7949219668917067E-2</c:v>
                </c:pt>
                <c:pt idx="368">
                  <c:v>3.792968841844413E-2</c:v>
                </c:pt>
                <c:pt idx="369">
                  <c:v>3.792968841844413E-2</c:v>
                </c:pt>
                <c:pt idx="370">
                  <c:v>3.8151042590470752E-2</c:v>
                </c:pt>
                <c:pt idx="371">
                  <c:v>3.8489584265334997E-2</c:v>
                </c:pt>
                <c:pt idx="372">
                  <c:v>3.8697917603712995E-2</c:v>
                </c:pt>
                <c:pt idx="373">
                  <c:v>3.8863933232732961E-2</c:v>
                </c:pt>
                <c:pt idx="374">
                  <c:v>3.908854261317174E-2</c:v>
                </c:pt>
                <c:pt idx="375">
                  <c:v>3.9264323867428175E-2</c:v>
                </c:pt>
                <c:pt idx="376">
                  <c:v>3.9397787412326579E-2</c:v>
                </c:pt>
                <c:pt idx="377">
                  <c:v>3.9495443664691265E-2</c:v>
                </c:pt>
                <c:pt idx="378">
                  <c:v>3.9537761374049296E-2</c:v>
                </c:pt>
                <c:pt idx="379">
                  <c:v>3.9550782207697921E-2</c:v>
                </c:pt>
                <c:pt idx="380">
                  <c:v>3.9550782207697921E-2</c:v>
                </c:pt>
                <c:pt idx="381">
                  <c:v>3.9550782207697921E-2</c:v>
                </c:pt>
                <c:pt idx="382">
                  <c:v>3.9550782207697921E-2</c:v>
                </c:pt>
                <c:pt idx="383">
                  <c:v>3.9733073878778669E-2</c:v>
                </c:pt>
                <c:pt idx="384">
                  <c:v>4.0097657220940164E-2</c:v>
                </c:pt>
                <c:pt idx="385">
                  <c:v>4.0325521809791098E-2</c:v>
                </c:pt>
                <c:pt idx="386">
                  <c:v>4.0566407232290658E-2</c:v>
                </c:pt>
                <c:pt idx="387">
                  <c:v>4.076171973702003E-2</c:v>
                </c:pt>
                <c:pt idx="388">
                  <c:v>4.0904948907154903E-2</c:v>
                </c:pt>
                <c:pt idx="389">
                  <c:v>4.1074219744587026E-2</c:v>
                </c:pt>
                <c:pt idx="390">
                  <c:v>4.1243490582019149E-2</c:v>
                </c:pt>
                <c:pt idx="391">
                  <c:v>4.132812600073521E-2</c:v>
                </c:pt>
                <c:pt idx="392">
                  <c:v>4.1367188501681085E-2</c:v>
                </c:pt>
                <c:pt idx="393">
                  <c:v>4.138020933532971E-2</c:v>
                </c:pt>
                <c:pt idx="394">
                  <c:v>4.138020933532971E-2</c:v>
                </c:pt>
                <c:pt idx="395">
                  <c:v>4.138020933532971E-2</c:v>
                </c:pt>
                <c:pt idx="396">
                  <c:v>4.1484376004518708E-2</c:v>
                </c:pt>
                <c:pt idx="397">
                  <c:v>4.1780599970024923E-2</c:v>
                </c:pt>
                <c:pt idx="398">
                  <c:v>4.2034506226173107E-2</c:v>
                </c:pt>
                <c:pt idx="399">
                  <c:v>4.2249349981375417E-2</c:v>
                </c:pt>
                <c:pt idx="400">
                  <c:v>4.2399089568334603E-2</c:v>
                </c:pt>
                <c:pt idx="401">
                  <c:v>4.2574870822591038E-2</c:v>
                </c:pt>
                <c:pt idx="402">
                  <c:v>4.2828777078739222E-2</c:v>
                </c:pt>
                <c:pt idx="403">
                  <c:v>4.298502708252272E-2</c:v>
                </c:pt>
                <c:pt idx="404">
                  <c:v>4.3063152084414469E-2</c:v>
                </c:pt>
                <c:pt idx="405">
                  <c:v>4.3082683334887406E-2</c:v>
                </c:pt>
                <c:pt idx="406">
                  <c:v>4.3089193751711719E-2</c:v>
                </c:pt>
                <c:pt idx="407">
                  <c:v>4.3089193751711719E-2</c:v>
                </c:pt>
                <c:pt idx="408">
                  <c:v>4.3082683334887406E-2</c:v>
                </c:pt>
                <c:pt idx="409">
                  <c:v>4.3141277086306218E-2</c:v>
                </c:pt>
                <c:pt idx="410">
                  <c:v>4.3489584386406932E-2</c:v>
                </c:pt>
                <c:pt idx="411">
                  <c:v>4.3753256267791585E-2</c:v>
                </c:pt>
                <c:pt idx="412">
                  <c:v>4.395507918934527E-2</c:v>
                </c:pt>
                <c:pt idx="413">
                  <c:v>4.4163412527723267E-2</c:v>
                </c:pt>
                <c:pt idx="414">
                  <c:v>4.4329428156743234E-2</c:v>
                </c:pt>
                <c:pt idx="415">
                  <c:v>4.4501954202587513E-2</c:v>
                </c:pt>
                <c:pt idx="416">
                  <c:v>4.4671225040019635E-2</c:v>
                </c:pt>
                <c:pt idx="417">
                  <c:v>4.4762370875560009E-2</c:v>
                </c:pt>
                <c:pt idx="418">
                  <c:v>4.4798178168093727E-2</c:v>
                </c:pt>
                <c:pt idx="419">
                  <c:v>4.480468858491804E-2</c:v>
                </c:pt>
                <c:pt idx="420">
                  <c:v>4.480468858491804E-2</c:v>
                </c:pt>
                <c:pt idx="421">
                  <c:v>4.4801433376505884E-2</c:v>
                </c:pt>
                <c:pt idx="422">
                  <c:v>4.4918620879343507E-2</c:v>
                </c:pt>
                <c:pt idx="423">
                  <c:v>4.5221355261674034E-2</c:v>
                </c:pt>
                <c:pt idx="424">
                  <c:v>4.5445964642112813E-2</c:v>
                </c:pt>
                <c:pt idx="425">
                  <c:v>4.565429798049081E-2</c:v>
                </c:pt>
                <c:pt idx="426">
                  <c:v>4.5895183402990369E-2</c:v>
                </c:pt>
                <c:pt idx="427">
                  <c:v>4.6083985490895429E-2</c:v>
                </c:pt>
                <c:pt idx="428">
                  <c:v>4.6223959452618146E-2</c:v>
                </c:pt>
                <c:pt idx="429">
                  <c:v>4.6367188622753019E-2</c:v>
                </c:pt>
                <c:pt idx="430">
                  <c:v>4.6497396959239268E-2</c:v>
                </c:pt>
                <c:pt idx="431">
                  <c:v>4.6559245919070236E-2</c:v>
                </c:pt>
                <c:pt idx="432">
                  <c:v>4.6585287586367485E-2</c:v>
                </c:pt>
                <c:pt idx="433">
                  <c:v>4.6595053211603954E-2</c:v>
                </c:pt>
                <c:pt idx="434">
                  <c:v>4.6601563628428266E-2</c:v>
                </c:pt>
                <c:pt idx="435">
                  <c:v>4.6634115712549828E-2</c:v>
                </c:pt>
                <c:pt idx="436">
                  <c:v>4.6917318844407419E-2</c:v>
                </c:pt>
                <c:pt idx="437">
                  <c:v>4.7194011559440696E-2</c:v>
                </c:pt>
                <c:pt idx="438">
                  <c:v>4.73795584389336E-2</c:v>
                </c:pt>
                <c:pt idx="439">
                  <c:v>4.7581381360487285E-2</c:v>
                </c:pt>
                <c:pt idx="440">
                  <c:v>4.7792969907277438E-2</c:v>
                </c:pt>
                <c:pt idx="441">
                  <c:v>4.7975261578358186E-2</c:v>
                </c:pt>
                <c:pt idx="442">
                  <c:v>4.8212891792445589E-2</c:v>
                </c:pt>
                <c:pt idx="443">
                  <c:v>4.8359376170992618E-2</c:v>
                </c:pt>
                <c:pt idx="444">
                  <c:v>4.8430990756060055E-2</c:v>
                </c:pt>
                <c:pt idx="445">
                  <c:v>4.8457032423357305E-2</c:v>
                </c:pt>
                <c:pt idx="446">
                  <c:v>4.8463542840181617E-2</c:v>
                </c:pt>
                <c:pt idx="447">
                  <c:v>4.8463542840181617E-2</c:v>
                </c:pt>
                <c:pt idx="448">
                  <c:v>4.8460287631769461E-2</c:v>
                </c:pt>
                <c:pt idx="449">
                  <c:v>4.8489584507478867E-2</c:v>
                </c:pt>
                <c:pt idx="450">
                  <c:v>4.8779298056160769E-2</c:v>
                </c:pt>
                <c:pt idx="451">
                  <c:v>4.9049480354369734E-2</c:v>
                </c:pt>
                <c:pt idx="452">
                  <c:v>4.9261068901159888E-2</c:v>
                </c:pt>
                <c:pt idx="453">
                  <c:v>4.948242307318651E-2</c:v>
                </c:pt>
                <c:pt idx="454">
                  <c:v>4.9651693910618633E-2</c:v>
                </c:pt>
                <c:pt idx="455">
                  <c:v>4.9804688705989975E-2</c:v>
                </c:pt>
                <c:pt idx="456">
                  <c:v>5.0013022044367972E-2</c:v>
                </c:pt>
                <c:pt idx="457">
                  <c:v>5.0172527256563626E-2</c:v>
                </c:pt>
                <c:pt idx="458">
                  <c:v>5.0263673092104E-2</c:v>
                </c:pt>
                <c:pt idx="459">
                  <c:v>5.0292969967813406E-2</c:v>
                </c:pt>
                <c:pt idx="460">
                  <c:v>5.0302735593049874E-2</c:v>
                </c:pt>
                <c:pt idx="461">
                  <c:v>5.0305990801462031E-2</c:v>
                </c:pt>
                <c:pt idx="462">
                  <c:v>5.0305990801462031E-2</c:v>
                </c:pt>
                <c:pt idx="463">
                  <c:v>5.0319011635110655E-2</c:v>
                </c:pt>
                <c:pt idx="464">
                  <c:v>5.0507813723015715E-2</c:v>
                </c:pt>
                <c:pt idx="465">
                  <c:v>5.0823568938994867E-2</c:v>
                </c:pt>
                <c:pt idx="466">
                  <c:v>5.1041667902609333E-2</c:v>
                </c:pt>
                <c:pt idx="467">
                  <c:v>5.1295574158757518E-2</c:v>
                </c:pt>
                <c:pt idx="468">
                  <c:v>5.1484376246662578E-2</c:v>
                </c:pt>
                <c:pt idx="469">
                  <c:v>5.1604818957912357E-2</c:v>
                </c:pt>
                <c:pt idx="470">
                  <c:v>5.1806641879466042E-2</c:v>
                </c:pt>
                <c:pt idx="471">
                  <c:v>5.1998699175783258E-2</c:v>
                </c:pt>
                <c:pt idx="472">
                  <c:v>5.2102865844972257E-2</c:v>
                </c:pt>
                <c:pt idx="473">
                  <c:v>5.2138673137505975E-2</c:v>
                </c:pt>
                <c:pt idx="474">
                  <c:v>5.2145183554330288E-2</c:v>
                </c:pt>
                <c:pt idx="475">
                  <c:v>5.2158204387978913E-2</c:v>
                </c:pt>
                <c:pt idx="476">
                  <c:v>5.2167970013215381E-2</c:v>
                </c:pt>
                <c:pt idx="477">
                  <c:v>5.2174480430039694E-2</c:v>
                </c:pt>
                <c:pt idx="478">
                  <c:v>5.2265626265580067E-2</c:v>
                </c:pt>
                <c:pt idx="479">
                  <c:v>5.2552084605849814E-2</c:v>
                </c:pt>
                <c:pt idx="480">
                  <c:v>5.2783204403112904E-2</c:v>
                </c:pt>
                <c:pt idx="481">
                  <c:v>5.2955730448957183E-2</c:v>
                </c:pt>
                <c:pt idx="482">
                  <c:v>5.3177084620983806E-2</c:v>
                </c:pt>
                <c:pt idx="483">
                  <c:v>5.3339845041591616E-2</c:v>
                </c:pt>
                <c:pt idx="484">
                  <c:v>5.349935025378727E-2</c:v>
                </c:pt>
                <c:pt idx="485">
                  <c:v>5.3632813798685675E-2</c:v>
                </c:pt>
                <c:pt idx="486">
                  <c:v>5.3723959634226048E-2</c:v>
                </c:pt>
                <c:pt idx="487">
                  <c:v>5.3763022135171923E-2</c:v>
                </c:pt>
                <c:pt idx="488">
                  <c:v>5.3772787760408391E-2</c:v>
                </c:pt>
                <c:pt idx="489">
                  <c:v>5.3772787760408391E-2</c:v>
                </c:pt>
                <c:pt idx="490">
                  <c:v>5.3766277343584079E-2</c:v>
                </c:pt>
                <c:pt idx="491">
                  <c:v>5.3769532551996235E-2</c:v>
                </c:pt>
                <c:pt idx="492">
                  <c:v>5.3951824223076983E-2</c:v>
                </c:pt>
                <c:pt idx="493">
                  <c:v>5.4248048188583198E-2</c:v>
                </c:pt>
                <c:pt idx="494">
                  <c:v>5.4440105484900414E-2</c:v>
                </c:pt>
                <c:pt idx="495">
                  <c:v>5.4609376322332537E-2</c:v>
                </c:pt>
                <c:pt idx="496">
                  <c:v>5.4830730494359159E-2</c:v>
                </c:pt>
                <c:pt idx="497">
                  <c:v>5.4970704456081876E-2</c:v>
                </c:pt>
                <c:pt idx="498">
                  <c:v>5.5087891958919499E-2</c:v>
                </c:pt>
                <c:pt idx="499">
                  <c:v>5.5237631545878685E-2</c:v>
                </c:pt>
                <c:pt idx="500">
                  <c:v>5.5358074257128465E-2</c:v>
                </c:pt>
                <c:pt idx="501">
                  <c:v>5.541341280013512E-2</c:v>
                </c:pt>
                <c:pt idx="502">
                  <c:v>5.5426433633783745E-2</c:v>
                </c:pt>
                <c:pt idx="503">
                  <c:v>5.5426433633783745E-2</c:v>
                </c:pt>
                <c:pt idx="504">
                  <c:v>5.5426433633783745E-2</c:v>
                </c:pt>
                <c:pt idx="505">
                  <c:v>5.5511069052499806E-2</c:v>
                </c:pt>
                <c:pt idx="506">
                  <c:v>5.5794272184357396E-2</c:v>
                </c:pt>
                <c:pt idx="507">
                  <c:v>5.6002605522735394E-2</c:v>
                </c:pt>
                <c:pt idx="508">
                  <c:v>5.619466281905261E-2</c:v>
                </c:pt>
                <c:pt idx="509">
                  <c:v>5.6363933656484733E-2</c:v>
                </c:pt>
                <c:pt idx="510">
                  <c:v>5.6555990952801949E-2</c:v>
                </c:pt>
                <c:pt idx="511">
                  <c:v>5.6686199289288197E-2</c:v>
                </c:pt>
                <c:pt idx="512">
                  <c:v>5.6819662834186602E-2</c:v>
                </c:pt>
                <c:pt idx="513">
                  <c:v>5.6969402421145787E-2</c:v>
                </c:pt>
                <c:pt idx="514">
                  <c:v>5.7050782631449692E-2</c:v>
                </c:pt>
                <c:pt idx="515">
                  <c:v>5.7073569090334786E-2</c:v>
                </c:pt>
                <c:pt idx="516">
                  <c:v>5.7076824298746942E-2</c:v>
                </c:pt>
                <c:pt idx="517">
                  <c:v>5.7076824298746942E-2</c:v>
                </c:pt>
                <c:pt idx="518">
                  <c:v>5.7083334715571254E-2</c:v>
                </c:pt>
                <c:pt idx="519">
                  <c:v>5.7294923262361408E-2</c:v>
                </c:pt>
                <c:pt idx="520">
                  <c:v>5.758463681104331E-2</c:v>
                </c:pt>
                <c:pt idx="521">
                  <c:v>5.7753907648475433E-2</c:v>
                </c:pt>
                <c:pt idx="522">
                  <c:v>5.7942709736380493E-2</c:v>
                </c:pt>
                <c:pt idx="523">
                  <c:v>5.8154298283170647E-2</c:v>
                </c:pt>
                <c:pt idx="524">
                  <c:v>5.8320313912190613E-2</c:v>
                </c:pt>
                <c:pt idx="525">
                  <c:v>5.8473308707561955E-2</c:v>
                </c:pt>
                <c:pt idx="526">
                  <c:v>5.8597006627223891E-2</c:v>
                </c:pt>
                <c:pt idx="527">
                  <c:v>5.8688152462764265E-2</c:v>
                </c:pt>
                <c:pt idx="528">
                  <c:v>5.8753256631007389E-2</c:v>
                </c:pt>
                <c:pt idx="529">
                  <c:v>5.8779298298304639E-2</c:v>
                </c:pt>
                <c:pt idx="530">
                  <c:v>5.8779298298304639E-2</c:v>
                </c:pt>
                <c:pt idx="531">
                  <c:v>5.876953267306817E-2</c:v>
                </c:pt>
                <c:pt idx="532">
                  <c:v>5.8815105590838357E-2</c:v>
                </c:pt>
                <c:pt idx="533">
                  <c:v>5.9055991013337916E-2</c:v>
                </c:pt>
                <c:pt idx="534">
                  <c:v>5.9329428519959038E-2</c:v>
                </c:pt>
                <c:pt idx="535">
                  <c:v>5.9547527483573504E-2</c:v>
                </c:pt>
                <c:pt idx="536">
                  <c:v>5.9723308737829939E-2</c:v>
                </c:pt>
                <c:pt idx="537">
                  <c:v>5.9947918118268717E-2</c:v>
                </c:pt>
                <c:pt idx="538">
                  <c:v>6.0097657705227903E-2</c:v>
                </c:pt>
                <c:pt idx="539">
                  <c:v>6.0205079582829057E-2</c:v>
                </c:pt>
                <c:pt idx="540">
                  <c:v>6.0315756668842369E-2</c:v>
                </c:pt>
                <c:pt idx="541">
                  <c:v>6.0410157712794899E-2</c:v>
                </c:pt>
                <c:pt idx="542">
                  <c:v>6.0472006672625866E-2</c:v>
                </c:pt>
                <c:pt idx="543">
                  <c:v>6.049479313151096E-2</c:v>
                </c:pt>
                <c:pt idx="544">
                  <c:v>6.0498048339923116E-2</c:v>
                </c:pt>
                <c:pt idx="545">
                  <c:v>6.0501303548335272E-2</c:v>
                </c:pt>
                <c:pt idx="546">
                  <c:v>6.0638022301645833E-2</c:v>
                </c:pt>
                <c:pt idx="547">
                  <c:v>6.087239730732108E-2</c:v>
                </c:pt>
                <c:pt idx="548">
                  <c:v>6.1097006687759858E-2</c:v>
                </c:pt>
                <c:pt idx="549">
                  <c:v>6.1285808775664918E-2</c:v>
                </c:pt>
                <c:pt idx="550">
                  <c:v>6.1503907739279384E-2</c:v>
                </c:pt>
                <c:pt idx="551">
                  <c:v>6.1679688993535819E-2</c:v>
                </c:pt>
                <c:pt idx="552">
                  <c:v>6.1875001498265192E-2</c:v>
                </c:pt>
                <c:pt idx="553">
                  <c:v>6.2054037960933783E-2</c:v>
                </c:pt>
                <c:pt idx="554">
                  <c:v>6.2164715046947094E-2</c:v>
                </c:pt>
                <c:pt idx="555">
                  <c:v>6.2229819215190219E-2</c:v>
                </c:pt>
                <c:pt idx="556">
                  <c:v>6.2262371299311781E-2</c:v>
                </c:pt>
                <c:pt idx="557">
                  <c:v>6.2268881716136093E-2</c:v>
                </c:pt>
                <c:pt idx="558">
                  <c:v>6.2268881716136093E-2</c:v>
                </c:pt>
                <c:pt idx="559">
                  <c:v>6.2278647341372562E-2</c:v>
                </c:pt>
                <c:pt idx="560">
                  <c:v>6.2418621303095279E-2</c:v>
                </c:pt>
                <c:pt idx="561">
                  <c:v>6.2672527559243463E-2</c:v>
                </c:pt>
                <c:pt idx="562">
                  <c:v>6.2903647356506553E-2</c:v>
                </c:pt>
                <c:pt idx="563">
                  <c:v>6.3098959861235926E-2</c:v>
                </c:pt>
                <c:pt idx="564">
                  <c:v>6.3313803616438236E-2</c:v>
                </c:pt>
                <c:pt idx="565">
                  <c:v>6.3505860912755452E-2</c:v>
                </c:pt>
                <c:pt idx="566">
                  <c:v>6.3652345291302481E-2</c:v>
                </c:pt>
                <c:pt idx="567">
                  <c:v>6.3828126545558916E-2</c:v>
                </c:pt>
                <c:pt idx="568">
                  <c:v>6.3964845298869477E-2</c:v>
                </c:pt>
                <c:pt idx="569">
                  <c:v>6.4091798426943569E-2</c:v>
                </c:pt>
                <c:pt idx="570">
                  <c:v>6.4179689054071787E-2</c:v>
                </c:pt>
                <c:pt idx="571">
                  <c:v>6.4212241138193349E-2</c:v>
                </c:pt>
                <c:pt idx="572">
                  <c:v>6.4222006763429818E-2</c:v>
                </c:pt>
                <c:pt idx="573">
                  <c:v>6.4238282805490599E-2</c:v>
                </c:pt>
                <c:pt idx="574">
                  <c:v>6.429687655690941E-2</c:v>
                </c:pt>
                <c:pt idx="575">
                  <c:v>6.4554038021469751E-2</c:v>
                </c:pt>
                <c:pt idx="576">
                  <c:v>6.4788413027144998E-2</c:v>
                </c:pt>
                <c:pt idx="577">
                  <c:v>6.4993491157110839E-2</c:v>
                </c:pt>
                <c:pt idx="578">
                  <c:v>6.519856928707668E-2</c:v>
                </c:pt>
                <c:pt idx="579">
                  <c:v>6.5380860958157427E-2</c:v>
                </c:pt>
                <c:pt idx="580">
                  <c:v>6.5556642212413863E-2</c:v>
                </c:pt>
                <c:pt idx="581">
                  <c:v>6.5722657841433829E-2</c:v>
                </c:pt>
                <c:pt idx="582">
                  <c:v>6.5846355761095765E-2</c:v>
                </c:pt>
                <c:pt idx="583">
                  <c:v>6.5904949512514577E-2</c:v>
                </c:pt>
                <c:pt idx="584">
                  <c:v>6.5924480762987514E-2</c:v>
                </c:pt>
                <c:pt idx="585">
                  <c:v>6.5930991179811826E-2</c:v>
                </c:pt>
                <c:pt idx="586">
                  <c:v>6.5934246388223983E-2</c:v>
                </c:pt>
                <c:pt idx="587">
                  <c:v>6.5963543263933389E-2</c:v>
                </c:pt>
                <c:pt idx="588">
                  <c:v>6.6175131810723542E-2</c:v>
                </c:pt>
                <c:pt idx="589">
                  <c:v>6.6442058900520351E-2</c:v>
                </c:pt>
                <c:pt idx="590">
                  <c:v>6.6676433906195598E-2</c:v>
                </c:pt>
                <c:pt idx="591">
                  <c:v>6.6884767244573595E-2</c:v>
                </c:pt>
                <c:pt idx="592">
                  <c:v>6.7067058915654343E-2</c:v>
                </c:pt>
                <c:pt idx="593">
                  <c:v>6.7255861003559403E-2</c:v>
                </c:pt>
                <c:pt idx="594">
                  <c:v>6.7405600590518588E-2</c:v>
                </c:pt>
                <c:pt idx="595">
                  <c:v>6.7522788093356212E-2</c:v>
                </c:pt>
                <c:pt idx="596">
                  <c:v>6.7649741221430304E-2</c:v>
                </c:pt>
                <c:pt idx="597">
                  <c:v>6.7727866223322053E-2</c:v>
                </c:pt>
                <c:pt idx="598">
                  <c:v>6.7753907890619303E-2</c:v>
                </c:pt>
                <c:pt idx="599">
                  <c:v>6.7770183932680084E-2</c:v>
                </c:pt>
                <c:pt idx="600">
                  <c:v>6.7815756850450271E-2</c:v>
                </c:pt>
                <c:pt idx="601">
                  <c:v>6.8007814146767487E-2</c:v>
                </c:pt>
                <c:pt idx="602">
                  <c:v>6.824544436085489E-2</c:v>
                </c:pt>
                <c:pt idx="603">
                  <c:v>6.8444012073996419E-2</c:v>
                </c:pt>
                <c:pt idx="604">
                  <c:v>6.8678387079671666E-2</c:v>
                </c:pt>
                <c:pt idx="605">
                  <c:v>6.8889975626461819E-2</c:v>
                </c:pt>
                <c:pt idx="606">
                  <c:v>6.9049480838657473E-2</c:v>
                </c:pt>
                <c:pt idx="607">
                  <c:v>6.9212241259265284E-2</c:v>
                </c:pt>
                <c:pt idx="608">
                  <c:v>6.9361980846224469E-2</c:v>
                </c:pt>
                <c:pt idx="609">
                  <c:v>6.9466147515413468E-2</c:v>
                </c:pt>
                <c:pt idx="610">
                  <c:v>6.9534506892068748E-2</c:v>
                </c:pt>
                <c:pt idx="611">
                  <c:v>6.9563803767778154E-2</c:v>
                </c:pt>
                <c:pt idx="612">
                  <c:v>6.956705897619031E-2</c:v>
                </c:pt>
                <c:pt idx="613">
                  <c:v>6.9576824601426779E-2</c:v>
                </c:pt>
                <c:pt idx="614">
                  <c:v>6.9762371480919683E-2</c:v>
                </c:pt>
                <c:pt idx="615">
                  <c:v>7.0061850654838054E-2</c:v>
                </c:pt>
                <c:pt idx="616">
                  <c:v>7.027994961845252E-2</c:v>
                </c:pt>
                <c:pt idx="617">
                  <c:v>7.046875170635758E-2</c:v>
                </c:pt>
                <c:pt idx="618">
                  <c:v>7.0664064211086952E-2</c:v>
                </c:pt>
                <c:pt idx="619">
                  <c:v>7.0833335048519075E-2</c:v>
                </c:pt>
                <c:pt idx="620">
                  <c:v>7.1015626719599823E-2</c:v>
                </c:pt>
                <c:pt idx="621">
                  <c:v>7.112955901402529E-2</c:v>
                </c:pt>
                <c:pt idx="622">
                  <c:v>7.1178387140207633E-2</c:v>
                </c:pt>
                <c:pt idx="623">
                  <c:v>7.1188152765444102E-2</c:v>
                </c:pt>
                <c:pt idx="624">
                  <c:v>7.1194663182268414E-2</c:v>
                </c:pt>
                <c:pt idx="625">
                  <c:v>7.1266277767335851E-2</c:v>
                </c:pt>
                <c:pt idx="626">
                  <c:v>7.1516928815071878E-2</c:v>
                </c:pt>
                <c:pt idx="627">
                  <c:v>7.1718751736625563E-2</c:v>
                </c:pt>
                <c:pt idx="628">
                  <c:v>7.1901043407706311E-2</c:v>
                </c:pt>
                <c:pt idx="629">
                  <c:v>7.2076824661962746E-2</c:v>
                </c:pt>
                <c:pt idx="630">
                  <c:v>7.2259116333043494E-2</c:v>
                </c:pt>
                <c:pt idx="631">
                  <c:v>7.2438152795712085E-2</c:v>
                </c:pt>
                <c:pt idx="632">
                  <c:v>7.2578126757434802E-2</c:v>
                </c:pt>
                <c:pt idx="633">
                  <c:v>7.2692059051860269E-2</c:v>
                </c:pt>
                <c:pt idx="634">
                  <c:v>7.2776694470576331E-2</c:v>
                </c:pt>
                <c:pt idx="635">
                  <c:v>7.2845053847231611E-2</c:v>
                </c:pt>
                <c:pt idx="636">
                  <c:v>7.289713718182611E-2</c:v>
                </c:pt>
                <c:pt idx="637">
                  <c:v>7.2975262183717859E-2</c:v>
                </c:pt>
                <c:pt idx="638">
                  <c:v>7.3105470520204108E-2</c:v>
                </c:pt>
                <c:pt idx="639">
                  <c:v>7.3248699690338981E-2</c:v>
                </c:pt>
                <c:pt idx="640">
                  <c:v>7.3486329904426384E-2</c:v>
                </c:pt>
                <c:pt idx="641">
                  <c:v>7.3694663242804381E-2</c:v>
                </c:pt>
                <c:pt idx="642">
                  <c:v>7.3873699705472973E-2</c:v>
                </c:pt>
                <c:pt idx="643">
                  <c:v>7.4072267418614501E-2</c:v>
                </c:pt>
                <c:pt idx="644">
                  <c:v>7.4254559089695249E-2</c:v>
                </c:pt>
                <c:pt idx="645">
                  <c:v>7.4404298676654435E-2</c:v>
                </c:pt>
                <c:pt idx="646">
                  <c:v>7.4511720554255589E-2</c:v>
                </c:pt>
                <c:pt idx="647">
                  <c:v>7.4593100764559495E-2</c:v>
                </c:pt>
                <c:pt idx="648">
                  <c:v>7.4687501808512025E-2</c:v>
                </c:pt>
                <c:pt idx="649">
                  <c:v>7.4778647644052398E-2</c:v>
                </c:pt>
                <c:pt idx="650">
                  <c:v>7.4866538271180616E-2</c:v>
                </c:pt>
                <c:pt idx="651">
                  <c:v>7.4990236190842552E-2</c:v>
                </c:pt>
                <c:pt idx="652">
                  <c:v>7.514648619462605E-2</c:v>
                </c:pt>
                <c:pt idx="653">
                  <c:v>7.5312501823646016E-2</c:v>
                </c:pt>
                <c:pt idx="654">
                  <c:v>7.5491538286314608E-2</c:v>
                </c:pt>
                <c:pt idx="655">
                  <c:v>7.5625001831213012E-2</c:v>
                </c:pt>
                <c:pt idx="656">
                  <c:v>7.578125183499651E-2</c:v>
                </c:pt>
                <c:pt idx="657">
                  <c:v>7.5983074756550195E-2</c:v>
                </c:pt>
                <c:pt idx="658">
                  <c:v>7.6155600802394474E-2</c:v>
                </c:pt>
                <c:pt idx="659">
                  <c:v>7.627929872205641E-2</c:v>
                </c:pt>
                <c:pt idx="660">
                  <c:v>7.6380210182833252E-2</c:v>
                </c:pt>
                <c:pt idx="661">
                  <c:v>7.6529949769792438E-2</c:v>
                </c:pt>
                <c:pt idx="662">
                  <c:v>7.6689454981988092E-2</c:v>
                </c:pt>
                <c:pt idx="663">
                  <c:v>7.6800132068001403E-2</c:v>
                </c:pt>
                <c:pt idx="664">
                  <c:v>7.6881512278305308E-2</c:v>
                </c:pt>
                <c:pt idx="665">
                  <c:v>7.7024741448440182E-2</c:v>
                </c:pt>
                <c:pt idx="666">
                  <c:v>7.7233074786818179E-2</c:v>
                </c:pt>
                <c:pt idx="667">
                  <c:v>7.7395835207425989E-2</c:v>
                </c:pt>
                <c:pt idx="668">
                  <c:v>7.7545574794385175E-2</c:v>
                </c:pt>
                <c:pt idx="669">
                  <c:v>7.772135604864161E-2</c:v>
                </c:pt>
                <c:pt idx="670">
                  <c:v>7.7897137302898045E-2</c:v>
                </c:pt>
                <c:pt idx="671">
                  <c:v>7.8027345639384293E-2</c:v>
                </c:pt>
                <c:pt idx="672">
                  <c:v>7.8157553975870542E-2</c:v>
                </c:pt>
                <c:pt idx="673">
                  <c:v>7.8268231061883853E-2</c:v>
                </c:pt>
                <c:pt idx="674">
                  <c:v>7.8388673773133632E-2</c:v>
                </c:pt>
                <c:pt idx="675">
                  <c:v>7.8567710235802224E-2</c:v>
                </c:pt>
                <c:pt idx="676">
                  <c:v>7.8710939405937097E-2</c:v>
                </c:pt>
                <c:pt idx="677">
                  <c:v>7.8844402950835502E-2</c:v>
                </c:pt>
                <c:pt idx="678">
                  <c:v>7.8984376912558218E-2</c:v>
                </c:pt>
                <c:pt idx="679">
                  <c:v>7.913737170792956E-2</c:v>
                </c:pt>
                <c:pt idx="680">
                  <c:v>7.9342449837895401E-2</c:v>
                </c:pt>
                <c:pt idx="681">
                  <c:v>7.9524741508976149E-2</c:v>
                </c:pt>
                <c:pt idx="682">
                  <c:v>7.9690757137996115E-2</c:v>
                </c:pt>
                <c:pt idx="683">
                  <c:v>7.9847007141779613E-2</c:v>
                </c:pt>
                <c:pt idx="684">
                  <c:v>7.9951173810968612E-2</c:v>
                </c:pt>
                <c:pt idx="685">
                  <c:v>8.003906443809683E-2</c:v>
                </c:pt>
                <c:pt idx="686">
                  <c:v>8.0162762357758766E-2</c:v>
                </c:pt>
                <c:pt idx="687">
                  <c:v>8.0279949860596389E-2</c:v>
                </c:pt>
                <c:pt idx="688">
                  <c:v>8.045898632326498E-2</c:v>
                </c:pt>
                <c:pt idx="689">
                  <c:v>8.0651043619582197E-2</c:v>
                </c:pt>
                <c:pt idx="690">
                  <c:v>8.0836590499075101E-2</c:v>
                </c:pt>
                <c:pt idx="691">
                  <c:v>8.0996095711270755E-2</c:v>
                </c:pt>
                <c:pt idx="692">
                  <c:v>8.1155600923466409E-2</c:v>
                </c:pt>
                <c:pt idx="693">
                  <c:v>8.1276043634716189E-2</c:v>
                </c:pt>
                <c:pt idx="694">
                  <c:v>8.1409507179614593E-2</c:v>
                </c:pt>
                <c:pt idx="695">
                  <c:v>8.1510418640391435E-2</c:v>
                </c:pt>
                <c:pt idx="696">
                  <c:v>8.1604819684343965E-2</c:v>
                </c:pt>
                <c:pt idx="697">
                  <c:v>8.1800132189073338E-2</c:v>
                </c:pt>
                <c:pt idx="698">
                  <c:v>8.199544469380271E-2</c:v>
                </c:pt>
                <c:pt idx="699">
                  <c:v>8.2220054074241489E-2</c:v>
                </c:pt>
                <c:pt idx="700">
                  <c:v>8.2395835328497924E-2</c:v>
                </c:pt>
                <c:pt idx="701">
                  <c:v>8.2506512414511235E-2</c:v>
                </c:pt>
                <c:pt idx="702">
                  <c:v>8.2639975959409639E-2</c:v>
                </c:pt>
                <c:pt idx="703">
                  <c:v>8.2832033255726856E-2</c:v>
                </c:pt>
                <c:pt idx="704">
                  <c:v>8.3024090552044072E-2</c:v>
                </c:pt>
                <c:pt idx="705">
                  <c:v>8.3167319722178945E-2</c:v>
                </c:pt>
                <c:pt idx="706">
                  <c:v>8.3304038475489506E-2</c:v>
                </c:pt>
                <c:pt idx="707">
                  <c:v>8.3404949936266348E-2</c:v>
                </c:pt>
                <c:pt idx="708">
                  <c:v>8.3486330146570253E-2</c:v>
                </c:pt>
                <c:pt idx="709">
                  <c:v>8.358398639893494E-2</c:v>
                </c:pt>
                <c:pt idx="710">
                  <c:v>8.3763022861603531E-2</c:v>
                </c:pt>
                <c:pt idx="711">
                  <c:v>8.3958335366332904E-2</c:v>
                </c:pt>
                <c:pt idx="712">
                  <c:v>8.4130861412177183E-2</c:v>
                </c:pt>
                <c:pt idx="713">
                  <c:v>8.4296877041197149E-2</c:v>
                </c:pt>
                <c:pt idx="714">
                  <c:v>8.4453127044980647E-2</c:v>
                </c:pt>
                <c:pt idx="715">
                  <c:v>8.462239788241277E-2</c:v>
                </c:pt>
                <c:pt idx="716">
                  <c:v>8.481119997031783E-2</c:v>
                </c:pt>
                <c:pt idx="717">
                  <c:v>8.4941408306804078E-2</c:v>
                </c:pt>
                <c:pt idx="718">
                  <c:v>8.5107423935824045E-2</c:v>
                </c:pt>
                <c:pt idx="719">
                  <c:v>8.5240887480722449E-2</c:v>
                </c:pt>
                <c:pt idx="720">
                  <c:v>8.5335288524674979E-2</c:v>
                </c:pt>
                <c:pt idx="721">
                  <c:v>8.5439455193863978E-2</c:v>
                </c:pt>
                <c:pt idx="722">
                  <c:v>8.5611981239708257E-2</c:v>
                </c:pt>
                <c:pt idx="723">
                  <c:v>8.5758465618255286E-2</c:v>
                </c:pt>
                <c:pt idx="724">
                  <c:v>8.5927736455687409E-2</c:v>
                </c:pt>
                <c:pt idx="725">
                  <c:v>8.6106772918356E-2</c:v>
                </c:pt>
                <c:pt idx="726">
                  <c:v>8.6282554172612436E-2</c:v>
                </c:pt>
                <c:pt idx="727">
                  <c:v>8.6445314593220246E-2</c:v>
                </c:pt>
                <c:pt idx="728">
                  <c:v>8.6614585430652369E-2</c:v>
                </c:pt>
                <c:pt idx="729">
                  <c:v>8.6777345851260179E-2</c:v>
                </c:pt>
                <c:pt idx="730">
                  <c:v>8.6930340646631521E-2</c:v>
                </c:pt>
                <c:pt idx="731">
                  <c:v>8.7080080233590706E-2</c:v>
                </c:pt>
                <c:pt idx="732">
                  <c:v>8.7262371904671454E-2</c:v>
                </c:pt>
                <c:pt idx="733">
                  <c:v>8.7408856283218483E-2</c:v>
                </c:pt>
                <c:pt idx="734">
                  <c:v>8.75488302449412E-2</c:v>
                </c:pt>
                <c:pt idx="735">
                  <c:v>8.7760418791731354E-2</c:v>
                </c:pt>
                <c:pt idx="736">
                  <c:v>8.792643442075132E-2</c:v>
                </c:pt>
                <c:pt idx="737">
                  <c:v>8.8043621923588944E-2</c:v>
                </c:pt>
                <c:pt idx="738">
                  <c:v>8.8170575051663036E-2</c:v>
                </c:pt>
                <c:pt idx="739">
                  <c:v>8.8281252137676347E-2</c:v>
                </c:pt>
                <c:pt idx="740">
                  <c:v>8.8453778183520626E-2</c:v>
                </c:pt>
                <c:pt idx="741">
                  <c:v>8.8642580271425686E-2</c:v>
                </c:pt>
                <c:pt idx="742">
                  <c:v>8.8847658401391527E-2</c:v>
                </c:pt>
                <c:pt idx="743">
                  <c:v>8.9000653196762869E-2</c:v>
                </c:pt>
                <c:pt idx="744">
                  <c:v>8.9134116741661273E-2</c:v>
                </c:pt>
                <c:pt idx="745">
                  <c:v>8.9257814661323209E-2</c:v>
                </c:pt>
                <c:pt idx="746">
                  <c:v>8.9404299039870239E-2</c:v>
                </c:pt>
                <c:pt idx="747">
                  <c:v>8.9576825085714518E-2</c:v>
                </c:pt>
                <c:pt idx="748">
                  <c:v>8.9742840714734484E-2</c:v>
                </c:pt>
                <c:pt idx="749">
                  <c:v>8.9895835510105826E-2</c:v>
                </c:pt>
                <c:pt idx="750">
                  <c:v>9.0039064680240699E-2</c:v>
                </c:pt>
                <c:pt idx="751">
                  <c:v>9.0159507391490479E-2</c:v>
                </c:pt>
                <c:pt idx="752">
                  <c:v>9.027018447750379E-2</c:v>
                </c:pt>
                <c:pt idx="753">
                  <c:v>9.0374351146692788E-2</c:v>
                </c:pt>
                <c:pt idx="754">
                  <c:v>9.0514325108415505E-2</c:v>
                </c:pt>
                <c:pt idx="755">
                  <c:v>9.067383032061116E-2</c:v>
                </c:pt>
                <c:pt idx="756">
                  <c:v>9.0846356366455439E-2</c:v>
                </c:pt>
                <c:pt idx="757">
                  <c:v>9.1031903245948342E-2</c:v>
                </c:pt>
                <c:pt idx="758">
                  <c:v>9.1246747001150652E-2</c:v>
                </c:pt>
                <c:pt idx="759">
                  <c:v>9.1412762630170619E-2</c:v>
                </c:pt>
                <c:pt idx="760">
                  <c:v>9.1601564718075679E-2</c:v>
                </c:pt>
                <c:pt idx="761">
                  <c:v>9.1796877222805051E-2</c:v>
                </c:pt>
                <c:pt idx="762">
                  <c:v>9.196940326864933E-2</c:v>
                </c:pt>
                <c:pt idx="763">
                  <c:v>9.2083335563074797E-2</c:v>
                </c:pt>
                <c:pt idx="764">
                  <c:v>9.2174481398615171E-2</c:v>
                </c:pt>
                <c:pt idx="765">
                  <c:v>9.2298179318277107E-2</c:v>
                </c:pt>
                <c:pt idx="766">
                  <c:v>9.2460939738884917E-2</c:v>
                </c:pt>
                <c:pt idx="767">
                  <c:v>9.2607424117431947E-2</c:v>
                </c:pt>
                <c:pt idx="768">
                  <c:v>9.2770184538039757E-2</c:v>
                </c:pt>
                <c:pt idx="769">
                  <c:v>9.296549704276913E-2</c:v>
                </c:pt>
                <c:pt idx="770">
                  <c:v>9.3167319964322814E-2</c:v>
                </c:pt>
                <c:pt idx="771">
                  <c:v>9.3333335593342781E-2</c:v>
                </c:pt>
                <c:pt idx="772">
                  <c:v>9.3450523096180405E-2</c:v>
                </c:pt>
                <c:pt idx="773">
                  <c:v>9.3564455390605872E-2</c:v>
                </c:pt>
                <c:pt idx="774">
                  <c:v>9.3723960602801526E-2</c:v>
                </c:pt>
                <c:pt idx="775">
                  <c:v>9.3929038732767367E-2</c:v>
                </c:pt>
                <c:pt idx="776">
                  <c:v>9.4124351237496739E-2</c:v>
                </c:pt>
                <c:pt idx="777">
                  <c:v>9.4293622074928862E-2</c:v>
                </c:pt>
                <c:pt idx="778">
                  <c:v>9.4446616870300204E-2</c:v>
                </c:pt>
                <c:pt idx="779">
                  <c:v>9.4589846040435077E-2</c:v>
                </c:pt>
                <c:pt idx="780">
                  <c:v>9.4723309585333482E-2</c:v>
                </c:pt>
                <c:pt idx="781">
                  <c:v>9.4847007504995418E-2</c:v>
                </c:pt>
                <c:pt idx="782">
                  <c:v>9.5019533550839697E-2</c:v>
                </c:pt>
                <c:pt idx="783">
                  <c:v>9.5179038763035351E-2</c:v>
                </c:pt>
                <c:pt idx="784">
                  <c:v>9.5364585642528255E-2</c:v>
                </c:pt>
                <c:pt idx="785">
                  <c:v>9.5569663772494096E-2</c:v>
                </c:pt>
                <c:pt idx="786">
                  <c:v>9.5738934609926218E-2</c:v>
                </c:pt>
                <c:pt idx="787">
                  <c:v>9.5927736697831278E-2</c:v>
                </c:pt>
                <c:pt idx="788">
                  <c:v>9.6126304410972807E-2</c:v>
                </c:pt>
                <c:pt idx="789">
                  <c:v>9.6276043997931993E-2</c:v>
                </c:pt>
                <c:pt idx="790">
                  <c:v>9.6373700250296679E-2</c:v>
                </c:pt>
                <c:pt idx="791">
                  <c:v>9.6474611711073521E-2</c:v>
                </c:pt>
                <c:pt idx="792">
                  <c:v>9.6627606506444863E-2</c:v>
                </c:pt>
                <c:pt idx="793">
                  <c:v>9.6780601301816205E-2</c:v>
                </c:pt>
                <c:pt idx="794">
                  <c:v>9.693034088877539E-2</c:v>
                </c:pt>
                <c:pt idx="795">
                  <c:v>9.7099611726207513E-2</c:v>
                </c:pt>
                <c:pt idx="796">
                  <c:v>9.7298179439349042E-2</c:v>
                </c:pt>
                <c:pt idx="797">
                  <c:v>9.7457684651544696E-2</c:v>
                </c:pt>
                <c:pt idx="798">
                  <c:v>9.7652997156274068E-2</c:v>
                </c:pt>
                <c:pt idx="799">
                  <c:v>9.7819012785294035E-2</c:v>
                </c:pt>
                <c:pt idx="800">
                  <c:v>9.7949221121780283E-2</c:v>
                </c:pt>
                <c:pt idx="801">
                  <c:v>9.8059898207793594E-2</c:v>
                </c:pt>
                <c:pt idx="802">
                  <c:v>9.8206382586340624E-2</c:v>
                </c:pt>
                <c:pt idx="803">
                  <c:v>9.8411460716306465E-2</c:v>
                </c:pt>
                <c:pt idx="804">
                  <c:v>9.8564455511677806E-2</c:v>
                </c:pt>
                <c:pt idx="805">
                  <c:v>9.8675132597691118E-2</c:v>
                </c:pt>
                <c:pt idx="806">
                  <c:v>9.8821616976238147E-2</c:v>
                </c:pt>
                <c:pt idx="807">
                  <c:v>9.8981122188433801E-2</c:v>
                </c:pt>
                <c:pt idx="808">
                  <c:v>9.9134116983805143E-2</c:v>
                </c:pt>
                <c:pt idx="809">
                  <c:v>9.9313153446473734E-2</c:v>
                </c:pt>
                <c:pt idx="810">
                  <c:v>9.9518231576439575E-2</c:v>
                </c:pt>
                <c:pt idx="811">
                  <c:v>9.9697268039108167E-2</c:v>
                </c:pt>
                <c:pt idx="812">
                  <c:v>9.9850262834479508E-2</c:v>
                </c:pt>
                <c:pt idx="813">
                  <c:v>9.9983726379377913E-2</c:v>
                </c:pt>
                <c:pt idx="814">
                  <c:v>0.10011718992427632</c:v>
                </c:pt>
                <c:pt idx="815">
                  <c:v>0.1002669295112355</c:v>
                </c:pt>
                <c:pt idx="816">
                  <c:v>0.10042968993184331</c:v>
                </c:pt>
                <c:pt idx="817">
                  <c:v>0.10061523681133622</c:v>
                </c:pt>
                <c:pt idx="818">
                  <c:v>0.1008170597328899</c:v>
                </c:pt>
                <c:pt idx="819">
                  <c:v>0.10094726806937615</c:v>
                </c:pt>
                <c:pt idx="820">
                  <c:v>0.10106771078062593</c:v>
                </c:pt>
                <c:pt idx="821">
                  <c:v>0.10116862224140277</c:v>
                </c:pt>
                <c:pt idx="822">
                  <c:v>0.10130208578630118</c:v>
                </c:pt>
                <c:pt idx="823">
                  <c:v>0.10148437745738192</c:v>
                </c:pt>
                <c:pt idx="824">
                  <c:v>0.10172526287988148</c:v>
                </c:pt>
                <c:pt idx="825">
                  <c:v>0.10192057538461086</c:v>
                </c:pt>
                <c:pt idx="826">
                  <c:v>0.10209961184727945</c:v>
                </c:pt>
                <c:pt idx="827">
                  <c:v>0.10227213789312373</c:v>
                </c:pt>
                <c:pt idx="828">
                  <c:v>0.10244466393896801</c:v>
                </c:pt>
                <c:pt idx="829">
                  <c:v>0.10258463790069072</c:v>
                </c:pt>
                <c:pt idx="830">
                  <c:v>0.10273112227923775</c:v>
                </c:pt>
                <c:pt idx="831">
                  <c:v>0.10285156499048753</c:v>
                </c:pt>
                <c:pt idx="832">
                  <c:v>0.10297200770173731</c:v>
                </c:pt>
                <c:pt idx="833">
                  <c:v>0.10316080978964237</c:v>
                </c:pt>
                <c:pt idx="834">
                  <c:v>0.10334961187754743</c:v>
                </c:pt>
                <c:pt idx="835">
                  <c:v>0.10352539313180387</c:v>
                </c:pt>
                <c:pt idx="836">
                  <c:v>0.10370768480288461</c:v>
                </c:pt>
                <c:pt idx="837">
                  <c:v>0.10388021084872889</c:v>
                </c:pt>
                <c:pt idx="838">
                  <c:v>0.10406901293663395</c:v>
                </c:pt>
                <c:pt idx="839">
                  <c:v>0.10438802336102526</c:v>
                </c:pt>
                <c:pt idx="840">
                  <c:v>0.10466146086764638</c:v>
                </c:pt>
                <c:pt idx="841">
                  <c:v>0.10484700774713929</c:v>
                </c:pt>
                <c:pt idx="842">
                  <c:v>0.10501302337615925</c:v>
                </c:pt>
                <c:pt idx="843">
                  <c:v>0.10521484629771294</c:v>
                </c:pt>
                <c:pt idx="844">
                  <c:v>0.10546224213703681</c:v>
                </c:pt>
                <c:pt idx="845">
                  <c:v>0.10569661714271206</c:v>
                </c:pt>
                <c:pt idx="846">
                  <c:v>0.10583984631284693</c:v>
                </c:pt>
                <c:pt idx="847">
                  <c:v>0.10588867443902927</c:v>
                </c:pt>
                <c:pt idx="848">
                  <c:v>0.10601562756710337</c:v>
                </c:pt>
                <c:pt idx="849">
                  <c:v>0.10613281506994099</c:v>
                </c:pt>
                <c:pt idx="850">
                  <c:v>0.1063476588251433</c:v>
                </c:pt>
                <c:pt idx="851">
                  <c:v>0.10654297132987267</c:v>
                </c:pt>
                <c:pt idx="852">
                  <c:v>0.10672526300095342</c:v>
                </c:pt>
                <c:pt idx="853">
                  <c:v>0.10690429946362201</c:v>
                </c:pt>
                <c:pt idx="854">
                  <c:v>0.10705729425899335</c:v>
                </c:pt>
                <c:pt idx="855">
                  <c:v>0.10722005467960116</c:v>
                </c:pt>
                <c:pt idx="856">
                  <c:v>0.10742187760115485</c:v>
                </c:pt>
                <c:pt idx="857">
                  <c:v>0.10761393489747206</c:v>
                </c:pt>
                <c:pt idx="858">
                  <c:v>0.10780273698537712</c:v>
                </c:pt>
                <c:pt idx="859">
                  <c:v>0.10796549740598493</c:v>
                </c:pt>
                <c:pt idx="860">
                  <c:v>0.10811849220135628</c:v>
                </c:pt>
                <c:pt idx="861">
                  <c:v>0.10824544532943037</c:v>
                </c:pt>
                <c:pt idx="862">
                  <c:v>0.10838216408274093</c:v>
                </c:pt>
                <c:pt idx="863">
                  <c:v>0.1085253932528758</c:v>
                </c:pt>
                <c:pt idx="864">
                  <c:v>0.10871094013236871</c:v>
                </c:pt>
                <c:pt idx="865">
                  <c:v>0.10891601826233455</c:v>
                </c:pt>
                <c:pt idx="866">
                  <c:v>0.10909179951659098</c:v>
                </c:pt>
                <c:pt idx="867">
                  <c:v>0.10923502868672585</c:v>
                </c:pt>
                <c:pt idx="868">
                  <c:v>0.10939778910733367</c:v>
                </c:pt>
                <c:pt idx="869">
                  <c:v>0.10954101827746854</c:v>
                </c:pt>
                <c:pt idx="870">
                  <c:v>0.10969726828125204</c:v>
                </c:pt>
                <c:pt idx="871">
                  <c:v>0.10982422140932613</c:v>
                </c:pt>
                <c:pt idx="872">
                  <c:v>0.109967450579461</c:v>
                </c:pt>
                <c:pt idx="873">
                  <c:v>0.11015950787577822</c:v>
                </c:pt>
                <c:pt idx="874">
                  <c:v>0.11040364850668993</c:v>
                </c:pt>
                <c:pt idx="875">
                  <c:v>0.11058268496935852</c:v>
                </c:pt>
                <c:pt idx="876">
                  <c:v>0.11074219018155418</c:v>
                </c:pt>
                <c:pt idx="877">
                  <c:v>0.11089844018533768</c:v>
                </c:pt>
                <c:pt idx="878">
                  <c:v>0.11105143498070902</c:v>
                </c:pt>
                <c:pt idx="879">
                  <c:v>0.11120442977608036</c:v>
                </c:pt>
                <c:pt idx="880">
                  <c:v>0.11134440373780308</c:v>
                </c:pt>
                <c:pt idx="881">
                  <c:v>0.11144205999016776</c:v>
                </c:pt>
                <c:pt idx="882">
                  <c:v>0.11158854436871479</c:v>
                </c:pt>
                <c:pt idx="883">
                  <c:v>0.11180013291550495</c:v>
                </c:pt>
                <c:pt idx="884">
                  <c:v>0.11198242458658569</c:v>
                </c:pt>
                <c:pt idx="885">
                  <c:v>0.11219075792496369</c:v>
                </c:pt>
                <c:pt idx="886">
                  <c:v>0.11238607042969306</c:v>
                </c:pt>
                <c:pt idx="887">
                  <c:v>0.11252604439141578</c:v>
                </c:pt>
                <c:pt idx="888">
                  <c:v>0.11267903918678712</c:v>
                </c:pt>
                <c:pt idx="889">
                  <c:v>0.11284179960739493</c:v>
                </c:pt>
                <c:pt idx="890">
                  <c:v>0.11303060169529999</c:v>
                </c:pt>
                <c:pt idx="891">
                  <c:v>0.11318685169908349</c:v>
                </c:pt>
                <c:pt idx="892">
                  <c:v>0.11332357045239405</c:v>
                </c:pt>
                <c:pt idx="893">
                  <c:v>0.11345703399729246</c:v>
                </c:pt>
                <c:pt idx="894">
                  <c:v>0.11360351837583949</c:v>
                </c:pt>
                <c:pt idx="895">
                  <c:v>0.11375976837962298</c:v>
                </c:pt>
                <c:pt idx="896">
                  <c:v>0.11392903921705511</c:v>
                </c:pt>
                <c:pt idx="897">
                  <c:v>0.11407226838718998</c:v>
                </c:pt>
                <c:pt idx="898">
                  <c:v>0.11421549755732485</c:v>
                </c:pt>
                <c:pt idx="899">
                  <c:v>0.11443034131252716</c:v>
                </c:pt>
                <c:pt idx="900">
                  <c:v>0.11462565381725653</c:v>
                </c:pt>
                <c:pt idx="901">
                  <c:v>0.11479492465468866</c:v>
                </c:pt>
                <c:pt idx="902">
                  <c:v>0.11496094028370862</c:v>
                </c:pt>
                <c:pt idx="903">
                  <c:v>0.11512695591272859</c:v>
                </c:pt>
                <c:pt idx="904">
                  <c:v>0.11529622675016071</c:v>
                </c:pt>
                <c:pt idx="905">
                  <c:v>0.1154459663371199</c:v>
                </c:pt>
                <c:pt idx="906">
                  <c:v>0.11559245071566693</c:v>
                </c:pt>
                <c:pt idx="907">
                  <c:v>0.11574219030262611</c:v>
                </c:pt>
                <c:pt idx="908">
                  <c:v>0.11589518509799746</c:v>
                </c:pt>
                <c:pt idx="909">
                  <c:v>0.11608398718590252</c:v>
                </c:pt>
                <c:pt idx="910">
                  <c:v>0.11632487260840207</c:v>
                </c:pt>
                <c:pt idx="911">
                  <c:v>0.11648763302900988</c:v>
                </c:pt>
                <c:pt idx="912">
                  <c:v>0.11665364865802985</c:v>
                </c:pt>
                <c:pt idx="913">
                  <c:v>0.11682617470387413</c:v>
                </c:pt>
                <c:pt idx="914">
                  <c:v>0.11698242470765763</c:v>
                </c:pt>
                <c:pt idx="915">
                  <c:v>0.11710937783573172</c:v>
                </c:pt>
                <c:pt idx="916">
                  <c:v>0.11724284138063013</c:v>
                </c:pt>
                <c:pt idx="917">
                  <c:v>0.11739909138441362</c:v>
                </c:pt>
                <c:pt idx="918">
                  <c:v>0.11756510701343359</c:v>
                </c:pt>
                <c:pt idx="919">
                  <c:v>0.11774088826769002</c:v>
                </c:pt>
                <c:pt idx="920">
                  <c:v>0.1179362007724194</c:v>
                </c:pt>
                <c:pt idx="921">
                  <c:v>0.11817057577809464</c:v>
                </c:pt>
                <c:pt idx="922">
                  <c:v>0.11838541953329695</c:v>
                </c:pt>
                <c:pt idx="923">
                  <c:v>0.11854166953708045</c:v>
                </c:pt>
                <c:pt idx="924">
                  <c:v>0.11871745079133689</c:v>
                </c:pt>
                <c:pt idx="925">
                  <c:v>0.11890299767082979</c:v>
                </c:pt>
                <c:pt idx="926">
                  <c:v>0.11905924767461329</c:v>
                </c:pt>
                <c:pt idx="927">
                  <c:v>0.11918945601109954</c:v>
                </c:pt>
                <c:pt idx="928">
                  <c:v>0.11933268518123441</c:v>
                </c:pt>
                <c:pt idx="929">
                  <c:v>0.11950846643549085</c:v>
                </c:pt>
                <c:pt idx="930">
                  <c:v>0.11970052373180806</c:v>
                </c:pt>
                <c:pt idx="931">
                  <c:v>0.11988607061130097</c:v>
                </c:pt>
                <c:pt idx="932">
                  <c:v>0.12007161749079387</c:v>
                </c:pt>
                <c:pt idx="933">
                  <c:v>0.12025716437028677</c:v>
                </c:pt>
                <c:pt idx="934">
                  <c:v>0.12041341437407027</c:v>
                </c:pt>
                <c:pt idx="935">
                  <c:v>0.12058919562832671</c:v>
                </c:pt>
                <c:pt idx="936">
                  <c:v>0.12077148729940745</c:v>
                </c:pt>
                <c:pt idx="937">
                  <c:v>0.1209537789704882</c:v>
                </c:pt>
                <c:pt idx="938">
                  <c:v>0.12112956022474464</c:v>
                </c:pt>
                <c:pt idx="939">
                  <c:v>0.12128581022852813</c:v>
                </c:pt>
                <c:pt idx="940">
                  <c:v>0.12147135710802104</c:v>
                </c:pt>
                <c:pt idx="941">
                  <c:v>0.12167318002957472</c:v>
                </c:pt>
                <c:pt idx="942">
                  <c:v>0.12184896128383116</c:v>
                </c:pt>
                <c:pt idx="943">
                  <c:v>0.12204427378856053</c:v>
                </c:pt>
                <c:pt idx="944">
                  <c:v>0.12227864879423578</c:v>
                </c:pt>
                <c:pt idx="945">
                  <c:v>0.12245117484008006</c:v>
                </c:pt>
                <c:pt idx="946">
                  <c:v>0.12261393526068787</c:v>
                </c:pt>
                <c:pt idx="947">
                  <c:v>0.12276693005605921</c:v>
                </c:pt>
                <c:pt idx="948">
                  <c:v>0.12291666964301839</c:v>
                </c:pt>
                <c:pt idx="949">
                  <c:v>0.1231315133982207</c:v>
                </c:pt>
                <c:pt idx="950">
                  <c:v>0.12333659152818655</c:v>
                </c:pt>
                <c:pt idx="951">
                  <c:v>0.12350586236561867</c:v>
                </c:pt>
                <c:pt idx="952">
                  <c:v>0.12368815403669942</c:v>
                </c:pt>
                <c:pt idx="953">
                  <c:v>0.12385742487413154</c:v>
                </c:pt>
                <c:pt idx="954">
                  <c:v>0.1240462269620366</c:v>
                </c:pt>
                <c:pt idx="955">
                  <c:v>0.12421549779946872</c:v>
                </c:pt>
                <c:pt idx="956">
                  <c:v>0.12432943009389419</c:v>
                </c:pt>
                <c:pt idx="957">
                  <c:v>0.1244401071799075</c:v>
                </c:pt>
                <c:pt idx="958">
                  <c:v>0.12461914364257609</c:v>
                </c:pt>
                <c:pt idx="959">
                  <c:v>0.12479492489683253</c:v>
                </c:pt>
                <c:pt idx="960">
                  <c:v>0.12496419573426465</c:v>
                </c:pt>
                <c:pt idx="961">
                  <c:v>0.12517252907264265</c:v>
                </c:pt>
                <c:pt idx="962">
                  <c:v>0.12535482074372339</c:v>
                </c:pt>
                <c:pt idx="963">
                  <c:v>0.12551107074750689</c:v>
                </c:pt>
                <c:pt idx="964">
                  <c:v>0.12569010721017548</c:v>
                </c:pt>
                <c:pt idx="965">
                  <c:v>0.12588541971490486</c:v>
                </c:pt>
                <c:pt idx="966">
                  <c:v>0.12606120096916129</c:v>
                </c:pt>
                <c:pt idx="967">
                  <c:v>0.12621745097294479</c:v>
                </c:pt>
                <c:pt idx="968">
                  <c:v>0.12641601868608632</c:v>
                </c:pt>
                <c:pt idx="969">
                  <c:v>0.12662109681605216</c:v>
                </c:pt>
                <c:pt idx="970">
                  <c:v>0.12683268536284231</c:v>
                </c:pt>
                <c:pt idx="971">
                  <c:v>0.1270117218255109</c:v>
                </c:pt>
                <c:pt idx="972">
                  <c:v>0.1271907582881795</c:v>
                </c:pt>
                <c:pt idx="973">
                  <c:v>0.12738281558449671</c:v>
                </c:pt>
                <c:pt idx="974">
                  <c:v>0.12759114892287471</c:v>
                </c:pt>
                <c:pt idx="975">
                  <c:v>0.12777995101077977</c:v>
                </c:pt>
                <c:pt idx="976">
                  <c:v>0.12793945622297542</c:v>
                </c:pt>
                <c:pt idx="977">
                  <c:v>0.12810872706040755</c:v>
                </c:pt>
                <c:pt idx="978">
                  <c:v>0.12828450831466398</c:v>
                </c:pt>
                <c:pt idx="979">
                  <c:v>0.12847005519415688</c:v>
                </c:pt>
                <c:pt idx="980">
                  <c:v>0.12865885728206194</c:v>
                </c:pt>
                <c:pt idx="981">
                  <c:v>0.12884114895314269</c:v>
                </c:pt>
                <c:pt idx="982">
                  <c:v>0.12902995104104775</c:v>
                </c:pt>
                <c:pt idx="983">
                  <c:v>0.12923828437942575</c:v>
                </c:pt>
                <c:pt idx="984">
                  <c:v>0.12946289375986453</c:v>
                </c:pt>
                <c:pt idx="985">
                  <c:v>0.12965495105618174</c:v>
                </c:pt>
                <c:pt idx="986">
                  <c:v>0.12981771147678955</c:v>
                </c:pt>
                <c:pt idx="987">
                  <c:v>0.12997721668898521</c:v>
                </c:pt>
                <c:pt idx="988">
                  <c:v>0.13016927398530242</c:v>
                </c:pt>
                <c:pt idx="989">
                  <c:v>0.13036133128161964</c:v>
                </c:pt>
                <c:pt idx="990">
                  <c:v>0.13051758128540314</c:v>
                </c:pt>
                <c:pt idx="991">
                  <c:v>0.13067057608077448</c:v>
                </c:pt>
                <c:pt idx="992">
                  <c:v>0.13086914379391601</c:v>
                </c:pt>
                <c:pt idx="993">
                  <c:v>0.13107096671546969</c:v>
                </c:pt>
                <c:pt idx="994">
                  <c:v>0.13127278963702338</c:v>
                </c:pt>
                <c:pt idx="995">
                  <c:v>0.13146810214175275</c:v>
                </c:pt>
                <c:pt idx="996">
                  <c:v>0.13167969068854291</c:v>
                </c:pt>
                <c:pt idx="997">
                  <c:v>0.13186849277644797</c:v>
                </c:pt>
                <c:pt idx="998">
                  <c:v>0.1320442740307044</c:v>
                </c:pt>
                <c:pt idx="999">
                  <c:v>0.13220377924290005</c:v>
                </c:pt>
                <c:pt idx="1000">
                  <c:v>0.13237305008033218</c:v>
                </c:pt>
                <c:pt idx="1001">
                  <c:v>0.13254557612617646</c:v>
                </c:pt>
                <c:pt idx="1002">
                  <c:v>0.13273437821408152</c:v>
                </c:pt>
                <c:pt idx="1003">
                  <c:v>0.13291341467675011</c:v>
                </c:pt>
                <c:pt idx="1004">
                  <c:v>0.13309896155624301</c:v>
                </c:pt>
                <c:pt idx="1005">
                  <c:v>0.13327474281049945</c:v>
                </c:pt>
                <c:pt idx="1006">
                  <c:v>0.13349609698252607</c:v>
                </c:pt>
                <c:pt idx="1007">
                  <c:v>0.13373372719661347</c:v>
                </c:pt>
                <c:pt idx="1008">
                  <c:v>0.13392903970134284</c:v>
                </c:pt>
                <c:pt idx="1009">
                  <c:v>0.13407552407988987</c:v>
                </c:pt>
                <c:pt idx="1010">
                  <c:v>0.1342740917930314</c:v>
                </c:pt>
                <c:pt idx="1011">
                  <c:v>0.13448568033982156</c:v>
                </c:pt>
                <c:pt idx="1012">
                  <c:v>0.13468750326137524</c:v>
                </c:pt>
                <c:pt idx="1013">
                  <c:v>0.13485351889039521</c:v>
                </c:pt>
                <c:pt idx="1014">
                  <c:v>0.13501302410259086</c:v>
                </c:pt>
                <c:pt idx="1015">
                  <c:v>0.1351660188979622</c:v>
                </c:pt>
                <c:pt idx="1016">
                  <c:v>0.13535482098586726</c:v>
                </c:pt>
                <c:pt idx="1017">
                  <c:v>0.13554362307377232</c:v>
                </c:pt>
                <c:pt idx="1018">
                  <c:v>0.13571940432802876</c:v>
                </c:pt>
                <c:pt idx="1019">
                  <c:v>0.13589844079069735</c:v>
                </c:pt>
                <c:pt idx="1020">
                  <c:v>0.13610677412907535</c:v>
                </c:pt>
                <c:pt idx="1021">
                  <c:v>0.13627930017491963</c:v>
                </c:pt>
                <c:pt idx="1022">
                  <c:v>0.13646810226282469</c:v>
                </c:pt>
                <c:pt idx="1023">
                  <c:v>0.136682946018027</c:v>
                </c:pt>
                <c:pt idx="1024">
                  <c:v>0.13692383144052656</c:v>
                </c:pt>
                <c:pt idx="1025">
                  <c:v>0.13713541998731671</c:v>
                </c:pt>
                <c:pt idx="1026">
                  <c:v>0.13733073249204608</c:v>
                </c:pt>
                <c:pt idx="1027">
                  <c:v>0.13750325853789036</c:v>
                </c:pt>
                <c:pt idx="1028">
                  <c:v>0.13767578458373464</c:v>
                </c:pt>
                <c:pt idx="1029">
                  <c:v>0.13785807625481539</c:v>
                </c:pt>
                <c:pt idx="1030">
                  <c:v>0.13800781584177457</c:v>
                </c:pt>
                <c:pt idx="1031">
                  <c:v>0.13813151376143651</c:v>
                </c:pt>
                <c:pt idx="1032">
                  <c:v>0.13830729501569294</c:v>
                </c:pt>
                <c:pt idx="1033">
                  <c:v>0.138496097103598</c:v>
                </c:pt>
                <c:pt idx="1034">
                  <c:v>0.13871419606721247</c:v>
                </c:pt>
                <c:pt idx="1035">
                  <c:v>0.13891601898876615</c:v>
                </c:pt>
                <c:pt idx="1036">
                  <c:v>0.13911133149349553</c:v>
                </c:pt>
                <c:pt idx="1037">
                  <c:v>0.13928060233092765</c:v>
                </c:pt>
                <c:pt idx="1038">
                  <c:v>0.1394401075431233</c:v>
                </c:pt>
                <c:pt idx="1039">
                  <c:v>0.1396191440057919</c:v>
                </c:pt>
                <c:pt idx="1040">
                  <c:v>0.13983398776099421</c:v>
                </c:pt>
                <c:pt idx="1041">
                  <c:v>0.14007487318349376</c:v>
                </c:pt>
                <c:pt idx="1042">
                  <c:v>0.14029622735552039</c:v>
                </c:pt>
                <c:pt idx="1043">
                  <c:v>0.14050130548548623</c:v>
                </c:pt>
                <c:pt idx="1044">
                  <c:v>0.14070963882386422</c:v>
                </c:pt>
                <c:pt idx="1045">
                  <c:v>0.14088867528653282</c:v>
                </c:pt>
                <c:pt idx="1046">
                  <c:v>0.14102539403984338</c:v>
                </c:pt>
                <c:pt idx="1047">
                  <c:v>0.14115234716791747</c:v>
                </c:pt>
                <c:pt idx="1048">
                  <c:v>0.1413281284221739</c:v>
                </c:pt>
                <c:pt idx="1049">
                  <c:v>0.1415364617605519</c:v>
                </c:pt>
                <c:pt idx="1050">
                  <c:v>0.14176758155781499</c:v>
                </c:pt>
                <c:pt idx="1051">
                  <c:v>0.14196614927095652</c:v>
                </c:pt>
                <c:pt idx="1052">
                  <c:v>0.14211914406632786</c:v>
                </c:pt>
                <c:pt idx="1053">
                  <c:v>0.14226237323646274</c:v>
                </c:pt>
                <c:pt idx="1054">
                  <c:v>0.14246745136642858</c:v>
                </c:pt>
                <c:pt idx="1055">
                  <c:v>0.14271159199734029</c:v>
                </c:pt>
                <c:pt idx="1056">
                  <c:v>0.1429264357525426</c:v>
                </c:pt>
                <c:pt idx="1057">
                  <c:v>0.1430826857563261</c:v>
                </c:pt>
                <c:pt idx="1058">
                  <c:v>0.1432389357601096</c:v>
                </c:pt>
                <c:pt idx="1059">
                  <c:v>0.14337890972183231</c:v>
                </c:pt>
                <c:pt idx="1060">
                  <c:v>0.14350911805831856</c:v>
                </c:pt>
                <c:pt idx="1061">
                  <c:v>0.14370768577146009</c:v>
                </c:pt>
                <c:pt idx="1062">
                  <c:v>0.14391601910983809</c:v>
                </c:pt>
                <c:pt idx="1063">
                  <c:v>0.14406250348838512</c:v>
                </c:pt>
                <c:pt idx="1064">
                  <c:v>0.14422526390899293</c:v>
                </c:pt>
                <c:pt idx="1065">
                  <c:v>0.14440755558007368</c:v>
                </c:pt>
                <c:pt idx="1066">
                  <c:v>0.14465169621098539</c:v>
                </c:pt>
                <c:pt idx="1067">
                  <c:v>0.14485026392412692</c:v>
                </c:pt>
                <c:pt idx="1068">
                  <c:v>0.14500325871949826</c:v>
                </c:pt>
                <c:pt idx="1069">
                  <c:v>0.14518229518216685</c:v>
                </c:pt>
                <c:pt idx="1070">
                  <c:v>0.14543620143831504</c:v>
                </c:pt>
                <c:pt idx="1071">
                  <c:v>0.14563151394304441</c:v>
                </c:pt>
                <c:pt idx="1072">
                  <c:v>0.14585612332348319</c:v>
                </c:pt>
                <c:pt idx="1073">
                  <c:v>0.1461002639543949</c:v>
                </c:pt>
                <c:pt idx="1074">
                  <c:v>0.14630534208436075</c:v>
                </c:pt>
                <c:pt idx="1075">
                  <c:v>0.14645508167131993</c:v>
                </c:pt>
                <c:pt idx="1076">
                  <c:v>0.14659180042463049</c:v>
                </c:pt>
                <c:pt idx="1077">
                  <c:v>0.14676432647047477</c:v>
                </c:pt>
                <c:pt idx="1078">
                  <c:v>0.14695963897520414</c:v>
                </c:pt>
                <c:pt idx="1079">
                  <c:v>0.14712565460422411</c:v>
                </c:pt>
                <c:pt idx="1080">
                  <c:v>0.14737956086037229</c:v>
                </c:pt>
                <c:pt idx="1081">
                  <c:v>0.14767578482587851</c:v>
                </c:pt>
                <c:pt idx="1082">
                  <c:v>0.14794922233249963</c:v>
                </c:pt>
                <c:pt idx="1083">
                  <c:v>0.14813151400358038</c:v>
                </c:pt>
                <c:pt idx="1084">
                  <c:v>0.14827148796530309</c:v>
                </c:pt>
                <c:pt idx="1085">
                  <c:v>0.14841146192702581</c:v>
                </c:pt>
                <c:pt idx="1086">
                  <c:v>0.14856771193080931</c:v>
                </c:pt>
                <c:pt idx="1087">
                  <c:v>0.14876953485236299</c:v>
                </c:pt>
                <c:pt idx="1088">
                  <c:v>0.14895833694026805</c:v>
                </c:pt>
                <c:pt idx="1089">
                  <c:v>0.1491406286113488</c:v>
                </c:pt>
                <c:pt idx="1090">
                  <c:v>0.14935221715813896</c:v>
                </c:pt>
                <c:pt idx="1091">
                  <c:v>0.1495345088292197</c:v>
                </c:pt>
                <c:pt idx="1092">
                  <c:v>0.14976237341807064</c:v>
                </c:pt>
                <c:pt idx="1093">
                  <c:v>0.1499804723816851</c:v>
                </c:pt>
                <c:pt idx="1094">
                  <c:v>0.1501888057200631</c:v>
                </c:pt>
                <c:pt idx="1095">
                  <c:v>0.15040364947526541</c:v>
                </c:pt>
                <c:pt idx="1096">
                  <c:v>0.15062174843887988</c:v>
                </c:pt>
                <c:pt idx="1097">
                  <c:v>0.15081055052678494</c:v>
                </c:pt>
                <c:pt idx="1098">
                  <c:v>0.15099935261469</c:v>
                </c:pt>
                <c:pt idx="1099">
                  <c:v>0.15115560261847349</c:v>
                </c:pt>
                <c:pt idx="1100">
                  <c:v>0.15135091512320287</c:v>
                </c:pt>
                <c:pt idx="1101">
                  <c:v>0.15155599325316871</c:v>
                </c:pt>
                <c:pt idx="1102">
                  <c:v>0.15174479534107377</c:v>
                </c:pt>
                <c:pt idx="1103">
                  <c:v>0.1519205765953302</c:v>
                </c:pt>
                <c:pt idx="1104">
                  <c:v>0.15210612347482311</c:v>
                </c:pt>
                <c:pt idx="1105">
                  <c:v>0.15231771202161326</c:v>
                </c:pt>
                <c:pt idx="1106">
                  <c:v>0.15251627973475479</c:v>
                </c:pt>
                <c:pt idx="1107">
                  <c:v>0.15270182661424769</c:v>
                </c:pt>
                <c:pt idx="1108">
                  <c:v>0.1529394568283351</c:v>
                </c:pt>
                <c:pt idx="1109">
                  <c:v>0.1531770870424225</c:v>
                </c:pt>
                <c:pt idx="1110">
                  <c:v>0.15336588913032756</c:v>
                </c:pt>
                <c:pt idx="1111">
                  <c:v>0.15353190475934753</c:v>
                </c:pt>
                <c:pt idx="1112">
                  <c:v>0.15369466517995534</c:v>
                </c:pt>
                <c:pt idx="1113">
                  <c:v>0.15389974330992118</c:v>
                </c:pt>
                <c:pt idx="1114">
                  <c:v>0.15414388394083289</c:v>
                </c:pt>
                <c:pt idx="1115">
                  <c:v>0.1543815141549203</c:v>
                </c:pt>
                <c:pt idx="1116">
                  <c:v>0.15459310270171045</c:v>
                </c:pt>
                <c:pt idx="1117">
                  <c:v>0.15477213916437904</c:v>
                </c:pt>
                <c:pt idx="1118">
                  <c:v>0.15497070687752057</c:v>
                </c:pt>
                <c:pt idx="1119">
                  <c:v>0.15515625375701347</c:v>
                </c:pt>
                <c:pt idx="1120">
                  <c:v>0.15534831105333069</c:v>
                </c:pt>
                <c:pt idx="1121">
                  <c:v>0.15553060272441144</c:v>
                </c:pt>
                <c:pt idx="1122">
                  <c:v>0.15572917043755297</c:v>
                </c:pt>
                <c:pt idx="1123">
                  <c:v>0.15594726940116743</c:v>
                </c:pt>
                <c:pt idx="1124">
                  <c:v>0.15616211315636974</c:v>
                </c:pt>
                <c:pt idx="1125">
                  <c:v>0.15638021211998421</c:v>
                </c:pt>
                <c:pt idx="1126">
                  <c:v>0.15658529024995005</c:v>
                </c:pt>
                <c:pt idx="1127">
                  <c:v>0.1567447954621457</c:v>
                </c:pt>
                <c:pt idx="1128">
                  <c:v>0.15692383192481429</c:v>
                </c:pt>
                <c:pt idx="1129">
                  <c:v>0.15711914442954367</c:v>
                </c:pt>
                <c:pt idx="1130">
                  <c:v>0.15731445693427304</c:v>
                </c:pt>
                <c:pt idx="1131">
                  <c:v>0.15751302464741457</c:v>
                </c:pt>
                <c:pt idx="1132">
                  <c:v>0.15773437881944119</c:v>
                </c:pt>
                <c:pt idx="1133">
                  <c:v>0.15795247778305566</c:v>
                </c:pt>
                <c:pt idx="1134">
                  <c:v>0.15814127987096072</c:v>
                </c:pt>
                <c:pt idx="1135">
                  <c:v>0.15836914445981165</c:v>
                </c:pt>
                <c:pt idx="1136">
                  <c:v>0.15860677467389905</c:v>
                </c:pt>
                <c:pt idx="1137">
                  <c:v>0.15883789447116214</c:v>
                </c:pt>
                <c:pt idx="1138">
                  <c:v>0.15905924864318877</c:v>
                </c:pt>
                <c:pt idx="1139">
                  <c:v>0.15924154031426951</c:v>
                </c:pt>
                <c:pt idx="1140">
                  <c:v>0.15943359761058673</c:v>
                </c:pt>
                <c:pt idx="1141">
                  <c:v>0.15963542053214042</c:v>
                </c:pt>
                <c:pt idx="1142">
                  <c:v>0.15982422262004548</c:v>
                </c:pt>
                <c:pt idx="1143">
                  <c:v>0.16000651429112622</c:v>
                </c:pt>
                <c:pt idx="1144">
                  <c:v>0.16021810283791638</c:v>
                </c:pt>
                <c:pt idx="1145">
                  <c:v>0.16044596742676731</c:v>
                </c:pt>
                <c:pt idx="1146">
                  <c:v>0.16064127993149668</c:v>
                </c:pt>
                <c:pt idx="1147">
                  <c:v>0.16080404035210449</c:v>
                </c:pt>
                <c:pt idx="1148">
                  <c:v>0.16098633202318524</c:v>
                </c:pt>
                <c:pt idx="1149">
                  <c:v>0.16120768619521186</c:v>
                </c:pt>
                <c:pt idx="1150">
                  <c:v>0.16142578515882633</c:v>
                </c:pt>
                <c:pt idx="1151">
                  <c:v>0.16161784245514355</c:v>
                </c:pt>
                <c:pt idx="1152">
                  <c:v>0.16181315495987292</c:v>
                </c:pt>
                <c:pt idx="1153">
                  <c:v>0.1619856810057172</c:v>
                </c:pt>
                <c:pt idx="1154">
                  <c:v>0.1621712278852101</c:v>
                </c:pt>
                <c:pt idx="1155">
                  <c:v>0.16237630601517594</c:v>
                </c:pt>
                <c:pt idx="1156">
                  <c:v>0.16257487372831747</c:v>
                </c:pt>
                <c:pt idx="1157">
                  <c:v>0.16278320706669547</c:v>
                </c:pt>
                <c:pt idx="1158">
                  <c:v>0.162981774779837</c:v>
                </c:pt>
                <c:pt idx="1159">
                  <c:v>0.16316081124250559</c:v>
                </c:pt>
                <c:pt idx="1160">
                  <c:v>0.16333984770517418</c:v>
                </c:pt>
                <c:pt idx="1161">
                  <c:v>0.16352539458466708</c:v>
                </c:pt>
                <c:pt idx="1162">
                  <c:v>0.16377279042399095</c:v>
                </c:pt>
                <c:pt idx="1163">
                  <c:v>0.16402669668013914</c:v>
                </c:pt>
                <c:pt idx="1164">
                  <c:v>0.16426107168581439</c:v>
                </c:pt>
                <c:pt idx="1165">
                  <c:v>0.16444987377371945</c:v>
                </c:pt>
                <c:pt idx="1166">
                  <c:v>0.16461588940273941</c:v>
                </c:pt>
                <c:pt idx="1167">
                  <c:v>0.16481120190746879</c:v>
                </c:pt>
                <c:pt idx="1168">
                  <c:v>0.16501953524584678</c:v>
                </c:pt>
                <c:pt idx="1169">
                  <c:v>0.16521810295898831</c:v>
                </c:pt>
                <c:pt idx="1170">
                  <c:v>0.16545898838148787</c:v>
                </c:pt>
                <c:pt idx="1171">
                  <c:v>0.16567383213669018</c:v>
                </c:pt>
                <c:pt idx="1172">
                  <c:v>0.16588216547506818</c:v>
                </c:pt>
                <c:pt idx="1173">
                  <c:v>0.16606120193773677</c:v>
                </c:pt>
                <c:pt idx="1174">
                  <c:v>0.16623372798358105</c:v>
                </c:pt>
                <c:pt idx="1175">
                  <c:v>0.16641927486307395</c:v>
                </c:pt>
                <c:pt idx="1176">
                  <c:v>0.16666016028557351</c:v>
                </c:pt>
                <c:pt idx="1177">
                  <c:v>0.16690430091648523</c:v>
                </c:pt>
                <c:pt idx="1178">
                  <c:v>0.16714193113057263</c:v>
                </c:pt>
                <c:pt idx="1179">
                  <c:v>0.16737305092783572</c:v>
                </c:pt>
                <c:pt idx="1180">
                  <c:v>0.16761719155874744</c:v>
                </c:pt>
                <c:pt idx="1181">
                  <c:v>0.16785482177283484</c:v>
                </c:pt>
                <c:pt idx="1182">
                  <c:v>0.16805338948597637</c:v>
                </c:pt>
                <c:pt idx="1183">
                  <c:v>0.16823242594864496</c:v>
                </c:pt>
                <c:pt idx="1184">
                  <c:v>0.16841471761972571</c:v>
                </c:pt>
                <c:pt idx="1185">
                  <c:v>0.16861654054127939</c:v>
                </c:pt>
                <c:pt idx="1186">
                  <c:v>0.16883463950489386</c:v>
                </c:pt>
                <c:pt idx="1187">
                  <c:v>0.16904948326009617</c:v>
                </c:pt>
                <c:pt idx="1188">
                  <c:v>0.16926432701529848</c:v>
                </c:pt>
                <c:pt idx="1189">
                  <c:v>0.16945638431161569</c:v>
                </c:pt>
                <c:pt idx="1190">
                  <c:v>0.16966146244158153</c:v>
                </c:pt>
                <c:pt idx="1191">
                  <c:v>0.16986654057154738</c:v>
                </c:pt>
                <c:pt idx="1192">
                  <c:v>0.17004557703421597</c:v>
                </c:pt>
                <c:pt idx="1193">
                  <c:v>0.17024088953894534</c:v>
                </c:pt>
                <c:pt idx="1194">
                  <c:v>0.17047526454462059</c:v>
                </c:pt>
                <c:pt idx="1195">
                  <c:v>0.17068034267458643</c:v>
                </c:pt>
                <c:pt idx="1196">
                  <c:v>0.17087891038772796</c:v>
                </c:pt>
                <c:pt idx="1197">
                  <c:v>0.17109375414293027</c:v>
                </c:pt>
                <c:pt idx="1198">
                  <c:v>0.17131185310654473</c:v>
                </c:pt>
                <c:pt idx="1199">
                  <c:v>0.17152018644492273</c:v>
                </c:pt>
                <c:pt idx="1200">
                  <c:v>0.17170898853282779</c:v>
                </c:pt>
                <c:pt idx="1201">
                  <c:v>0.17188802499549638</c:v>
                </c:pt>
                <c:pt idx="1202">
                  <c:v>0.17211263437593516</c:v>
                </c:pt>
                <c:pt idx="1203">
                  <c:v>0.17232747813113747</c:v>
                </c:pt>
                <c:pt idx="1204">
                  <c:v>0.17253255626110331</c:v>
                </c:pt>
                <c:pt idx="1205">
                  <c:v>0.17272135834900837</c:v>
                </c:pt>
                <c:pt idx="1206">
                  <c:v>0.17292969168738637</c:v>
                </c:pt>
                <c:pt idx="1207">
                  <c:v>0.17315430106782514</c:v>
                </c:pt>
                <c:pt idx="1208">
                  <c:v>0.17338216565667608</c:v>
                </c:pt>
                <c:pt idx="1209">
                  <c:v>0.17360677503711486</c:v>
                </c:pt>
                <c:pt idx="1210">
                  <c:v>0.17383789483437795</c:v>
                </c:pt>
                <c:pt idx="1211">
                  <c:v>0.17406250421481673</c:v>
                </c:pt>
                <c:pt idx="1212">
                  <c:v>0.17426432713637041</c:v>
                </c:pt>
                <c:pt idx="1213">
                  <c:v>0.17444010839062685</c:v>
                </c:pt>
                <c:pt idx="1214">
                  <c:v>0.17462891047853191</c:v>
                </c:pt>
                <c:pt idx="1215">
                  <c:v>0.17481120214961265</c:v>
                </c:pt>
                <c:pt idx="1216">
                  <c:v>0.1750162802795785</c:v>
                </c:pt>
                <c:pt idx="1217">
                  <c:v>0.17526693132731452</c:v>
                </c:pt>
                <c:pt idx="1218">
                  <c:v>0.17551107195822624</c:v>
                </c:pt>
                <c:pt idx="1219">
                  <c:v>0.17571289487977992</c:v>
                </c:pt>
                <c:pt idx="1220">
                  <c:v>0.17593424905180655</c:v>
                </c:pt>
                <c:pt idx="1221">
                  <c:v>0.17615234801542101</c:v>
                </c:pt>
                <c:pt idx="1222">
                  <c:v>0.17633463968650176</c:v>
                </c:pt>
                <c:pt idx="1223">
                  <c:v>0.1765397178164676</c:v>
                </c:pt>
                <c:pt idx="1224">
                  <c:v>0.17676758240531854</c:v>
                </c:pt>
                <c:pt idx="1225">
                  <c:v>0.17696940532687222</c:v>
                </c:pt>
                <c:pt idx="1226">
                  <c:v>0.17717773866525022</c:v>
                </c:pt>
                <c:pt idx="1227">
                  <c:v>0.17740885846251331</c:v>
                </c:pt>
                <c:pt idx="1228">
                  <c:v>0.17765950951024934</c:v>
                </c:pt>
                <c:pt idx="1229">
                  <c:v>0.17784180118133008</c:v>
                </c:pt>
                <c:pt idx="1230">
                  <c:v>0.17797851993464064</c:v>
                </c:pt>
                <c:pt idx="1231">
                  <c:v>0.17818034285619433</c:v>
                </c:pt>
                <c:pt idx="1232">
                  <c:v>0.17847331161328839</c:v>
                </c:pt>
                <c:pt idx="1233">
                  <c:v>0.17872070745261226</c:v>
                </c:pt>
                <c:pt idx="1234">
                  <c:v>0.17894531683305104</c:v>
                </c:pt>
                <c:pt idx="1235">
                  <c:v>0.17914713975460472</c:v>
                </c:pt>
                <c:pt idx="1236">
                  <c:v>0.17937500434345566</c:v>
                </c:pt>
                <c:pt idx="1237">
                  <c:v>0.17959310330707012</c:v>
                </c:pt>
                <c:pt idx="1238">
                  <c:v>0.17977213976973871</c:v>
                </c:pt>
                <c:pt idx="1239">
                  <c:v>0.17996419706605593</c:v>
                </c:pt>
                <c:pt idx="1240">
                  <c:v>0.18017578561284608</c:v>
                </c:pt>
                <c:pt idx="1241">
                  <c:v>0.18037109811757546</c:v>
                </c:pt>
                <c:pt idx="1242">
                  <c:v>0.18059896270642639</c:v>
                </c:pt>
                <c:pt idx="1243">
                  <c:v>0.18083008250368948</c:v>
                </c:pt>
                <c:pt idx="1244">
                  <c:v>0.18108724396824982</c:v>
                </c:pt>
                <c:pt idx="1245">
                  <c:v>0.18131510855710076</c:v>
                </c:pt>
                <c:pt idx="1246">
                  <c:v>0.18152344189547875</c:v>
                </c:pt>
                <c:pt idx="1247">
                  <c:v>0.18174154085909322</c:v>
                </c:pt>
                <c:pt idx="1248">
                  <c:v>0.18199870232365356</c:v>
                </c:pt>
                <c:pt idx="1249">
                  <c:v>0.18222005649568018</c:v>
                </c:pt>
                <c:pt idx="1250">
                  <c:v>0.1824121137919974</c:v>
                </c:pt>
                <c:pt idx="1251">
                  <c:v>0.18260091587990246</c:v>
                </c:pt>
                <c:pt idx="1252">
                  <c:v>0.18281250442669261</c:v>
                </c:pt>
                <c:pt idx="1253">
                  <c:v>0.18303711380713139</c:v>
                </c:pt>
                <c:pt idx="1254">
                  <c:v>0.18327474402121879</c:v>
                </c:pt>
                <c:pt idx="1255">
                  <c:v>0.1834895877764211</c:v>
                </c:pt>
                <c:pt idx="1256">
                  <c:v>0.18371745236527204</c:v>
                </c:pt>
                <c:pt idx="1257">
                  <c:v>0.18394206174571082</c:v>
                </c:pt>
                <c:pt idx="1258">
                  <c:v>0.18415690550091313</c:v>
                </c:pt>
                <c:pt idx="1259">
                  <c:v>0.18436849404770328</c:v>
                </c:pt>
                <c:pt idx="1260">
                  <c:v>0.18459635863655421</c:v>
                </c:pt>
                <c:pt idx="1261">
                  <c:v>0.18482422322540515</c:v>
                </c:pt>
                <c:pt idx="1262">
                  <c:v>0.18505208781425608</c:v>
                </c:pt>
                <c:pt idx="1263">
                  <c:v>0.18527669719469486</c:v>
                </c:pt>
                <c:pt idx="1264">
                  <c:v>0.18549479615830933</c:v>
                </c:pt>
                <c:pt idx="1265">
                  <c:v>0.18569661907986301</c:v>
                </c:pt>
                <c:pt idx="1266">
                  <c:v>0.18590495241824101</c:v>
                </c:pt>
                <c:pt idx="1267">
                  <c:v>0.18613281700709194</c:v>
                </c:pt>
                <c:pt idx="1268">
                  <c:v>0.18632487430340916</c:v>
                </c:pt>
                <c:pt idx="1269">
                  <c:v>0.186529952433375</c:v>
                </c:pt>
                <c:pt idx="1270">
                  <c:v>0.18680990035682044</c:v>
                </c:pt>
                <c:pt idx="1271">
                  <c:v>0.18706706182138078</c:v>
                </c:pt>
                <c:pt idx="1272">
                  <c:v>0.18727539515975877</c:v>
                </c:pt>
                <c:pt idx="1273">
                  <c:v>0.18750651495702186</c:v>
                </c:pt>
                <c:pt idx="1274">
                  <c:v>0.18774088996269711</c:v>
                </c:pt>
                <c:pt idx="1275">
                  <c:v>0.18796224413472373</c:v>
                </c:pt>
                <c:pt idx="1276">
                  <c:v>0.18816406705627742</c:v>
                </c:pt>
                <c:pt idx="1277">
                  <c:v>0.18836263476941895</c:v>
                </c:pt>
                <c:pt idx="1278">
                  <c:v>0.18857096810779694</c:v>
                </c:pt>
                <c:pt idx="1279">
                  <c:v>0.18877604623776278</c:v>
                </c:pt>
                <c:pt idx="1280">
                  <c:v>0.18902995249391097</c:v>
                </c:pt>
                <c:pt idx="1281">
                  <c:v>0.18926432749958622</c:v>
                </c:pt>
                <c:pt idx="1282">
                  <c:v>0.18950846813049793</c:v>
                </c:pt>
                <c:pt idx="1283">
                  <c:v>0.18973958792776102</c:v>
                </c:pt>
                <c:pt idx="1284">
                  <c:v>0.1899641973081998</c:v>
                </c:pt>
                <c:pt idx="1285">
                  <c:v>0.19016602022975349</c:v>
                </c:pt>
                <c:pt idx="1286">
                  <c:v>0.19035482231765855</c:v>
                </c:pt>
                <c:pt idx="1287">
                  <c:v>0.19053711398873929</c:v>
                </c:pt>
                <c:pt idx="1288">
                  <c:v>0.19076497857759023</c:v>
                </c:pt>
                <c:pt idx="1289">
                  <c:v>0.19100911920850194</c:v>
                </c:pt>
                <c:pt idx="1290">
                  <c:v>0.19123698379735288</c:v>
                </c:pt>
                <c:pt idx="1291">
                  <c:v>0.19142253067684578</c:v>
                </c:pt>
                <c:pt idx="1292">
                  <c:v>0.19163737443204809</c:v>
                </c:pt>
                <c:pt idx="1293">
                  <c:v>0.19184570777042609</c:v>
                </c:pt>
                <c:pt idx="1294">
                  <c:v>0.19205078590039193</c:v>
                </c:pt>
                <c:pt idx="1295">
                  <c:v>0.19229167132289149</c:v>
                </c:pt>
                <c:pt idx="1296">
                  <c:v>0.19252930153697889</c:v>
                </c:pt>
                <c:pt idx="1297">
                  <c:v>0.19273112445853258</c:v>
                </c:pt>
                <c:pt idx="1298">
                  <c:v>0.19294271300532273</c:v>
                </c:pt>
                <c:pt idx="1299">
                  <c:v>0.19318034321941013</c:v>
                </c:pt>
                <c:pt idx="1300">
                  <c:v>0.19342122864190969</c:v>
                </c:pt>
                <c:pt idx="1301">
                  <c:v>0.19362956198028769</c:v>
                </c:pt>
                <c:pt idx="1302">
                  <c:v>0.19385091615231431</c:v>
                </c:pt>
                <c:pt idx="1303">
                  <c:v>0.19408854636640172</c:v>
                </c:pt>
                <c:pt idx="1304">
                  <c:v>0.19432292137207696</c:v>
                </c:pt>
                <c:pt idx="1305">
                  <c:v>0.19453450991886712</c:v>
                </c:pt>
                <c:pt idx="1306">
                  <c:v>0.19475911929930589</c:v>
                </c:pt>
                <c:pt idx="1307">
                  <c:v>0.19500000472180545</c:v>
                </c:pt>
                <c:pt idx="1308">
                  <c:v>0.19524414535271717</c:v>
                </c:pt>
                <c:pt idx="1309">
                  <c:v>0.19544596827427085</c:v>
                </c:pt>
                <c:pt idx="1310">
                  <c:v>0.19563802557058807</c:v>
                </c:pt>
                <c:pt idx="1311">
                  <c:v>0.19584961411737822</c:v>
                </c:pt>
                <c:pt idx="1312">
                  <c:v>0.19611328599876288</c:v>
                </c:pt>
                <c:pt idx="1313">
                  <c:v>0.19634440579602597</c:v>
                </c:pt>
                <c:pt idx="1314">
                  <c:v>0.19658854642693768</c:v>
                </c:pt>
                <c:pt idx="1315">
                  <c:v>0.19681966622420077</c:v>
                </c:pt>
                <c:pt idx="1316">
                  <c:v>0.19704427560463955</c:v>
                </c:pt>
                <c:pt idx="1317">
                  <c:v>0.19726888498507833</c:v>
                </c:pt>
                <c:pt idx="1318">
                  <c:v>0.19750651519916573</c:v>
                </c:pt>
                <c:pt idx="1319">
                  <c:v>0.19774089020484098</c:v>
                </c:pt>
                <c:pt idx="1320">
                  <c:v>0.19795898916845545</c:v>
                </c:pt>
                <c:pt idx="1321">
                  <c:v>0.19816406729842129</c:v>
                </c:pt>
                <c:pt idx="1322">
                  <c:v>0.19839518709568438</c:v>
                </c:pt>
                <c:pt idx="1323">
                  <c:v>0.19863932772659609</c:v>
                </c:pt>
                <c:pt idx="1324">
                  <c:v>0.19888021314909565</c:v>
                </c:pt>
                <c:pt idx="1325">
                  <c:v>0.19907227044541287</c:v>
                </c:pt>
                <c:pt idx="1326">
                  <c:v>0.19926758295014224</c:v>
                </c:pt>
                <c:pt idx="1327">
                  <c:v>0.19947591628852024</c:v>
                </c:pt>
                <c:pt idx="1328">
                  <c:v>0.19973633296149274</c:v>
                </c:pt>
                <c:pt idx="1329">
                  <c:v>0.19999349442605308</c:v>
                </c:pt>
                <c:pt idx="1330">
                  <c:v>0.20022786943172832</c:v>
                </c:pt>
                <c:pt idx="1331">
                  <c:v>0.20041667151963338</c:v>
                </c:pt>
                <c:pt idx="1332">
                  <c:v>0.2006087288159506</c:v>
                </c:pt>
                <c:pt idx="1333">
                  <c:v>0.20083333819638938</c:v>
                </c:pt>
                <c:pt idx="1334">
                  <c:v>0.201054692368416</c:v>
                </c:pt>
                <c:pt idx="1335">
                  <c:v>0.20127604654044262</c:v>
                </c:pt>
                <c:pt idx="1336">
                  <c:v>0.20151367675453002</c:v>
                </c:pt>
                <c:pt idx="1337">
                  <c:v>0.20174479655179312</c:v>
                </c:pt>
                <c:pt idx="1338">
                  <c:v>0.20198242676588052</c:v>
                </c:pt>
                <c:pt idx="1339">
                  <c:v>0.20223307781361655</c:v>
                </c:pt>
                <c:pt idx="1340">
                  <c:v>0.20248372886135257</c:v>
                </c:pt>
                <c:pt idx="1341">
                  <c:v>0.20269531740814273</c:v>
                </c:pt>
                <c:pt idx="1342">
                  <c:v>0.20290690595493288</c:v>
                </c:pt>
                <c:pt idx="1343">
                  <c:v>0.20312174971013519</c:v>
                </c:pt>
                <c:pt idx="1344">
                  <c:v>0.20335937992422259</c:v>
                </c:pt>
                <c:pt idx="1345">
                  <c:v>0.20359701013831</c:v>
                </c:pt>
                <c:pt idx="1346">
                  <c:v>0.20382812993557309</c:v>
                </c:pt>
                <c:pt idx="1347">
                  <c:v>0.20406250494124833</c:v>
                </c:pt>
                <c:pt idx="1348">
                  <c:v>0.20432943203104514</c:v>
                </c:pt>
                <c:pt idx="1349">
                  <c:v>0.20456706224513255</c:v>
                </c:pt>
                <c:pt idx="1350">
                  <c:v>0.20479167162557133</c:v>
                </c:pt>
                <c:pt idx="1351">
                  <c:v>0.20499349454712501</c:v>
                </c:pt>
                <c:pt idx="1352">
                  <c:v>0.20520508309391516</c:v>
                </c:pt>
                <c:pt idx="1353">
                  <c:v>0.20541667164070532</c:v>
                </c:pt>
                <c:pt idx="1354">
                  <c:v>0.20566732268844135</c:v>
                </c:pt>
                <c:pt idx="1355">
                  <c:v>0.20589844248570444</c:v>
                </c:pt>
                <c:pt idx="1356">
                  <c:v>0.20613607269979184</c:v>
                </c:pt>
                <c:pt idx="1357">
                  <c:v>0.20635742687181846</c:v>
                </c:pt>
                <c:pt idx="1358">
                  <c:v>0.20658203625225724</c:v>
                </c:pt>
                <c:pt idx="1359">
                  <c:v>0.20680339042428386</c:v>
                </c:pt>
                <c:pt idx="1360">
                  <c:v>0.20703451022154695</c:v>
                </c:pt>
                <c:pt idx="1361">
                  <c:v>0.20727214043563436</c:v>
                </c:pt>
                <c:pt idx="1362">
                  <c:v>0.20748047377401235</c:v>
                </c:pt>
                <c:pt idx="1363">
                  <c:v>0.20770182794603897</c:v>
                </c:pt>
                <c:pt idx="1364">
                  <c:v>0.20793294774330207</c:v>
                </c:pt>
                <c:pt idx="1365">
                  <c:v>0.20814128108168006</c:v>
                </c:pt>
                <c:pt idx="1366">
                  <c:v>0.20836589046211884</c:v>
                </c:pt>
                <c:pt idx="1367">
                  <c:v>0.20860026546779409</c:v>
                </c:pt>
                <c:pt idx="1368">
                  <c:v>0.20883138526505718</c:v>
                </c:pt>
                <c:pt idx="1369">
                  <c:v>0.2090527394370838</c:v>
                </c:pt>
                <c:pt idx="1370">
                  <c:v>0.20928060402593474</c:v>
                </c:pt>
                <c:pt idx="1371">
                  <c:v>0.20950521340637351</c:v>
                </c:pt>
                <c:pt idx="1372">
                  <c:v>0.20976237487093385</c:v>
                </c:pt>
                <c:pt idx="1373">
                  <c:v>0.21002930196073066</c:v>
                </c:pt>
                <c:pt idx="1374">
                  <c:v>0.21027344259164238</c:v>
                </c:pt>
                <c:pt idx="1375">
                  <c:v>0.21050130718049331</c:v>
                </c:pt>
                <c:pt idx="1376">
                  <c:v>0.21070964051887131</c:v>
                </c:pt>
                <c:pt idx="1377">
                  <c:v>0.21091797385724931</c:v>
                </c:pt>
                <c:pt idx="1378">
                  <c:v>0.21114583844610024</c:v>
                </c:pt>
                <c:pt idx="1379">
                  <c:v>0.2114095103274849</c:v>
                </c:pt>
                <c:pt idx="1380">
                  <c:v>0.21166341658363308</c:v>
                </c:pt>
                <c:pt idx="1381">
                  <c:v>0.21189128117248401</c:v>
                </c:pt>
                <c:pt idx="1382">
                  <c:v>0.21210938013609848</c:v>
                </c:pt>
                <c:pt idx="1383">
                  <c:v>0.21232096868288863</c:v>
                </c:pt>
                <c:pt idx="1384">
                  <c:v>0.21254557806332741</c:v>
                </c:pt>
                <c:pt idx="1385">
                  <c:v>0.21275716661011757</c:v>
                </c:pt>
                <c:pt idx="1386">
                  <c:v>0.21296875515690772</c:v>
                </c:pt>
                <c:pt idx="1387">
                  <c:v>0.2131933645373465</c:v>
                </c:pt>
                <c:pt idx="1388">
                  <c:v>0.21344401558508252</c:v>
                </c:pt>
                <c:pt idx="1389">
                  <c:v>0.21368490100758208</c:v>
                </c:pt>
                <c:pt idx="1390">
                  <c:v>0.21392253122166949</c:v>
                </c:pt>
                <c:pt idx="1391">
                  <c:v>0.21415365101893258</c:v>
                </c:pt>
                <c:pt idx="1392">
                  <c:v>0.21438477081619567</c:v>
                </c:pt>
                <c:pt idx="1393">
                  <c:v>0.21459635936298582</c:v>
                </c:pt>
                <c:pt idx="1394">
                  <c:v>0.21482747916024891</c:v>
                </c:pt>
                <c:pt idx="1395">
                  <c:v>0.21507161979116063</c:v>
                </c:pt>
                <c:pt idx="1396">
                  <c:v>0.2153190156304845</c:v>
                </c:pt>
                <c:pt idx="1397">
                  <c:v>0.21554688021933543</c:v>
                </c:pt>
                <c:pt idx="1398">
                  <c:v>0.21577474480818637</c:v>
                </c:pt>
                <c:pt idx="1399">
                  <c:v>0.21598307814656437</c:v>
                </c:pt>
                <c:pt idx="1400">
                  <c:v>0.21621745315223961</c:v>
                </c:pt>
                <c:pt idx="1401">
                  <c:v>0.2164713594083878</c:v>
                </c:pt>
                <c:pt idx="1402">
                  <c:v>0.2167089896224752</c:v>
                </c:pt>
                <c:pt idx="1403">
                  <c:v>0.21692708858608967</c:v>
                </c:pt>
                <c:pt idx="1404">
                  <c:v>0.21716797400858923</c:v>
                </c:pt>
                <c:pt idx="1405">
                  <c:v>0.21740234901426447</c:v>
                </c:pt>
                <c:pt idx="1406">
                  <c:v>0.21763997922835188</c:v>
                </c:pt>
                <c:pt idx="1407">
                  <c:v>0.21790039590132437</c:v>
                </c:pt>
                <c:pt idx="1408">
                  <c:v>0.21817057819953334</c:v>
                </c:pt>
                <c:pt idx="1409">
                  <c:v>0.21840495320520859</c:v>
                </c:pt>
                <c:pt idx="1410">
                  <c:v>0.21863607300247168</c:v>
                </c:pt>
                <c:pt idx="1411">
                  <c:v>0.21884766154926183</c:v>
                </c:pt>
                <c:pt idx="1412">
                  <c:v>0.21907552613811276</c:v>
                </c:pt>
                <c:pt idx="1413">
                  <c:v>0.21932292197743664</c:v>
                </c:pt>
                <c:pt idx="1414">
                  <c:v>0.21954753135787541</c:v>
                </c:pt>
                <c:pt idx="1415">
                  <c:v>0.21977214073831419</c:v>
                </c:pt>
                <c:pt idx="1416">
                  <c:v>0.22001953657763806</c:v>
                </c:pt>
                <c:pt idx="1417">
                  <c:v>0.22027344283378625</c:v>
                </c:pt>
                <c:pt idx="1418">
                  <c:v>0.2205371147151709</c:v>
                </c:pt>
                <c:pt idx="1419">
                  <c:v>0.22078451055449477</c:v>
                </c:pt>
                <c:pt idx="1420">
                  <c:v>0.22102214076858218</c:v>
                </c:pt>
                <c:pt idx="1421">
                  <c:v>0.22125977098266958</c:v>
                </c:pt>
                <c:pt idx="1422">
                  <c:v>0.22153646369770286</c:v>
                </c:pt>
                <c:pt idx="1423">
                  <c:v>0.2217708387033781</c:v>
                </c:pt>
                <c:pt idx="1424">
                  <c:v>0.22199219287540473</c:v>
                </c:pt>
                <c:pt idx="1425">
                  <c:v>0.22222656788107997</c:v>
                </c:pt>
                <c:pt idx="1426">
                  <c:v>0.22246419809516738</c:v>
                </c:pt>
                <c:pt idx="1427">
                  <c:v>0.22271159393449125</c:v>
                </c:pt>
                <c:pt idx="1428">
                  <c:v>0.22297201060746374</c:v>
                </c:pt>
                <c:pt idx="1429">
                  <c:v>0.22323242728043624</c:v>
                </c:pt>
                <c:pt idx="1430">
                  <c:v>0.22349609916182089</c:v>
                </c:pt>
                <c:pt idx="1431">
                  <c:v>0.22374349500114477</c:v>
                </c:pt>
                <c:pt idx="1432">
                  <c:v>0.22400716688252942</c:v>
                </c:pt>
                <c:pt idx="1433">
                  <c:v>0.22424154188820467</c:v>
                </c:pt>
                <c:pt idx="1434">
                  <c:v>0.22445964085181913</c:v>
                </c:pt>
                <c:pt idx="1435">
                  <c:v>0.22466471898178497</c:v>
                </c:pt>
                <c:pt idx="1436">
                  <c:v>0.22490234919587238</c:v>
                </c:pt>
                <c:pt idx="1437">
                  <c:v>0.22516927628566918</c:v>
                </c:pt>
                <c:pt idx="1438">
                  <c:v>0.22544922420911462</c:v>
                </c:pt>
                <c:pt idx="1439">
                  <c:v>0.22569662004843849</c:v>
                </c:pt>
                <c:pt idx="1440">
                  <c:v>0.22592122942887727</c:v>
                </c:pt>
                <c:pt idx="1441">
                  <c:v>0.22616862526820114</c:v>
                </c:pt>
                <c:pt idx="1442">
                  <c:v>0.22642578673276148</c:v>
                </c:pt>
                <c:pt idx="1443">
                  <c:v>0.22667318257208535</c:v>
                </c:pt>
                <c:pt idx="1444">
                  <c:v>0.22692383361982138</c:v>
                </c:pt>
                <c:pt idx="1445">
                  <c:v>0.22718099508438172</c:v>
                </c:pt>
                <c:pt idx="1446">
                  <c:v>0.2274349013405299</c:v>
                </c:pt>
                <c:pt idx="1447">
                  <c:v>0.22767253155461731</c:v>
                </c:pt>
                <c:pt idx="1448">
                  <c:v>0.2279036513518804</c:v>
                </c:pt>
                <c:pt idx="1449">
                  <c:v>0.22811523989867055</c:v>
                </c:pt>
                <c:pt idx="1450">
                  <c:v>0.2283496149043458</c:v>
                </c:pt>
                <c:pt idx="1451">
                  <c:v>0.2286100315773183</c:v>
                </c:pt>
                <c:pt idx="1452">
                  <c:v>0.22890625554282451</c:v>
                </c:pt>
                <c:pt idx="1453">
                  <c:v>0.22916341700738485</c:v>
                </c:pt>
                <c:pt idx="1454">
                  <c:v>0.22940755763829657</c:v>
                </c:pt>
                <c:pt idx="1455">
                  <c:v>0.22964518785238397</c:v>
                </c:pt>
                <c:pt idx="1456">
                  <c:v>0.22990234931694431</c:v>
                </c:pt>
                <c:pt idx="1457">
                  <c:v>0.23015951078150465</c:v>
                </c:pt>
                <c:pt idx="1458">
                  <c:v>0.23041341703765283</c:v>
                </c:pt>
                <c:pt idx="1459">
                  <c:v>0.2306835993358618</c:v>
                </c:pt>
                <c:pt idx="1460">
                  <c:v>0.23092448475836136</c:v>
                </c:pt>
                <c:pt idx="1461">
                  <c:v>0.23114583893038798</c:v>
                </c:pt>
                <c:pt idx="1462">
                  <c:v>0.23138672435288754</c:v>
                </c:pt>
                <c:pt idx="1463">
                  <c:v>0.23161784415015063</c:v>
                </c:pt>
                <c:pt idx="1464">
                  <c:v>0.23186198478106235</c:v>
                </c:pt>
                <c:pt idx="1465">
                  <c:v>0.23212240145403484</c:v>
                </c:pt>
                <c:pt idx="1466">
                  <c:v>0.2324153702111289</c:v>
                </c:pt>
                <c:pt idx="1467">
                  <c:v>0.23267253167568924</c:v>
                </c:pt>
                <c:pt idx="1468">
                  <c:v>0.23292643793183743</c:v>
                </c:pt>
                <c:pt idx="1469">
                  <c:v>0.23316081293751267</c:v>
                </c:pt>
                <c:pt idx="1470">
                  <c:v>0.23341471919366086</c:v>
                </c:pt>
                <c:pt idx="1471">
                  <c:v>0.23368164628345767</c:v>
                </c:pt>
                <c:pt idx="1472">
                  <c:v>0.23397135983213957</c:v>
                </c:pt>
                <c:pt idx="1473">
                  <c:v>0.2342740942144701</c:v>
                </c:pt>
                <c:pt idx="1474">
                  <c:v>0.234563807763152</c:v>
                </c:pt>
                <c:pt idx="1475">
                  <c:v>0.23480794839406371</c:v>
                </c:pt>
                <c:pt idx="1476">
                  <c:v>0.23503906819132681</c:v>
                </c:pt>
                <c:pt idx="1477">
                  <c:v>0.2352701879885899</c:v>
                </c:pt>
                <c:pt idx="1478">
                  <c:v>0.23552734945315024</c:v>
                </c:pt>
                <c:pt idx="1479">
                  <c:v>0.23575521404200117</c:v>
                </c:pt>
                <c:pt idx="1480">
                  <c:v>0.23598307863085211</c:v>
                </c:pt>
                <c:pt idx="1481">
                  <c:v>0.23623698488700029</c:v>
                </c:pt>
                <c:pt idx="1482">
                  <c:v>0.23652669843568219</c:v>
                </c:pt>
                <c:pt idx="1483">
                  <c:v>0.23681315677595194</c:v>
                </c:pt>
                <c:pt idx="1484">
                  <c:v>0.23707031824051228</c:v>
                </c:pt>
                <c:pt idx="1485">
                  <c:v>0.23728190678730243</c:v>
                </c:pt>
                <c:pt idx="1486">
                  <c:v>0.2375000057509169</c:v>
                </c:pt>
                <c:pt idx="1487">
                  <c:v>0.23772461513135568</c:v>
                </c:pt>
                <c:pt idx="1488">
                  <c:v>0.2379980526379768</c:v>
                </c:pt>
                <c:pt idx="1489">
                  <c:v>0.23825846931094929</c:v>
                </c:pt>
                <c:pt idx="1490">
                  <c:v>0.23850260994186101</c:v>
                </c:pt>
                <c:pt idx="1491">
                  <c:v>0.23874675057277273</c:v>
                </c:pt>
                <c:pt idx="1492">
                  <c:v>0.23899089120368444</c:v>
                </c:pt>
                <c:pt idx="1493">
                  <c:v>0.23927409433554203</c:v>
                </c:pt>
                <c:pt idx="1494">
                  <c:v>0.23954753184216315</c:v>
                </c:pt>
                <c:pt idx="1495">
                  <c:v>0.2397819068478384</c:v>
                </c:pt>
                <c:pt idx="1496">
                  <c:v>0.24001628185351365</c:v>
                </c:pt>
                <c:pt idx="1497">
                  <c:v>0.24027018810966183</c:v>
                </c:pt>
                <c:pt idx="1498">
                  <c:v>0.2405403704078708</c:v>
                </c:pt>
                <c:pt idx="1499">
                  <c:v>0.24080078708084329</c:v>
                </c:pt>
                <c:pt idx="1500">
                  <c:v>0.24104492771175501</c:v>
                </c:pt>
                <c:pt idx="1501">
                  <c:v>0.24126953709219379</c:v>
                </c:pt>
                <c:pt idx="1502">
                  <c:v>0.24152344334834197</c:v>
                </c:pt>
                <c:pt idx="1503">
                  <c:v>0.24176432877084153</c:v>
                </c:pt>
                <c:pt idx="1504">
                  <c:v>0.24200195898492893</c:v>
                </c:pt>
                <c:pt idx="1505">
                  <c:v>0.24225586524107712</c:v>
                </c:pt>
                <c:pt idx="1506">
                  <c:v>0.24252279233087393</c:v>
                </c:pt>
                <c:pt idx="1507">
                  <c:v>0.24278971942067074</c:v>
                </c:pt>
                <c:pt idx="1508">
                  <c:v>0.24307943296935264</c:v>
                </c:pt>
                <c:pt idx="1509">
                  <c:v>0.24336263610121023</c:v>
                </c:pt>
                <c:pt idx="1510">
                  <c:v>0.24362305277418272</c:v>
                </c:pt>
                <c:pt idx="1511">
                  <c:v>0.24383789652938503</c:v>
                </c:pt>
                <c:pt idx="1512">
                  <c:v>0.24406250590982381</c:v>
                </c:pt>
                <c:pt idx="1513">
                  <c:v>0.24431966737438415</c:v>
                </c:pt>
                <c:pt idx="1514">
                  <c:v>0.24458333925576881</c:v>
                </c:pt>
                <c:pt idx="1515">
                  <c:v>0.24486328717921424</c:v>
                </c:pt>
                <c:pt idx="1516">
                  <c:v>0.2451562559363083</c:v>
                </c:pt>
                <c:pt idx="1517">
                  <c:v>0.24541992781769295</c:v>
                </c:pt>
                <c:pt idx="1518">
                  <c:v>0.24568685490748976</c:v>
                </c:pt>
                <c:pt idx="1519">
                  <c:v>0.24594727158046226</c:v>
                </c:pt>
                <c:pt idx="1520">
                  <c:v>0.24620768825343475</c:v>
                </c:pt>
                <c:pt idx="1521">
                  <c:v>0.24644531846752216</c:v>
                </c:pt>
                <c:pt idx="1522">
                  <c:v>0.24669596951525818</c:v>
                </c:pt>
                <c:pt idx="1523">
                  <c:v>0.24695964139664284</c:v>
                </c:pt>
                <c:pt idx="1524">
                  <c:v>0.24722656848643965</c:v>
                </c:pt>
                <c:pt idx="1525">
                  <c:v>0.24747721953417567</c:v>
                </c:pt>
                <c:pt idx="1526">
                  <c:v>0.24774089141556033</c:v>
                </c:pt>
                <c:pt idx="1527">
                  <c:v>0.24799154246329635</c:v>
                </c:pt>
                <c:pt idx="1528">
                  <c:v>0.24825521434468101</c:v>
                </c:pt>
                <c:pt idx="1529">
                  <c:v>0.2485156310176535</c:v>
                </c:pt>
                <c:pt idx="1530">
                  <c:v>0.24879883414951109</c:v>
                </c:pt>
                <c:pt idx="1531">
                  <c:v>0.24908203728136868</c:v>
                </c:pt>
                <c:pt idx="1532">
                  <c:v>0.24934896437116549</c:v>
                </c:pt>
                <c:pt idx="1533">
                  <c:v>0.24959310500207721</c:v>
                </c:pt>
                <c:pt idx="1534">
                  <c:v>0.24985352167504971</c:v>
                </c:pt>
                <c:pt idx="1535">
                  <c:v>0.25014323522373161</c:v>
                </c:pt>
                <c:pt idx="1536">
                  <c:v>0.25044271439764998</c:v>
                </c:pt>
                <c:pt idx="1537">
                  <c:v>0.25070638627903463</c:v>
                </c:pt>
                <c:pt idx="1538">
                  <c:v>0.25098307899406791</c:v>
                </c:pt>
                <c:pt idx="1539">
                  <c:v>0.25123047483339178</c:v>
                </c:pt>
                <c:pt idx="1540">
                  <c:v>0.25149414671477643</c:v>
                </c:pt>
                <c:pt idx="1541">
                  <c:v>0.25175130817933677</c:v>
                </c:pt>
                <c:pt idx="1542">
                  <c:v>0.25200846964389712</c:v>
                </c:pt>
                <c:pt idx="1543">
                  <c:v>0.25227214152528177</c:v>
                </c:pt>
                <c:pt idx="1544">
                  <c:v>0.25256836549078798</c:v>
                </c:pt>
                <c:pt idx="1545">
                  <c:v>0.2528645894562942</c:v>
                </c:pt>
                <c:pt idx="1546">
                  <c:v>0.25316406863021257</c:v>
                </c:pt>
                <c:pt idx="1547">
                  <c:v>0.25345703738730663</c:v>
                </c:pt>
                <c:pt idx="1548">
                  <c:v>0.25375977176963715</c:v>
                </c:pt>
                <c:pt idx="1549">
                  <c:v>0.25401367802578534</c:v>
                </c:pt>
                <c:pt idx="1550">
                  <c:v>0.25427083949034568</c:v>
                </c:pt>
                <c:pt idx="1551">
                  <c:v>0.25451823532966955</c:v>
                </c:pt>
                <c:pt idx="1552">
                  <c:v>0.25474609991852049</c:v>
                </c:pt>
                <c:pt idx="1553">
                  <c:v>0.25498373013260789</c:v>
                </c:pt>
                <c:pt idx="1554">
                  <c:v>0.25523763638875607</c:v>
                </c:pt>
                <c:pt idx="1555">
                  <c:v>0.25549805306172857</c:v>
                </c:pt>
                <c:pt idx="1556">
                  <c:v>0.25576823535993753</c:v>
                </c:pt>
                <c:pt idx="1557">
                  <c:v>0.25603516244973434</c:v>
                </c:pt>
                <c:pt idx="1558">
                  <c:v>0.25631511037317978</c:v>
                </c:pt>
                <c:pt idx="1559">
                  <c:v>0.25659831350503737</c:v>
                </c:pt>
                <c:pt idx="1560">
                  <c:v>0.25685221976118555</c:v>
                </c:pt>
                <c:pt idx="1561">
                  <c:v>0.25709961560050942</c:v>
                </c:pt>
                <c:pt idx="1562">
                  <c:v>0.25736654269030623</c:v>
                </c:pt>
                <c:pt idx="1563">
                  <c:v>0.25763021457169089</c:v>
                </c:pt>
                <c:pt idx="1564">
                  <c:v>0.25790690728672416</c:v>
                </c:pt>
                <c:pt idx="1565">
                  <c:v>0.25817708958493313</c:v>
                </c:pt>
                <c:pt idx="1566">
                  <c:v>0.25846680313361503</c:v>
                </c:pt>
                <c:pt idx="1567">
                  <c:v>0.25875326147388478</c:v>
                </c:pt>
                <c:pt idx="1568">
                  <c:v>0.25903646460574237</c:v>
                </c:pt>
                <c:pt idx="1569">
                  <c:v>0.25932292294601211</c:v>
                </c:pt>
                <c:pt idx="1570">
                  <c:v>0.25961589170310617</c:v>
                </c:pt>
                <c:pt idx="1571">
                  <c:v>0.2598665427508422</c:v>
                </c:pt>
                <c:pt idx="1572">
                  <c:v>0.26011068338175392</c:v>
                </c:pt>
                <c:pt idx="1573">
                  <c:v>0.26035156880425347</c:v>
                </c:pt>
                <c:pt idx="1574">
                  <c:v>0.26062826151928675</c:v>
                </c:pt>
                <c:pt idx="1575">
                  <c:v>0.26095378236050237</c:v>
                </c:pt>
                <c:pt idx="1576">
                  <c:v>0.26125000632600859</c:v>
                </c:pt>
                <c:pt idx="1577">
                  <c:v>0.26149740216533246</c:v>
                </c:pt>
                <c:pt idx="1578">
                  <c:v>0.26173828758783202</c:v>
                </c:pt>
                <c:pt idx="1579">
                  <c:v>0.26198242821874373</c:v>
                </c:pt>
                <c:pt idx="1580">
                  <c:v>0.2622526105169527</c:v>
                </c:pt>
                <c:pt idx="1581">
                  <c:v>0.26252279281516167</c:v>
                </c:pt>
                <c:pt idx="1582">
                  <c:v>0.26280599594701926</c:v>
                </c:pt>
                <c:pt idx="1583">
                  <c:v>0.26308268866205253</c:v>
                </c:pt>
                <c:pt idx="1584">
                  <c:v>0.26336263658549797</c:v>
                </c:pt>
                <c:pt idx="1585">
                  <c:v>0.26363607409211909</c:v>
                </c:pt>
                <c:pt idx="1586">
                  <c:v>0.26389649076509158</c:v>
                </c:pt>
                <c:pt idx="1587">
                  <c:v>0.26414388660441546</c:v>
                </c:pt>
                <c:pt idx="1588">
                  <c:v>0.26442708973627305</c:v>
                </c:pt>
                <c:pt idx="1589">
                  <c:v>0.26472656891019142</c:v>
                </c:pt>
                <c:pt idx="1590">
                  <c:v>0.26503906891775841</c:v>
                </c:pt>
                <c:pt idx="1591">
                  <c:v>0.26533854809167678</c:v>
                </c:pt>
                <c:pt idx="1592">
                  <c:v>0.26564128247400731</c:v>
                </c:pt>
                <c:pt idx="1593">
                  <c:v>0.26592123039745275</c:v>
                </c:pt>
                <c:pt idx="1594">
                  <c:v>0.26620117832089818</c:v>
                </c:pt>
                <c:pt idx="1595">
                  <c:v>0.26646810541069499</c:v>
                </c:pt>
                <c:pt idx="1596">
                  <c:v>0.26677083979302552</c:v>
                </c:pt>
                <c:pt idx="1597">
                  <c:v>0.26705404292488311</c:v>
                </c:pt>
                <c:pt idx="1598">
                  <c:v>0.26735677730721363</c:v>
                </c:pt>
                <c:pt idx="1599">
                  <c:v>0.26764323564748338</c:v>
                </c:pt>
                <c:pt idx="1600">
                  <c:v>0.26791992836251666</c:v>
                </c:pt>
                <c:pt idx="1601">
                  <c:v>0.26819011066072562</c:v>
                </c:pt>
                <c:pt idx="1602">
                  <c:v>0.26847656900099537</c:v>
                </c:pt>
                <c:pt idx="1603">
                  <c:v>0.26876302734126511</c:v>
                </c:pt>
                <c:pt idx="1604">
                  <c:v>0.26904623047312271</c:v>
                </c:pt>
                <c:pt idx="1605">
                  <c:v>0.26931315756291951</c:v>
                </c:pt>
                <c:pt idx="1606">
                  <c:v>0.26960612632001357</c:v>
                </c:pt>
                <c:pt idx="1607">
                  <c:v>0.26989583986869548</c:v>
                </c:pt>
                <c:pt idx="1608">
                  <c:v>0.27020182945943816</c:v>
                </c:pt>
                <c:pt idx="1609">
                  <c:v>0.27048503259129575</c:v>
                </c:pt>
                <c:pt idx="1610">
                  <c:v>0.27076498051474118</c:v>
                </c:pt>
                <c:pt idx="1611">
                  <c:v>0.27103516281295015</c:v>
                </c:pt>
                <c:pt idx="1612">
                  <c:v>0.27130208990274696</c:v>
                </c:pt>
                <c:pt idx="1613">
                  <c:v>0.27157878261778023</c:v>
                </c:pt>
                <c:pt idx="1614">
                  <c:v>0.27187826179169861</c:v>
                </c:pt>
                <c:pt idx="1615">
                  <c:v>0.27217448575720482</c:v>
                </c:pt>
                <c:pt idx="1616">
                  <c:v>0.27244141284700163</c:v>
                </c:pt>
                <c:pt idx="1617">
                  <c:v>0.27273112639568353</c:v>
                </c:pt>
                <c:pt idx="1618">
                  <c:v>0.27304362640325053</c:v>
                </c:pt>
                <c:pt idx="1619">
                  <c:v>0.27334636078558106</c:v>
                </c:pt>
                <c:pt idx="1620">
                  <c:v>0.27365560558473589</c:v>
                </c:pt>
                <c:pt idx="1621">
                  <c:v>0.27395182955024211</c:v>
                </c:pt>
                <c:pt idx="1622">
                  <c:v>0.27424479830733617</c:v>
                </c:pt>
                <c:pt idx="1623">
                  <c:v>0.27452149102236945</c:v>
                </c:pt>
                <c:pt idx="1624">
                  <c:v>0.27480143894581488</c:v>
                </c:pt>
                <c:pt idx="1625">
                  <c:v>0.27508138686926031</c:v>
                </c:pt>
                <c:pt idx="1626">
                  <c:v>0.27536784520953006</c:v>
                </c:pt>
                <c:pt idx="1627">
                  <c:v>0.27566081396662412</c:v>
                </c:pt>
                <c:pt idx="1628">
                  <c:v>0.27595703793213033</c:v>
                </c:pt>
                <c:pt idx="1629">
                  <c:v>0.2762565171060487</c:v>
                </c:pt>
                <c:pt idx="1630">
                  <c:v>0.27654948586314276</c:v>
                </c:pt>
                <c:pt idx="1631">
                  <c:v>0.27681641295293957</c:v>
                </c:pt>
                <c:pt idx="1632">
                  <c:v>0.27710938171003363</c:v>
                </c:pt>
                <c:pt idx="1633">
                  <c:v>0.27740235046712769</c:v>
                </c:pt>
                <c:pt idx="1634">
                  <c:v>0.27770508484945822</c:v>
                </c:pt>
                <c:pt idx="1635">
                  <c:v>0.27801432964861306</c:v>
                </c:pt>
                <c:pt idx="1636">
                  <c:v>0.27832682965618005</c:v>
                </c:pt>
                <c:pt idx="1637">
                  <c:v>0.27860677757962549</c:v>
                </c:pt>
                <c:pt idx="1638">
                  <c:v>0.27888347029465876</c:v>
                </c:pt>
                <c:pt idx="1639">
                  <c:v>0.2791406317592191</c:v>
                </c:pt>
                <c:pt idx="1640">
                  <c:v>0.2794010484321916</c:v>
                </c:pt>
                <c:pt idx="1641">
                  <c:v>0.27966797552198841</c:v>
                </c:pt>
                <c:pt idx="1642">
                  <c:v>0.27996745469590678</c:v>
                </c:pt>
                <c:pt idx="1643">
                  <c:v>0.28027344428664946</c:v>
                </c:pt>
                <c:pt idx="1644">
                  <c:v>0.28060873075310155</c:v>
                </c:pt>
                <c:pt idx="1645">
                  <c:v>0.28093425159431717</c:v>
                </c:pt>
                <c:pt idx="1646">
                  <c:v>0.28122722035141123</c:v>
                </c:pt>
                <c:pt idx="1647">
                  <c:v>0.28150716827485667</c:v>
                </c:pt>
                <c:pt idx="1648">
                  <c:v>0.28181315786559935</c:v>
                </c:pt>
                <c:pt idx="1649">
                  <c:v>0.28210612662269341</c:v>
                </c:pt>
                <c:pt idx="1650">
                  <c:v>0.28241211621343609</c:v>
                </c:pt>
                <c:pt idx="1651">
                  <c:v>0.28272136101259093</c:v>
                </c:pt>
                <c:pt idx="1652">
                  <c:v>0.28303711622857008</c:v>
                </c:pt>
                <c:pt idx="1653">
                  <c:v>0.28335938186137355</c:v>
                </c:pt>
                <c:pt idx="1654">
                  <c:v>0.28367839228576486</c:v>
                </c:pt>
                <c:pt idx="1655">
                  <c:v>0.28396810583444676</c:v>
                </c:pt>
                <c:pt idx="1656">
                  <c:v>0.28426107459154082</c:v>
                </c:pt>
                <c:pt idx="1657">
                  <c:v>0.28454102251498625</c:v>
                </c:pt>
                <c:pt idx="1658">
                  <c:v>0.28483073606366816</c:v>
                </c:pt>
                <c:pt idx="1659">
                  <c:v>0.28511393919552575</c:v>
                </c:pt>
                <c:pt idx="1660">
                  <c:v>0.28541341836944412</c:v>
                </c:pt>
                <c:pt idx="1661">
                  <c:v>0.28572591837701111</c:v>
                </c:pt>
                <c:pt idx="1662">
                  <c:v>0.28607422567711183</c:v>
                </c:pt>
                <c:pt idx="1663">
                  <c:v>0.28639323610150313</c:v>
                </c:pt>
                <c:pt idx="1664">
                  <c:v>0.28669271527542151</c:v>
                </c:pt>
                <c:pt idx="1665">
                  <c:v>0.28694987673998185</c:v>
                </c:pt>
                <c:pt idx="1666">
                  <c:v>0.28720378299613003</c:v>
                </c:pt>
                <c:pt idx="1667">
                  <c:v>0.28747071008592684</c:v>
                </c:pt>
                <c:pt idx="1668">
                  <c:v>0.28775716842619659</c:v>
                </c:pt>
                <c:pt idx="1669">
                  <c:v>0.28804362676646633</c:v>
                </c:pt>
                <c:pt idx="1670">
                  <c:v>0.28838216844133058</c:v>
                </c:pt>
                <c:pt idx="1671">
                  <c:v>0.28869792365730973</c:v>
                </c:pt>
                <c:pt idx="1672">
                  <c:v>0.28900391324805241</c:v>
                </c:pt>
                <c:pt idx="1673">
                  <c:v>0.28927409554626138</c:v>
                </c:pt>
                <c:pt idx="1674">
                  <c:v>0.28953776742764603</c:v>
                </c:pt>
                <c:pt idx="1675">
                  <c:v>0.28980469451744284</c:v>
                </c:pt>
                <c:pt idx="1676">
                  <c:v>0.29010417369136121</c:v>
                </c:pt>
                <c:pt idx="1677">
                  <c:v>0.29040039765686743</c:v>
                </c:pt>
                <c:pt idx="1678">
                  <c:v>0.29068685599713717</c:v>
                </c:pt>
                <c:pt idx="1679">
                  <c:v>0.29096029350375829</c:v>
                </c:pt>
                <c:pt idx="1680">
                  <c:v>0.29126953830291313</c:v>
                </c:pt>
                <c:pt idx="1681">
                  <c:v>0.29157878310206797</c:v>
                </c:pt>
                <c:pt idx="1682">
                  <c:v>0.29187826227598634</c:v>
                </c:pt>
                <c:pt idx="1683">
                  <c:v>0.29215169978260747</c:v>
                </c:pt>
                <c:pt idx="1684">
                  <c:v>0.29244466853970152</c:v>
                </c:pt>
                <c:pt idx="1685">
                  <c:v>0.2927441477136199</c:v>
                </c:pt>
                <c:pt idx="1686">
                  <c:v>0.29304037167912611</c:v>
                </c:pt>
                <c:pt idx="1687">
                  <c:v>0.29331055397733508</c:v>
                </c:pt>
                <c:pt idx="1688">
                  <c:v>0.29359701231760482</c:v>
                </c:pt>
                <c:pt idx="1689">
                  <c:v>0.29387696024105026</c:v>
                </c:pt>
                <c:pt idx="1690">
                  <c:v>0.29418294983179294</c:v>
                </c:pt>
                <c:pt idx="1691">
                  <c:v>0.29450196025618425</c:v>
                </c:pt>
                <c:pt idx="1692">
                  <c:v>0.2948177154721634</c:v>
                </c:pt>
                <c:pt idx="1693">
                  <c:v>0.29514323631337902</c:v>
                </c:pt>
                <c:pt idx="1694">
                  <c:v>0.29545899152935817</c:v>
                </c:pt>
                <c:pt idx="1695">
                  <c:v>0.29574870507804008</c:v>
                </c:pt>
                <c:pt idx="1696">
                  <c:v>0.29604492904354629</c:v>
                </c:pt>
                <c:pt idx="1697">
                  <c:v>0.29633138738381604</c:v>
                </c:pt>
                <c:pt idx="1698">
                  <c:v>0.29662761134932225</c:v>
                </c:pt>
                <c:pt idx="1699">
                  <c:v>0.29690755927276768</c:v>
                </c:pt>
                <c:pt idx="1700">
                  <c:v>0.29716797594574018</c:v>
                </c:pt>
                <c:pt idx="1701">
                  <c:v>0.29743164782712483</c:v>
                </c:pt>
                <c:pt idx="1702">
                  <c:v>0.29776042387675261</c:v>
                </c:pt>
                <c:pt idx="1703">
                  <c:v>0.29805990305067098</c:v>
                </c:pt>
                <c:pt idx="1704">
                  <c:v>0.29836263743300151</c:v>
                </c:pt>
                <c:pt idx="1705">
                  <c:v>0.29864258535644694</c:v>
                </c:pt>
                <c:pt idx="1706">
                  <c:v>0.2989062572378316</c:v>
                </c:pt>
                <c:pt idx="1707">
                  <c:v>0.29918294995286487</c:v>
                </c:pt>
                <c:pt idx="1708">
                  <c:v>0.29948893954360756</c:v>
                </c:pt>
                <c:pt idx="1709">
                  <c:v>0.29978190830070162</c:v>
                </c:pt>
                <c:pt idx="1710">
                  <c:v>0.30008138747461999</c:v>
                </c:pt>
                <c:pt idx="1711">
                  <c:v>0.30036133539806542</c:v>
                </c:pt>
                <c:pt idx="1712">
                  <c:v>0.30066406978039595</c:v>
                </c:pt>
                <c:pt idx="1713">
                  <c:v>0.30095052812066569</c:v>
                </c:pt>
                <c:pt idx="1714">
                  <c:v>0.301269538545057</c:v>
                </c:pt>
                <c:pt idx="1715">
                  <c:v>0.30157227292738753</c:v>
                </c:pt>
                <c:pt idx="1716">
                  <c:v>0.30186524168448159</c:v>
                </c:pt>
                <c:pt idx="1717">
                  <c:v>0.30211914794062977</c:v>
                </c:pt>
                <c:pt idx="1718">
                  <c:v>0.30239584065566305</c:v>
                </c:pt>
                <c:pt idx="1719">
                  <c:v>0.3026822989959328</c:v>
                </c:pt>
                <c:pt idx="1720">
                  <c:v>0.30298503337826332</c:v>
                </c:pt>
                <c:pt idx="1721">
                  <c:v>0.30326498130170876</c:v>
                </c:pt>
                <c:pt idx="1722">
                  <c:v>0.30355469485039066</c:v>
                </c:pt>
                <c:pt idx="1723">
                  <c:v>0.30384115319066041</c:v>
                </c:pt>
                <c:pt idx="1724">
                  <c:v>0.30413086673934231</c:v>
                </c:pt>
                <c:pt idx="1725">
                  <c:v>0.3044140698711999</c:v>
                </c:pt>
                <c:pt idx="1726">
                  <c:v>0.30469076258623318</c:v>
                </c:pt>
                <c:pt idx="1727">
                  <c:v>0.3049934969685637</c:v>
                </c:pt>
                <c:pt idx="1728">
                  <c:v>0.30532552822660364</c:v>
                </c:pt>
                <c:pt idx="1729">
                  <c:v>0.3056477938594071</c:v>
                </c:pt>
                <c:pt idx="1730">
                  <c:v>0.30594401782491332</c:v>
                </c:pt>
                <c:pt idx="1731">
                  <c:v>0.30624024179041953</c:v>
                </c:pt>
                <c:pt idx="1732">
                  <c:v>0.30656576263163515</c:v>
                </c:pt>
                <c:pt idx="1733">
                  <c:v>0.30686849701396568</c:v>
                </c:pt>
                <c:pt idx="1734">
                  <c:v>0.30716797618788405</c:v>
                </c:pt>
                <c:pt idx="1735">
                  <c:v>0.30744792411132948</c:v>
                </c:pt>
                <c:pt idx="1736">
                  <c:v>0.30772787203477492</c:v>
                </c:pt>
                <c:pt idx="1737">
                  <c:v>0.30799154391615957</c:v>
                </c:pt>
                <c:pt idx="1738">
                  <c:v>0.30827474704801716</c:v>
                </c:pt>
                <c:pt idx="1739">
                  <c:v>0.30857748143034769</c:v>
                </c:pt>
                <c:pt idx="1740">
                  <c:v>0.30886719497902959</c:v>
                </c:pt>
                <c:pt idx="1741">
                  <c:v>0.30915039811088718</c:v>
                </c:pt>
                <c:pt idx="1742">
                  <c:v>0.3094466220763934</c:v>
                </c:pt>
                <c:pt idx="1743">
                  <c:v>0.30972656999983883</c:v>
                </c:pt>
                <c:pt idx="1744">
                  <c:v>0.30999024188122348</c:v>
                </c:pt>
                <c:pt idx="1745">
                  <c:v>0.31026693459625676</c:v>
                </c:pt>
                <c:pt idx="1746">
                  <c:v>0.31055664814493866</c:v>
                </c:pt>
                <c:pt idx="1747">
                  <c:v>0.31084310648520841</c:v>
                </c:pt>
                <c:pt idx="1748">
                  <c:v>0.31113933045071462</c:v>
                </c:pt>
                <c:pt idx="1749">
                  <c:v>0.31144532004145731</c:v>
                </c:pt>
                <c:pt idx="1750">
                  <c:v>0.31177735129949724</c:v>
                </c:pt>
                <c:pt idx="1751">
                  <c:v>0.31207683047341561</c:v>
                </c:pt>
                <c:pt idx="1752">
                  <c:v>0.31235677839686105</c:v>
                </c:pt>
                <c:pt idx="1753">
                  <c:v>0.31264323673713079</c:v>
                </c:pt>
                <c:pt idx="1754">
                  <c:v>0.3129622471615221</c:v>
                </c:pt>
                <c:pt idx="1755">
                  <c:v>0.31325847112702832</c:v>
                </c:pt>
                <c:pt idx="1756">
                  <c:v>0.31356120550935884</c:v>
                </c:pt>
                <c:pt idx="1757">
                  <c:v>0.31385091905804074</c:v>
                </c:pt>
                <c:pt idx="1758">
                  <c:v>0.31411784614783755</c:v>
                </c:pt>
                <c:pt idx="1759">
                  <c:v>0.31439453886287083</c:v>
                </c:pt>
                <c:pt idx="1760">
                  <c:v>0.31468425241155273</c:v>
                </c:pt>
                <c:pt idx="1761">
                  <c:v>0.31498047637705895</c:v>
                </c:pt>
                <c:pt idx="1762">
                  <c:v>0.31527018992574085</c:v>
                </c:pt>
                <c:pt idx="1763">
                  <c:v>0.31554688264077413</c:v>
                </c:pt>
                <c:pt idx="1764">
                  <c:v>0.31588542431563837</c:v>
                </c:pt>
                <c:pt idx="1765">
                  <c:v>0.31621745557367831</c:v>
                </c:pt>
                <c:pt idx="1766">
                  <c:v>0.31650391391394805</c:v>
                </c:pt>
                <c:pt idx="1767">
                  <c:v>0.31675782017009624</c:v>
                </c:pt>
                <c:pt idx="1768">
                  <c:v>0.31703451288512952</c:v>
                </c:pt>
                <c:pt idx="1769">
                  <c:v>0.31731771601698711</c:v>
                </c:pt>
                <c:pt idx="1770">
                  <c:v>0.31764323685820273</c:v>
                </c:pt>
                <c:pt idx="1771">
                  <c:v>0.31795899207418188</c:v>
                </c:pt>
                <c:pt idx="1772">
                  <c:v>0.31824870562286378</c:v>
                </c:pt>
                <c:pt idx="1773">
                  <c:v>0.31855144000519431</c:v>
                </c:pt>
                <c:pt idx="1774">
                  <c:v>0.31888347126323424</c:v>
                </c:pt>
                <c:pt idx="1775">
                  <c:v>0.31921224731286202</c:v>
                </c:pt>
                <c:pt idx="1776">
                  <c:v>0.31954753377931411</c:v>
                </c:pt>
                <c:pt idx="1777">
                  <c:v>0.31986654420370542</c:v>
                </c:pt>
                <c:pt idx="1778">
                  <c:v>0.32015625775238732</c:v>
                </c:pt>
                <c:pt idx="1779">
                  <c:v>0.32042318484218413</c:v>
                </c:pt>
                <c:pt idx="1780">
                  <c:v>0.3207226640161025</c:v>
                </c:pt>
                <c:pt idx="1781">
                  <c:v>0.32099610152272362</c:v>
                </c:pt>
                <c:pt idx="1782">
                  <c:v>0.32125977340410827</c:v>
                </c:pt>
                <c:pt idx="1783">
                  <c:v>0.32154623174437802</c:v>
                </c:pt>
                <c:pt idx="1784">
                  <c:v>0.32188151821083011</c:v>
                </c:pt>
                <c:pt idx="1785">
                  <c:v>0.32220052863522142</c:v>
                </c:pt>
                <c:pt idx="1786">
                  <c:v>0.32249349739231548</c:v>
                </c:pt>
                <c:pt idx="1787">
                  <c:v>0.32276042448211228</c:v>
                </c:pt>
                <c:pt idx="1788">
                  <c:v>0.32304688282238203</c:v>
                </c:pt>
                <c:pt idx="1789">
                  <c:v>0.32333334116265178</c:v>
                </c:pt>
                <c:pt idx="1790">
                  <c:v>0.32364584117021877</c:v>
                </c:pt>
                <c:pt idx="1791">
                  <c:v>0.32395183076096146</c:v>
                </c:pt>
                <c:pt idx="1792">
                  <c:v>0.3242610755601163</c:v>
                </c:pt>
                <c:pt idx="1793">
                  <c:v>0.32455729952562251</c:v>
                </c:pt>
                <c:pt idx="1794">
                  <c:v>0.32485352349112873</c:v>
                </c:pt>
                <c:pt idx="1795">
                  <c:v>0.32514323703981063</c:v>
                </c:pt>
                <c:pt idx="1796">
                  <c:v>0.32543620579690469</c:v>
                </c:pt>
                <c:pt idx="1797">
                  <c:v>0.32572266413717443</c:v>
                </c:pt>
                <c:pt idx="1798">
                  <c:v>0.32604167456156574</c:v>
                </c:pt>
                <c:pt idx="1799">
                  <c:v>0.32638998186166646</c:v>
                </c:pt>
                <c:pt idx="1800">
                  <c:v>0.32675782041224011</c:v>
                </c:pt>
                <c:pt idx="1801">
                  <c:v>0.32710287250392867</c:v>
                </c:pt>
                <c:pt idx="1802">
                  <c:v>0.32744466938720507</c:v>
                </c:pt>
                <c:pt idx="1803">
                  <c:v>0.32775716939477206</c:v>
                </c:pt>
                <c:pt idx="1804">
                  <c:v>0.32804037252662965</c:v>
                </c:pt>
                <c:pt idx="1805">
                  <c:v>0.32831706524166293</c:v>
                </c:pt>
                <c:pt idx="1806">
                  <c:v>0.32861003399875699</c:v>
                </c:pt>
                <c:pt idx="1807">
                  <c:v>0.32889974754743889</c:v>
                </c:pt>
                <c:pt idx="1808">
                  <c:v>0.32919922672135726</c:v>
                </c:pt>
                <c:pt idx="1809">
                  <c:v>0.3294791746448027</c:v>
                </c:pt>
                <c:pt idx="1810">
                  <c:v>0.32977214340189676</c:v>
                </c:pt>
                <c:pt idx="1811">
                  <c:v>0.33004883611693003</c:v>
                </c:pt>
                <c:pt idx="1812">
                  <c:v>0.33037435695814565</c:v>
                </c:pt>
                <c:pt idx="1813">
                  <c:v>0.33070638821618559</c:v>
                </c:pt>
                <c:pt idx="1814">
                  <c:v>0.3310026121816918</c:v>
                </c:pt>
                <c:pt idx="1815">
                  <c:v>0.33128256010513724</c:v>
                </c:pt>
                <c:pt idx="1816">
                  <c:v>0.33160808094635286</c:v>
                </c:pt>
                <c:pt idx="1817">
                  <c:v>0.33190756012027123</c:v>
                </c:pt>
                <c:pt idx="1818">
                  <c:v>0.33222657054466254</c:v>
                </c:pt>
                <c:pt idx="1819">
                  <c:v>0.33256511221952678</c:v>
                </c:pt>
                <c:pt idx="1820">
                  <c:v>0.33289388826915456</c:v>
                </c:pt>
                <c:pt idx="1821">
                  <c:v>0.33321289869354587</c:v>
                </c:pt>
                <c:pt idx="1822">
                  <c:v>0.33351888828428855</c:v>
                </c:pt>
                <c:pt idx="1823">
                  <c:v>0.3338053466245583</c:v>
                </c:pt>
                <c:pt idx="1824">
                  <c:v>0.33410808100688882</c:v>
                </c:pt>
                <c:pt idx="1825">
                  <c:v>0.33439453934715857</c:v>
                </c:pt>
                <c:pt idx="1826">
                  <c:v>0.33468099768742832</c:v>
                </c:pt>
                <c:pt idx="1827">
                  <c:v>0.33495117998563728</c:v>
                </c:pt>
                <c:pt idx="1828">
                  <c:v>0.33527019041002859</c:v>
                </c:pt>
                <c:pt idx="1829">
                  <c:v>0.33559245604283205</c:v>
                </c:pt>
                <c:pt idx="1830">
                  <c:v>0.33589844563357474</c:v>
                </c:pt>
                <c:pt idx="1831">
                  <c:v>0.33618815918225664</c:v>
                </c:pt>
                <c:pt idx="1832">
                  <c:v>0.3364811279393507</c:v>
                </c:pt>
                <c:pt idx="1833">
                  <c:v>0.33676107586279613</c:v>
                </c:pt>
                <c:pt idx="1834">
                  <c:v>0.33708659670401175</c:v>
                </c:pt>
                <c:pt idx="1835">
                  <c:v>0.33741862796205169</c:v>
                </c:pt>
                <c:pt idx="1836">
                  <c:v>0.33773112796961868</c:v>
                </c:pt>
                <c:pt idx="1837">
                  <c:v>0.33804362797718568</c:v>
                </c:pt>
                <c:pt idx="1838">
                  <c:v>0.33833659673427974</c:v>
                </c:pt>
                <c:pt idx="1839">
                  <c:v>0.33861654465772517</c:v>
                </c:pt>
                <c:pt idx="1840">
                  <c:v>0.33890300299799492</c:v>
                </c:pt>
                <c:pt idx="1841">
                  <c:v>0.33918295092144035</c:v>
                </c:pt>
                <c:pt idx="1842">
                  <c:v>0.33945638842806147</c:v>
                </c:pt>
                <c:pt idx="1843">
                  <c:v>0.33972331551785828</c:v>
                </c:pt>
                <c:pt idx="1844">
                  <c:v>0.34002604990018881</c:v>
                </c:pt>
                <c:pt idx="1845">
                  <c:v>0.34033854990775581</c:v>
                </c:pt>
                <c:pt idx="1846">
                  <c:v>0.34064779470691064</c:v>
                </c:pt>
                <c:pt idx="1847">
                  <c:v>0.34095703950606548</c:v>
                </c:pt>
                <c:pt idx="1848">
                  <c:v>0.34129558118092973</c:v>
                </c:pt>
                <c:pt idx="1849">
                  <c:v>0.34161459160532104</c:v>
                </c:pt>
                <c:pt idx="1850">
                  <c:v>0.34193034682130019</c:v>
                </c:pt>
                <c:pt idx="1851">
                  <c:v>0.34225912287092797</c:v>
                </c:pt>
                <c:pt idx="1852">
                  <c:v>0.34257813329531928</c:v>
                </c:pt>
                <c:pt idx="1853">
                  <c:v>0.34287110205241333</c:v>
                </c:pt>
                <c:pt idx="1854">
                  <c:v>0.34316732601791955</c:v>
                </c:pt>
                <c:pt idx="1855">
                  <c:v>0.34352865415166889</c:v>
                </c:pt>
                <c:pt idx="1856">
                  <c:v>0.34389649270224254</c:v>
                </c:pt>
                <c:pt idx="1857">
                  <c:v>0.34419271666774875</c:v>
                </c:pt>
                <c:pt idx="1858">
                  <c:v>0.34445638854913341</c:v>
                </c:pt>
                <c:pt idx="1859">
                  <c:v>0.34474284688940315</c:v>
                </c:pt>
                <c:pt idx="1860">
                  <c:v>0.34508789898109171</c:v>
                </c:pt>
                <c:pt idx="1861">
                  <c:v>0.34543946148960458</c:v>
                </c:pt>
                <c:pt idx="1862">
                  <c:v>0.3457877687897053</c:v>
                </c:pt>
                <c:pt idx="1863">
                  <c:v>0.34612631046456954</c:v>
                </c:pt>
                <c:pt idx="1864">
                  <c:v>0.34647787297308241</c:v>
                </c:pt>
                <c:pt idx="1865">
                  <c:v>0.34680339381429803</c:v>
                </c:pt>
                <c:pt idx="1866">
                  <c:v>0.34713868028075012</c:v>
                </c:pt>
                <c:pt idx="1867">
                  <c:v>0.34746094591355359</c:v>
                </c:pt>
                <c:pt idx="1868">
                  <c:v>0.34778972196318136</c:v>
                </c:pt>
                <c:pt idx="1869">
                  <c:v>0.34810547717916052</c:v>
                </c:pt>
                <c:pt idx="1870">
                  <c:v>0.34842774281196398</c:v>
                </c:pt>
                <c:pt idx="1871">
                  <c:v>0.3487532636531796</c:v>
                </c:pt>
                <c:pt idx="1872">
                  <c:v>0.34909831574486816</c:v>
                </c:pt>
                <c:pt idx="1873">
                  <c:v>0.34943360221132025</c:v>
                </c:pt>
                <c:pt idx="1874">
                  <c:v>0.34976237826094803</c:v>
                </c:pt>
                <c:pt idx="1875">
                  <c:v>0.35008138868533933</c:v>
                </c:pt>
                <c:pt idx="1876">
                  <c:v>0.35043620640226436</c:v>
                </c:pt>
                <c:pt idx="1877">
                  <c:v>0.35075521682665567</c:v>
                </c:pt>
                <c:pt idx="1878">
                  <c:v>0.35107097204263482</c:v>
                </c:pt>
                <c:pt idx="1879">
                  <c:v>0.35138672725861397</c:v>
                </c:pt>
                <c:pt idx="1880">
                  <c:v>0.35172201372506606</c:v>
                </c:pt>
                <c:pt idx="1881">
                  <c:v>0.352054044983106</c:v>
                </c:pt>
                <c:pt idx="1882">
                  <c:v>0.35240235228320671</c:v>
                </c:pt>
                <c:pt idx="1883">
                  <c:v>0.35272461791601017</c:v>
                </c:pt>
                <c:pt idx="1884">
                  <c:v>0.35306641479928658</c:v>
                </c:pt>
                <c:pt idx="1885">
                  <c:v>0.35337240439002926</c:v>
                </c:pt>
                <c:pt idx="1886">
                  <c:v>0.35370443564806919</c:v>
                </c:pt>
                <c:pt idx="1887">
                  <c:v>0.35405599815658206</c:v>
                </c:pt>
                <c:pt idx="1888">
                  <c:v>0.35439779503985847</c:v>
                </c:pt>
                <c:pt idx="1889">
                  <c:v>0.35472331588107409</c:v>
                </c:pt>
                <c:pt idx="1890">
                  <c:v>0.35502605026340461</c:v>
                </c:pt>
                <c:pt idx="1891">
                  <c:v>0.35536459193826886</c:v>
                </c:pt>
                <c:pt idx="1892">
                  <c:v>0.35571289923836957</c:v>
                </c:pt>
                <c:pt idx="1893">
                  <c:v>0.35602539924593657</c:v>
                </c:pt>
                <c:pt idx="1894">
                  <c:v>0.35636068571238866</c:v>
                </c:pt>
                <c:pt idx="1895">
                  <c:v>0.35667318571995565</c:v>
                </c:pt>
                <c:pt idx="1896">
                  <c:v>0.35699545135275912</c:v>
                </c:pt>
                <c:pt idx="1897">
                  <c:v>0.35729493052667749</c:v>
                </c:pt>
                <c:pt idx="1898">
                  <c:v>0.35760417532583233</c:v>
                </c:pt>
                <c:pt idx="1899">
                  <c:v>0.35790690970816286</c:v>
                </c:pt>
                <c:pt idx="1900">
                  <c:v>0.35822592013255417</c:v>
                </c:pt>
                <c:pt idx="1901">
                  <c:v>0.35855469618218194</c:v>
                </c:pt>
                <c:pt idx="1902">
                  <c:v>0.35887370660657325</c:v>
                </c:pt>
                <c:pt idx="1903">
                  <c:v>0.35917969619731593</c:v>
                </c:pt>
                <c:pt idx="1904">
                  <c:v>0.35947266495440999</c:v>
                </c:pt>
                <c:pt idx="1905">
                  <c:v>0.35977214412832836</c:v>
                </c:pt>
                <c:pt idx="1906">
                  <c:v>0.36005534726018595</c:v>
                </c:pt>
                <c:pt idx="1907">
                  <c:v>0.36032878476680708</c:v>
                </c:pt>
                <c:pt idx="1908">
                  <c:v>0.3606022222734282</c:v>
                </c:pt>
                <c:pt idx="1909">
                  <c:v>0.36088868061369794</c:v>
                </c:pt>
                <c:pt idx="1910">
                  <c:v>0.36120769103808925</c:v>
                </c:pt>
                <c:pt idx="1911">
                  <c:v>0.36151042542041978</c:v>
                </c:pt>
                <c:pt idx="1912">
                  <c:v>0.36182618063639893</c:v>
                </c:pt>
                <c:pt idx="1913">
                  <c:v>0.36211589418508083</c:v>
                </c:pt>
                <c:pt idx="1914">
                  <c:v>0.36242188377582352</c:v>
                </c:pt>
                <c:pt idx="1915">
                  <c:v>0.36274740461703914</c:v>
                </c:pt>
                <c:pt idx="1916">
                  <c:v>0.36298503483112654</c:v>
                </c:pt>
                <c:pt idx="1917">
                  <c:v>0.3630924567087277</c:v>
                </c:pt>
                <c:pt idx="1918">
                  <c:v>0.36314128483491004</c:v>
                </c:pt>
                <c:pt idx="1919">
                  <c:v>0.36320964421156532</c:v>
                </c:pt>
                <c:pt idx="1920">
                  <c:v>0.36340821192470685</c:v>
                </c:pt>
                <c:pt idx="1921">
                  <c:v>0.363723967140686</c:v>
                </c:pt>
                <c:pt idx="1922">
                  <c:v>0.36409831610808396</c:v>
                </c:pt>
                <c:pt idx="1923">
                  <c:v>0.36442709215771174</c:v>
                </c:pt>
                <c:pt idx="1924">
                  <c:v>0.36478190987463677</c:v>
                </c:pt>
                <c:pt idx="1925">
                  <c:v>0.36512696196632533</c:v>
                </c:pt>
                <c:pt idx="1926">
                  <c:v>0.36547201405801388</c:v>
                </c:pt>
                <c:pt idx="1927">
                  <c:v>0.36577800364875657</c:v>
                </c:pt>
                <c:pt idx="1928">
                  <c:v>0.36608073803108709</c:v>
                </c:pt>
                <c:pt idx="1929">
                  <c:v>0.36636068595453253</c:v>
                </c:pt>
                <c:pt idx="1930">
                  <c:v>0.36660482658544424</c:v>
                </c:pt>
                <c:pt idx="1931">
                  <c:v>0.36682292554905871</c:v>
                </c:pt>
                <c:pt idx="1932">
                  <c:v>0.36706706617997042</c:v>
                </c:pt>
                <c:pt idx="1933">
                  <c:v>0.36734050368659155</c:v>
                </c:pt>
                <c:pt idx="1934">
                  <c:v>0.36767579015304364</c:v>
                </c:pt>
                <c:pt idx="1935">
                  <c:v>0.36800782141108357</c:v>
                </c:pt>
                <c:pt idx="1936">
                  <c:v>0.36834961829435997</c:v>
                </c:pt>
                <c:pt idx="1937">
                  <c:v>0.36866211830192697</c:v>
                </c:pt>
                <c:pt idx="1938">
                  <c:v>0.36895834226743318</c:v>
                </c:pt>
                <c:pt idx="1939">
                  <c:v>0.36927409748341233</c:v>
                </c:pt>
                <c:pt idx="1940">
                  <c:v>0.36961263915827658</c:v>
                </c:pt>
                <c:pt idx="1941">
                  <c:v>0.36992839437425573</c:v>
                </c:pt>
                <c:pt idx="1942">
                  <c:v>0.37020183188087685</c:v>
                </c:pt>
                <c:pt idx="1943">
                  <c:v>0.37049154542955876</c:v>
                </c:pt>
                <c:pt idx="1944">
                  <c:v>0.37080730064553791</c:v>
                </c:pt>
                <c:pt idx="1945">
                  <c:v>0.37109375898580765</c:v>
                </c:pt>
                <c:pt idx="1946">
                  <c:v>0.37138672774290171</c:v>
                </c:pt>
                <c:pt idx="1947">
                  <c:v>0.37167644129158361</c:v>
                </c:pt>
                <c:pt idx="1948">
                  <c:v>0.37197592046550199</c:v>
                </c:pt>
                <c:pt idx="1949">
                  <c:v>0.37225912359735958</c:v>
                </c:pt>
                <c:pt idx="1950">
                  <c:v>0.37257162360492657</c:v>
                </c:pt>
                <c:pt idx="1951">
                  <c:v>0.37287110277884494</c:v>
                </c:pt>
                <c:pt idx="1952">
                  <c:v>0.37317383716117547</c:v>
                </c:pt>
                <c:pt idx="1953">
                  <c:v>0.37344727466779659</c:v>
                </c:pt>
                <c:pt idx="1954">
                  <c:v>0.3737142017575934</c:v>
                </c:pt>
                <c:pt idx="1955">
                  <c:v>0.37401368093151177</c:v>
                </c:pt>
                <c:pt idx="1956">
                  <c:v>0.37435222260637602</c:v>
                </c:pt>
                <c:pt idx="1957">
                  <c:v>0.37465495698870654</c:v>
                </c:pt>
                <c:pt idx="1958">
                  <c:v>0.37496094657944923</c:v>
                </c:pt>
                <c:pt idx="1959">
                  <c:v>0.37523112887765819</c:v>
                </c:pt>
                <c:pt idx="1960">
                  <c:v>0.37551758721792794</c:v>
                </c:pt>
                <c:pt idx="1961">
                  <c:v>0.37580404555819769</c:v>
                </c:pt>
                <c:pt idx="1962">
                  <c:v>0.37610352473211606</c:v>
                </c:pt>
                <c:pt idx="1963">
                  <c:v>0.37637045182191287</c:v>
                </c:pt>
                <c:pt idx="1964">
                  <c:v>0.37663412370329752</c:v>
                </c:pt>
                <c:pt idx="1965">
                  <c:v>0.37689454037627002</c:v>
                </c:pt>
                <c:pt idx="1966">
                  <c:v>0.37715495704924251</c:v>
                </c:pt>
                <c:pt idx="1967">
                  <c:v>0.37741537372221501</c:v>
                </c:pt>
                <c:pt idx="1968">
                  <c:v>0.37770508727089691</c:v>
                </c:pt>
                <c:pt idx="1969">
                  <c:v>0.37797526956910588</c:v>
                </c:pt>
                <c:pt idx="1970">
                  <c:v>0.3782259206168419</c:v>
                </c:pt>
                <c:pt idx="1971">
                  <c:v>0.37844401958045637</c:v>
                </c:pt>
                <c:pt idx="1972">
                  <c:v>0.37868164979454377</c:v>
                </c:pt>
                <c:pt idx="1973">
                  <c:v>0.37896810813481352</c:v>
                </c:pt>
                <c:pt idx="1974">
                  <c:v>0.37929362897602914</c:v>
                </c:pt>
                <c:pt idx="1975">
                  <c:v>0.37959636335835967</c:v>
                </c:pt>
                <c:pt idx="1976">
                  <c:v>0.37991862899116313</c:v>
                </c:pt>
                <c:pt idx="1977">
                  <c:v>0.38021159774825719</c:v>
                </c:pt>
                <c:pt idx="1978">
                  <c:v>0.38049154567170262</c:v>
                </c:pt>
                <c:pt idx="1979">
                  <c:v>0.38077800401197237</c:v>
                </c:pt>
                <c:pt idx="1980">
                  <c:v>0.38105469672700565</c:v>
                </c:pt>
                <c:pt idx="1981">
                  <c:v>0.38128256131585658</c:v>
                </c:pt>
                <c:pt idx="1982">
                  <c:v>0.38154948840565339</c:v>
                </c:pt>
                <c:pt idx="1983">
                  <c:v>0.38180339466180158</c:v>
                </c:pt>
                <c:pt idx="1984">
                  <c:v>0.38205079050112545</c:v>
                </c:pt>
                <c:pt idx="1985">
                  <c:v>0.38227865508997638</c:v>
                </c:pt>
                <c:pt idx="1986">
                  <c:v>0.38256185822183397</c:v>
                </c:pt>
                <c:pt idx="1987">
                  <c:v>0.38289714468828606</c:v>
                </c:pt>
                <c:pt idx="1988">
                  <c:v>0.3832584728220354</c:v>
                </c:pt>
                <c:pt idx="1989">
                  <c:v>0.38358073845483887</c:v>
                </c:pt>
                <c:pt idx="1990">
                  <c:v>0.38388672804558155</c:v>
                </c:pt>
                <c:pt idx="1991">
                  <c:v>0.38416667596902698</c:v>
                </c:pt>
                <c:pt idx="1992">
                  <c:v>0.38442709264199948</c:v>
                </c:pt>
                <c:pt idx="1993">
                  <c:v>0.38470704056544491</c:v>
                </c:pt>
                <c:pt idx="1994">
                  <c:v>0.38500977494777544</c:v>
                </c:pt>
                <c:pt idx="1995">
                  <c:v>0.38528321245439656</c:v>
                </c:pt>
                <c:pt idx="1996">
                  <c:v>0.38560547808720003</c:v>
                </c:pt>
                <c:pt idx="1997">
                  <c:v>0.3859570405957129</c:v>
                </c:pt>
                <c:pt idx="1998">
                  <c:v>0.38627279581169205</c:v>
                </c:pt>
                <c:pt idx="1999">
                  <c:v>0.38656250936037395</c:v>
                </c:pt>
                <c:pt idx="2000">
                  <c:v>0.38689454061841388</c:v>
                </c:pt>
                <c:pt idx="2001">
                  <c:v>0.38719401979233226</c:v>
                </c:pt>
                <c:pt idx="2002">
                  <c:v>0.387480478132602</c:v>
                </c:pt>
                <c:pt idx="2003">
                  <c:v>0.38775391563922312</c:v>
                </c:pt>
                <c:pt idx="2004">
                  <c:v>0.38804037397949287</c:v>
                </c:pt>
                <c:pt idx="2005">
                  <c:v>0.38835287398705987</c:v>
                </c:pt>
                <c:pt idx="2006">
                  <c:v>0.38867513961986333</c:v>
                </c:pt>
                <c:pt idx="2007">
                  <c:v>0.38896810837695739</c:v>
                </c:pt>
                <c:pt idx="2008">
                  <c:v>0.38926758755087576</c:v>
                </c:pt>
                <c:pt idx="2009">
                  <c:v>0.38958008755844276</c:v>
                </c:pt>
                <c:pt idx="2010">
                  <c:v>0.38991537402489485</c:v>
                </c:pt>
                <c:pt idx="2011">
                  <c:v>0.3902604261165834</c:v>
                </c:pt>
                <c:pt idx="2012">
                  <c:v>0.39060873341668412</c:v>
                </c:pt>
                <c:pt idx="2013">
                  <c:v>0.39092448863266327</c:v>
                </c:pt>
                <c:pt idx="2014">
                  <c:v>0.39123047822340595</c:v>
                </c:pt>
                <c:pt idx="2015">
                  <c:v>0.39153321260573648</c:v>
                </c:pt>
                <c:pt idx="2016">
                  <c:v>0.39188151990583719</c:v>
                </c:pt>
                <c:pt idx="2017">
                  <c:v>0.39224284803958653</c:v>
                </c:pt>
                <c:pt idx="2018">
                  <c:v>0.39262370742380881</c:v>
                </c:pt>
                <c:pt idx="2019">
                  <c:v>0.39295573868184874</c:v>
                </c:pt>
                <c:pt idx="2020">
                  <c:v>0.39326498348100358</c:v>
                </c:pt>
                <c:pt idx="2021">
                  <c:v>0.39353516577921255</c:v>
                </c:pt>
                <c:pt idx="2022">
                  <c:v>0.3937988376605972</c:v>
                </c:pt>
                <c:pt idx="2023">
                  <c:v>0.39406901995880617</c:v>
                </c:pt>
                <c:pt idx="2024">
                  <c:v>0.39436524392431238</c:v>
                </c:pt>
                <c:pt idx="2025">
                  <c:v>0.39464844705616997</c:v>
                </c:pt>
                <c:pt idx="2026">
                  <c:v>0.39493816060485187</c:v>
                </c:pt>
                <c:pt idx="2027">
                  <c:v>0.39523438457035809</c:v>
                </c:pt>
                <c:pt idx="2028">
                  <c:v>0.39558920228728311</c:v>
                </c:pt>
                <c:pt idx="2029">
                  <c:v>0.39595053042103245</c:v>
                </c:pt>
                <c:pt idx="2030">
                  <c:v>0.39624675438653867</c:v>
                </c:pt>
                <c:pt idx="2031">
                  <c:v>0.39650066064268685</c:v>
                </c:pt>
                <c:pt idx="2032">
                  <c:v>0.39675131169042288</c:v>
                </c:pt>
                <c:pt idx="2033">
                  <c:v>0.39705079086434125</c:v>
                </c:pt>
                <c:pt idx="2034">
                  <c:v>0.39742839504015137</c:v>
                </c:pt>
                <c:pt idx="2035">
                  <c:v>0.3978352960916709</c:v>
                </c:pt>
                <c:pt idx="2036">
                  <c:v>0.39824545235160258</c:v>
                </c:pt>
                <c:pt idx="2037">
                  <c:v>0.39859050444329114</c:v>
                </c:pt>
                <c:pt idx="2038">
                  <c:v>0.3988834732003852</c:v>
                </c:pt>
                <c:pt idx="2039">
                  <c:v>0.39915040029018201</c:v>
                </c:pt>
                <c:pt idx="2040">
                  <c:v>0.39943034821362744</c:v>
                </c:pt>
                <c:pt idx="2041">
                  <c:v>0.39974610342960659</c:v>
                </c:pt>
                <c:pt idx="2042">
                  <c:v>0.40010417635494377</c:v>
                </c:pt>
                <c:pt idx="2043">
                  <c:v>0.40041993157092293</c:v>
                </c:pt>
                <c:pt idx="2044">
                  <c:v>0.40076498366261148</c:v>
                </c:pt>
                <c:pt idx="2045">
                  <c:v>0.40112305658794867</c:v>
                </c:pt>
                <c:pt idx="2046">
                  <c:v>0.40142253576186704</c:v>
                </c:pt>
                <c:pt idx="2047">
                  <c:v>0.40168620764325169</c:v>
                </c:pt>
                <c:pt idx="2048">
                  <c:v>0.40199545244240653</c:v>
                </c:pt>
                <c:pt idx="2049">
                  <c:v>0.40234375974250725</c:v>
                </c:pt>
                <c:pt idx="2050">
                  <c:v>0.40268555662578365</c:v>
                </c:pt>
                <c:pt idx="2051">
                  <c:v>0.40300456705017496</c:v>
                </c:pt>
                <c:pt idx="2052">
                  <c:v>0.40328125976520823</c:v>
                </c:pt>
                <c:pt idx="2053">
                  <c:v>0.40354818685500504</c:v>
                </c:pt>
                <c:pt idx="2054">
                  <c:v>0.40385092123733557</c:v>
                </c:pt>
                <c:pt idx="2055">
                  <c:v>0.40417969728696335</c:v>
                </c:pt>
                <c:pt idx="2056">
                  <c:v>0.40452149417023975</c:v>
                </c:pt>
                <c:pt idx="2057">
                  <c:v>0.40483073896939459</c:v>
                </c:pt>
                <c:pt idx="2058">
                  <c:v>0.40514649418537374</c:v>
                </c:pt>
                <c:pt idx="2059">
                  <c:v>0.40544597335929211</c:v>
                </c:pt>
                <c:pt idx="2060">
                  <c:v>0.40576823899209558</c:v>
                </c:pt>
                <c:pt idx="2061">
                  <c:v>0.40606446295760179</c:v>
                </c:pt>
                <c:pt idx="2062">
                  <c:v>0.40635092129787154</c:v>
                </c:pt>
                <c:pt idx="2063">
                  <c:v>0.40663086922131697</c:v>
                </c:pt>
                <c:pt idx="2064">
                  <c:v>0.40692709318682319</c:v>
                </c:pt>
                <c:pt idx="2065">
                  <c:v>0.40721680673550509</c:v>
                </c:pt>
                <c:pt idx="2066">
                  <c:v>0.4075358171598964</c:v>
                </c:pt>
                <c:pt idx="2067">
                  <c:v>0.40787110362634849</c:v>
                </c:pt>
                <c:pt idx="2068">
                  <c:v>0.40820639009280058</c:v>
                </c:pt>
                <c:pt idx="2069">
                  <c:v>0.40852540051719188</c:v>
                </c:pt>
                <c:pt idx="2070">
                  <c:v>0.40888998385935338</c:v>
                </c:pt>
                <c:pt idx="2071">
                  <c:v>0.40925456720151487</c:v>
                </c:pt>
                <c:pt idx="2072">
                  <c:v>0.40958008804273049</c:v>
                </c:pt>
                <c:pt idx="2073">
                  <c:v>0.40984050471570299</c:v>
                </c:pt>
                <c:pt idx="2074">
                  <c:v>0.41010092138867549</c:v>
                </c:pt>
                <c:pt idx="2075">
                  <c:v>0.41035808285323583</c:v>
                </c:pt>
                <c:pt idx="2076">
                  <c:v>0.41069336931968792</c:v>
                </c:pt>
                <c:pt idx="2077">
                  <c:v>0.41104493182820079</c:v>
                </c:pt>
                <c:pt idx="2078">
                  <c:v>0.41138998391988935</c:v>
                </c:pt>
                <c:pt idx="2079">
                  <c:v>0.41167318705174694</c:v>
                </c:pt>
                <c:pt idx="2080">
                  <c:v>0.41193685893313159</c:v>
                </c:pt>
                <c:pt idx="2081">
                  <c:v>0.41218750998086762</c:v>
                </c:pt>
                <c:pt idx="2082">
                  <c:v>0.41250326519684677</c:v>
                </c:pt>
                <c:pt idx="2083">
                  <c:v>0.41283855166329886</c:v>
                </c:pt>
                <c:pt idx="2084">
                  <c:v>0.41321941104752113</c:v>
                </c:pt>
                <c:pt idx="2085">
                  <c:v>0.41358073918127047</c:v>
                </c:pt>
                <c:pt idx="2086">
                  <c:v>0.41392253606454688</c:v>
                </c:pt>
                <c:pt idx="2087">
                  <c:v>0.41425131211417465</c:v>
                </c:pt>
                <c:pt idx="2088">
                  <c:v>0.41459310899745105</c:v>
                </c:pt>
                <c:pt idx="2089">
                  <c:v>0.41492514025549099</c:v>
                </c:pt>
                <c:pt idx="2090">
                  <c:v>0.41524740588829445</c:v>
                </c:pt>
                <c:pt idx="2091">
                  <c:v>0.41556641631268576</c:v>
                </c:pt>
                <c:pt idx="2092">
                  <c:v>0.41587891632025276</c:v>
                </c:pt>
                <c:pt idx="2093">
                  <c:v>0.41620769236988053</c:v>
                </c:pt>
                <c:pt idx="2094">
                  <c:v>0.4165592548783934</c:v>
                </c:pt>
                <c:pt idx="2095">
                  <c:v>0.41688477571960902</c:v>
                </c:pt>
                <c:pt idx="2096">
                  <c:v>0.41717448926829093</c:v>
                </c:pt>
                <c:pt idx="2097">
                  <c:v>0.41746420281697283</c:v>
                </c:pt>
                <c:pt idx="2098">
                  <c:v>0.41777995803295198</c:v>
                </c:pt>
                <c:pt idx="2099">
                  <c:v>0.41808269241528251</c:v>
                </c:pt>
                <c:pt idx="2100">
                  <c:v>0.41840170283967382</c:v>
                </c:pt>
                <c:pt idx="2101">
                  <c:v>0.41868490597153141</c:v>
                </c:pt>
                <c:pt idx="2102">
                  <c:v>0.41896159868656468</c:v>
                </c:pt>
                <c:pt idx="2103">
                  <c:v>0.41928711952778031</c:v>
                </c:pt>
                <c:pt idx="2104">
                  <c:v>0.41962891641105671</c:v>
                </c:pt>
                <c:pt idx="2105">
                  <c:v>0.4199642028775088</c:v>
                </c:pt>
                <c:pt idx="2106">
                  <c:v>0.42029948934396089</c:v>
                </c:pt>
                <c:pt idx="2107">
                  <c:v>0.42060222372629141</c:v>
                </c:pt>
                <c:pt idx="2108">
                  <c:v>0.42093425498433135</c:v>
                </c:pt>
                <c:pt idx="2109">
                  <c:v>0.421302093534905</c:v>
                </c:pt>
                <c:pt idx="2110">
                  <c:v>0.42168295291912727</c:v>
                </c:pt>
                <c:pt idx="2111">
                  <c:v>0.42203451542764014</c:v>
                </c:pt>
                <c:pt idx="2112">
                  <c:v>0.4223502706436193</c:v>
                </c:pt>
                <c:pt idx="2113">
                  <c:v>0.42259766648294317</c:v>
                </c:pt>
                <c:pt idx="2114">
                  <c:v>0.42286459357273998</c:v>
                </c:pt>
                <c:pt idx="2115">
                  <c:v>0.4231673279550705</c:v>
                </c:pt>
                <c:pt idx="2116">
                  <c:v>0.42350912483834691</c:v>
                </c:pt>
                <c:pt idx="2117">
                  <c:v>0.423844411304799</c:v>
                </c:pt>
                <c:pt idx="2118">
                  <c:v>0.42421876027219696</c:v>
                </c:pt>
                <c:pt idx="2119">
                  <c:v>0.42461264049006786</c:v>
                </c:pt>
                <c:pt idx="2120">
                  <c:v>0.42498698945746582</c:v>
                </c:pt>
                <c:pt idx="2121">
                  <c:v>0.42531251029868145</c:v>
                </c:pt>
                <c:pt idx="2122">
                  <c:v>0.42566407280719432</c:v>
                </c:pt>
                <c:pt idx="2123">
                  <c:v>0.42599284885682209</c:v>
                </c:pt>
                <c:pt idx="2124">
                  <c:v>0.42631511448962556</c:v>
                </c:pt>
                <c:pt idx="2125">
                  <c:v>0.42665040095607765</c:v>
                </c:pt>
                <c:pt idx="2126">
                  <c:v>0.42698243221411758</c:v>
                </c:pt>
                <c:pt idx="2127">
                  <c:v>0.42729818743009673</c:v>
                </c:pt>
                <c:pt idx="2128">
                  <c:v>0.42763347389654882</c:v>
                </c:pt>
                <c:pt idx="2129">
                  <c:v>0.42799480203029816</c:v>
                </c:pt>
                <c:pt idx="2130">
                  <c:v>0.42834961974722319</c:v>
                </c:pt>
                <c:pt idx="2131">
                  <c:v>0.42870118225573606</c:v>
                </c:pt>
                <c:pt idx="2132">
                  <c:v>0.42907878643154618</c:v>
                </c:pt>
                <c:pt idx="2133">
                  <c:v>0.42949219789989002</c:v>
                </c:pt>
                <c:pt idx="2134">
                  <c:v>0.42986980207570014</c:v>
                </c:pt>
                <c:pt idx="2135">
                  <c:v>0.43025391666833457</c:v>
                </c:pt>
                <c:pt idx="2136">
                  <c:v>0.43065756251144194</c:v>
                </c:pt>
                <c:pt idx="2137">
                  <c:v>0.4310026146031305</c:v>
                </c:pt>
                <c:pt idx="2138">
                  <c:v>0.43138347398735277</c:v>
                </c:pt>
                <c:pt idx="2139">
                  <c:v>0.43175456774633858</c:v>
                </c:pt>
                <c:pt idx="2140">
                  <c:v>0.43214519275579732</c:v>
                </c:pt>
                <c:pt idx="2141">
                  <c:v>0.43254232818208038</c:v>
                </c:pt>
                <c:pt idx="2142">
                  <c:v>0.43295248444201206</c:v>
                </c:pt>
                <c:pt idx="2143">
                  <c:v>0.43331706778417356</c:v>
                </c:pt>
                <c:pt idx="2144">
                  <c:v>0.43367514070951074</c:v>
                </c:pt>
                <c:pt idx="2145">
                  <c:v>0.43402344800961146</c:v>
                </c:pt>
                <c:pt idx="2146">
                  <c:v>0.43438803135177295</c:v>
                </c:pt>
                <c:pt idx="2147">
                  <c:v>0.4348307396958262</c:v>
                </c:pt>
                <c:pt idx="2148">
                  <c:v>0.43533855220812256</c:v>
                </c:pt>
                <c:pt idx="2149">
                  <c:v>0.43579428138582443</c:v>
                </c:pt>
                <c:pt idx="2150">
                  <c:v>0.4362207136878169</c:v>
                </c:pt>
                <c:pt idx="2151">
                  <c:v>0.4366145939056878</c:v>
                </c:pt>
                <c:pt idx="2152">
                  <c:v>0.43699219808149792</c:v>
                </c:pt>
                <c:pt idx="2153">
                  <c:v>0.43742188559190254</c:v>
                </c:pt>
                <c:pt idx="2154">
                  <c:v>0.43837566165666431</c:v>
                </c:pt>
                <c:pt idx="2155">
                  <c:v>0.43976238044024285</c:v>
                </c:pt>
                <c:pt idx="2156">
                  <c:v>0.44089844817608537</c:v>
                </c:pt>
                <c:pt idx="2157">
                  <c:v>0.44161784923517189</c:v>
                </c:pt>
                <c:pt idx="2158">
                  <c:v>0.4421224065390561</c:v>
                </c:pt>
                <c:pt idx="2159">
                  <c:v>0.44246745863074466</c:v>
                </c:pt>
                <c:pt idx="2160">
                  <c:v>0.44278321384672381</c:v>
                </c:pt>
                <c:pt idx="2161">
                  <c:v>0.44319337010665549</c:v>
                </c:pt>
                <c:pt idx="2162">
                  <c:v>0.44372396907783695</c:v>
                </c:pt>
                <c:pt idx="2163">
                  <c:v>0.44375977637037067</c:v>
                </c:pt>
                <c:pt idx="2164">
                  <c:v>0.44380860449655302</c:v>
                </c:pt>
                <c:pt idx="2165">
                  <c:v>0.44409180762841061</c:v>
                </c:pt>
                <c:pt idx="2166">
                  <c:v>0.44449870867993013</c:v>
                </c:pt>
                <c:pt idx="2167">
                  <c:v>0.44514649515394922</c:v>
                </c:pt>
                <c:pt idx="2168">
                  <c:v>0.44607097434300158</c:v>
                </c:pt>
                <c:pt idx="2169">
                  <c:v>0.44688477644604063</c:v>
                </c:pt>
                <c:pt idx="2170">
                  <c:v>0.44754558375370834</c:v>
                </c:pt>
                <c:pt idx="2171">
                  <c:v>0.44799154730617374</c:v>
                </c:pt>
                <c:pt idx="2172">
                  <c:v>0.44825196397914624</c:v>
                </c:pt>
                <c:pt idx="2173">
                  <c:v>0.44854167752782814</c:v>
                </c:pt>
                <c:pt idx="2174">
                  <c:v>0.44897136503823276</c:v>
                </c:pt>
                <c:pt idx="2175">
                  <c:v>0.4494889431757656</c:v>
                </c:pt>
                <c:pt idx="2176">
                  <c:v>0.44997722443758903</c:v>
                </c:pt>
                <c:pt idx="2177">
                  <c:v>0.45071941195556064</c:v>
                </c:pt>
                <c:pt idx="2178">
                  <c:v>0.45163412551937654</c:v>
                </c:pt>
                <c:pt idx="2179">
                  <c:v>0.45227865678498347</c:v>
                </c:pt>
                <c:pt idx="2180">
                  <c:v>0.45273438596268534</c:v>
                </c:pt>
                <c:pt idx="2181">
                  <c:v>0.45306967242913743</c:v>
                </c:pt>
                <c:pt idx="2182">
                  <c:v>0.45337566201988011</c:v>
                </c:pt>
                <c:pt idx="2183">
                  <c:v>0.45372722452839298</c:v>
                </c:pt>
                <c:pt idx="2184">
                  <c:v>0.45413087037150035</c:v>
                </c:pt>
                <c:pt idx="2185">
                  <c:v>0.45458985475761438</c:v>
                </c:pt>
                <c:pt idx="2186">
                  <c:v>0.45504558393531624</c:v>
                </c:pt>
                <c:pt idx="2187">
                  <c:v>0.4553613391512954</c:v>
                </c:pt>
                <c:pt idx="2188">
                  <c:v>0.45563803186632867</c:v>
                </c:pt>
                <c:pt idx="2189">
                  <c:v>0.45598308395801723</c:v>
                </c:pt>
                <c:pt idx="2190">
                  <c:v>0.45639975063477323</c:v>
                </c:pt>
                <c:pt idx="2191">
                  <c:v>0.45681641731152922</c:v>
                </c:pt>
                <c:pt idx="2192">
                  <c:v>0.457249360030346</c:v>
                </c:pt>
                <c:pt idx="2193">
                  <c:v>0.45773113087534512</c:v>
                </c:pt>
                <c:pt idx="2194">
                  <c:v>0.45867514131487042</c:v>
                </c:pt>
                <c:pt idx="2195">
                  <c:v>0.45981446425912509</c:v>
                </c:pt>
                <c:pt idx="2196">
                  <c:v>0.46075847469865039</c:v>
                </c:pt>
                <c:pt idx="2197">
                  <c:v>0.46138347471378438</c:v>
                </c:pt>
                <c:pt idx="2198">
                  <c:v>0.46184571430831056</c:v>
                </c:pt>
                <c:pt idx="2199">
                  <c:v>0.46219076639999912</c:v>
                </c:pt>
                <c:pt idx="2200">
                  <c:v>0.46246094869820809</c:v>
                </c:pt>
                <c:pt idx="2201">
                  <c:v>0.46272787578800489</c:v>
                </c:pt>
                <c:pt idx="2202">
                  <c:v>0.46310547996381501</c:v>
                </c:pt>
                <c:pt idx="2203">
                  <c:v>0.46355795393310473</c:v>
                </c:pt>
                <c:pt idx="2204">
                  <c:v>0.46413738103046853</c:v>
                </c:pt>
                <c:pt idx="2205">
                  <c:v>0.46496420396715621</c:v>
                </c:pt>
                <c:pt idx="2206">
                  <c:v>0.46588217273938426</c:v>
                </c:pt>
                <c:pt idx="2207">
                  <c:v>0.46660482900688294</c:v>
                </c:pt>
                <c:pt idx="2208">
                  <c:v>0.46710287589394284</c:v>
                </c:pt>
                <c:pt idx="2209">
                  <c:v>0.46748699048657727</c:v>
                </c:pt>
                <c:pt idx="2210">
                  <c:v>0.4678190217446172</c:v>
                </c:pt>
                <c:pt idx="2211">
                  <c:v>0.46809896966806264</c:v>
                </c:pt>
                <c:pt idx="2212">
                  <c:v>0.46852214676164294</c:v>
                </c:pt>
                <c:pt idx="2213">
                  <c:v>0.46900717281505422</c:v>
                </c:pt>
                <c:pt idx="2214">
                  <c:v>0.46951173011893843</c:v>
                </c:pt>
                <c:pt idx="2215">
                  <c:v>0.47025391763691005</c:v>
                </c:pt>
                <c:pt idx="2216">
                  <c:v>0.47123373536896906</c:v>
                </c:pt>
                <c:pt idx="2217">
                  <c:v>0.47205404788883243</c:v>
                </c:pt>
                <c:pt idx="2218">
                  <c:v>0.47278972498997973</c:v>
                </c:pt>
                <c:pt idx="2219">
                  <c:v>0.47375001147156581</c:v>
                </c:pt>
                <c:pt idx="2220">
                  <c:v>0.4747916781634558</c:v>
                </c:pt>
                <c:pt idx="2221">
                  <c:v>0.47565105318426504</c:v>
                </c:pt>
                <c:pt idx="2222">
                  <c:v>0.47627279799098687</c:v>
                </c:pt>
                <c:pt idx="2223">
                  <c:v>0.47674480321074952</c:v>
                </c:pt>
                <c:pt idx="2224">
                  <c:v>0.47720378759686355</c:v>
                </c:pt>
                <c:pt idx="2225">
                  <c:v>0.47765626156615326</c:v>
                </c:pt>
                <c:pt idx="2226">
                  <c:v>0.47837566262523978</c:v>
                </c:pt>
                <c:pt idx="2227">
                  <c:v>0.47922527202081255</c:v>
                </c:pt>
                <c:pt idx="2228">
                  <c:v>0.47998699078925711</c:v>
                </c:pt>
                <c:pt idx="2229">
                  <c:v>0.48048829288472916</c:v>
                </c:pt>
                <c:pt idx="2230">
                  <c:v>0.48081055851753263</c:v>
                </c:pt>
                <c:pt idx="2231">
                  <c:v>0.48117514185969412</c:v>
                </c:pt>
                <c:pt idx="2232">
                  <c:v>0.48167969916357833</c:v>
                </c:pt>
                <c:pt idx="2233">
                  <c:v>0.48241537626472564</c:v>
                </c:pt>
                <c:pt idx="2234">
                  <c:v>0.48358399608468972</c:v>
                </c:pt>
                <c:pt idx="2235">
                  <c:v>0.48451498569056639</c:v>
                </c:pt>
                <c:pt idx="2236">
                  <c:v>0.48521160029076782</c:v>
                </c:pt>
                <c:pt idx="2237">
                  <c:v>0.48593100134985434</c:v>
                </c:pt>
                <c:pt idx="2238">
                  <c:v>0.48656902219863696</c:v>
                </c:pt>
                <c:pt idx="2239">
                  <c:v>0.48705404825204823</c:v>
                </c:pt>
                <c:pt idx="2240">
                  <c:v>0.48747722534562854</c:v>
                </c:pt>
                <c:pt idx="2241">
                  <c:v>0.4879264441065061</c:v>
                </c:pt>
                <c:pt idx="2242">
                  <c:v>0.48871094933383574</c:v>
                </c:pt>
                <c:pt idx="2243">
                  <c:v>0.48976563685937435</c:v>
                </c:pt>
                <c:pt idx="2244">
                  <c:v>0.49060548062971066</c:v>
                </c:pt>
                <c:pt idx="2245">
                  <c:v>0.49113607960089212</c:v>
                </c:pt>
                <c:pt idx="2246">
                  <c:v>0.49149740773464146</c:v>
                </c:pt>
                <c:pt idx="2247">
                  <c:v>0.49181641815903276</c:v>
                </c:pt>
                <c:pt idx="2248">
                  <c:v>0.49226563691991032</c:v>
                </c:pt>
                <c:pt idx="2249">
                  <c:v>0.49277670464061885</c:v>
                </c:pt>
                <c:pt idx="2250">
                  <c:v>0.49341147028098931</c:v>
                </c:pt>
                <c:pt idx="2251">
                  <c:v>0.49437501197098754</c:v>
                </c:pt>
                <c:pt idx="2252">
                  <c:v>0.49544597553858694</c:v>
                </c:pt>
                <c:pt idx="2253">
                  <c:v>0.49623699118274089</c:v>
                </c:pt>
                <c:pt idx="2254">
                  <c:v>0.49680665265486823</c:v>
                </c:pt>
                <c:pt idx="2255">
                  <c:v>0.49724610579050932</c:v>
                </c:pt>
                <c:pt idx="2256">
                  <c:v>0.49764975163361669</c:v>
                </c:pt>
                <c:pt idx="2257">
                  <c:v>0.498072928727197</c:v>
                </c:pt>
                <c:pt idx="2258">
                  <c:v>0.49881186103675645</c:v>
                </c:pt>
                <c:pt idx="2259">
                  <c:v>0.49986654856229507</c:v>
                </c:pt>
                <c:pt idx="2260">
                  <c:v>0.50098308504766464</c:v>
                </c:pt>
                <c:pt idx="2261">
                  <c:v>0.50189128819465623</c:v>
                </c:pt>
                <c:pt idx="2262">
                  <c:v>0.50267253821357372</c:v>
                </c:pt>
                <c:pt idx="2263">
                  <c:v>0.50347006427455199</c:v>
                </c:pt>
                <c:pt idx="2264">
                  <c:v>0.5041601684579291</c:v>
                </c:pt>
                <c:pt idx="2265">
                  <c:v>0.50470053305434703</c:v>
                </c:pt>
                <c:pt idx="2266">
                  <c:v>0.505179048690934</c:v>
                </c:pt>
                <c:pt idx="2267">
                  <c:v>0.50593100183414208</c:v>
                </c:pt>
                <c:pt idx="2268">
                  <c:v>0.50695639248397129</c:v>
                </c:pt>
                <c:pt idx="2269">
                  <c:v>0.50786785083937502</c:v>
                </c:pt>
                <c:pt idx="2270">
                  <c:v>0.50860352794052233</c:v>
                </c:pt>
                <c:pt idx="2271">
                  <c:v>0.50944011650244647</c:v>
                </c:pt>
                <c:pt idx="2272">
                  <c:v>0.51030600194008002</c:v>
                </c:pt>
                <c:pt idx="2273">
                  <c:v>0.51136394467403079</c:v>
                </c:pt>
                <c:pt idx="2274">
                  <c:v>0.51253256449399487</c:v>
                </c:pt>
                <c:pt idx="2275">
                  <c:v>0.5137272259812562</c:v>
                </c:pt>
                <c:pt idx="2276">
                  <c:v>0.51486980413392303</c:v>
                </c:pt>
                <c:pt idx="2277">
                  <c:v>0.5156673301949013</c:v>
                </c:pt>
                <c:pt idx="2278">
                  <c:v>0.51617514270719767</c:v>
                </c:pt>
                <c:pt idx="2279">
                  <c:v>0.51654623646618347</c:v>
                </c:pt>
                <c:pt idx="2280">
                  <c:v>0.51733399690192527</c:v>
                </c:pt>
                <c:pt idx="2281">
                  <c:v>0.51880860631263204</c:v>
                </c:pt>
                <c:pt idx="2282">
                  <c:v>0.52031576780746036</c:v>
                </c:pt>
                <c:pt idx="2283">
                  <c:v>0.52135743449935035</c:v>
                </c:pt>
                <c:pt idx="2284">
                  <c:v>0.52208009076684903</c:v>
                </c:pt>
                <c:pt idx="2285">
                  <c:v>0.52281902307640848</c:v>
                </c:pt>
                <c:pt idx="2286">
                  <c:v>0.52393230435336591</c:v>
                </c:pt>
                <c:pt idx="2287">
                  <c:v>0.52506837208920842</c:v>
                </c:pt>
                <c:pt idx="2288">
                  <c:v>0.52590821585954473</c:v>
                </c:pt>
                <c:pt idx="2289">
                  <c:v>0.52653647108309087</c:v>
                </c:pt>
                <c:pt idx="2290">
                  <c:v>0.52757162735815655</c:v>
                </c:pt>
                <c:pt idx="2291">
                  <c:v>0.52910157531186996</c:v>
                </c:pt>
                <c:pt idx="2292">
                  <c:v>0.53057618472257673</c:v>
                </c:pt>
                <c:pt idx="2293">
                  <c:v>0.53175782537618943</c:v>
                </c:pt>
                <c:pt idx="2294">
                  <c:v>0.5327929816512551</c:v>
                </c:pt>
                <c:pt idx="2295">
                  <c:v>0.53348308583463222</c:v>
                </c:pt>
                <c:pt idx="2296">
                  <c:v>0.53393881501233409</c:v>
                </c:pt>
                <c:pt idx="2297">
                  <c:v>0.5343099087713199</c:v>
                </c:pt>
                <c:pt idx="2298">
                  <c:v>0.53472332023966374</c:v>
                </c:pt>
                <c:pt idx="2299">
                  <c:v>0.53532553379591263</c:v>
                </c:pt>
                <c:pt idx="2300">
                  <c:v>0.53661459632712649</c:v>
                </c:pt>
                <c:pt idx="2301">
                  <c:v>0.53801759115276582</c:v>
                </c:pt>
                <c:pt idx="2302">
                  <c:v>0.53906902346989227</c:v>
                </c:pt>
                <c:pt idx="2303">
                  <c:v>0.53969402348502626</c:v>
                </c:pt>
                <c:pt idx="2304">
                  <c:v>0.54020834641414694</c:v>
                </c:pt>
                <c:pt idx="2305">
                  <c:v>0.54061199225725431</c:v>
                </c:pt>
                <c:pt idx="2306">
                  <c:v>0.54099610684988875</c:v>
                </c:pt>
                <c:pt idx="2307">
                  <c:v>0.54135092456681377</c:v>
                </c:pt>
                <c:pt idx="2308">
                  <c:v>0.54174805999309683</c:v>
                </c:pt>
                <c:pt idx="2309">
                  <c:v>0.54260417980549391</c:v>
                </c:pt>
                <c:pt idx="2310">
                  <c:v>0.54401368504795755</c:v>
                </c:pt>
                <c:pt idx="2311">
                  <c:v>0.54536134133059022</c:v>
                </c:pt>
                <c:pt idx="2312">
                  <c:v>0.54658529969356096</c:v>
                </c:pt>
                <c:pt idx="2313">
                  <c:v>0.54759441430132938</c:v>
                </c:pt>
                <c:pt idx="2314">
                  <c:v>0.54840496119595628</c:v>
                </c:pt>
                <c:pt idx="2315">
                  <c:v>0.54922201850740748</c:v>
                </c:pt>
                <c:pt idx="2316">
                  <c:v>0.55021160186470297</c:v>
                </c:pt>
                <c:pt idx="2317">
                  <c:v>0.55147462272861958</c:v>
                </c:pt>
                <c:pt idx="2318">
                  <c:v>0.55319337277023806</c:v>
                </c:pt>
                <c:pt idx="2319">
                  <c:v>0.55483725301837694</c:v>
                </c:pt>
                <c:pt idx="2320">
                  <c:v>0.55597657596263161</c:v>
                </c:pt>
                <c:pt idx="2321">
                  <c:v>0.55671550827219107</c:v>
                </c:pt>
                <c:pt idx="2322">
                  <c:v>0.55722006557607529</c:v>
                </c:pt>
                <c:pt idx="2323">
                  <c:v>0.55799480517816846</c:v>
                </c:pt>
                <c:pt idx="2324">
                  <c:v>0.55984701876468534</c:v>
                </c:pt>
                <c:pt idx="2325">
                  <c:v>0.56209636777748528</c:v>
                </c:pt>
                <c:pt idx="2326">
                  <c:v>0.56412110740984645</c:v>
                </c:pt>
                <c:pt idx="2327">
                  <c:v>0.56566733140562064</c:v>
                </c:pt>
                <c:pt idx="2328">
                  <c:v>0.56663087309561888</c:v>
                </c:pt>
                <c:pt idx="2329">
                  <c:v>0.56757488353514418</c:v>
                </c:pt>
                <c:pt idx="2330">
                  <c:v>0.56886394606635804</c:v>
                </c:pt>
                <c:pt idx="2331">
                  <c:v>0.57016277422280837</c:v>
                </c:pt>
                <c:pt idx="2332">
                  <c:v>0.57145509196243438</c:v>
                </c:pt>
                <c:pt idx="2333">
                  <c:v>0.57241212323560831</c:v>
                </c:pt>
                <c:pt idx="2334">
                  <c:v>0.57339194096766732</c:v>
                </c:pt>
                <c:pt idx="2335">
                  <c:v>0.57510092538404933</c:v>
                </c:pt>
                <c:pt idx="2336">
                  <c:v>0.57673829521536391</c:v>
                </c:pt>
                <c:pt idx="2337">
                  <c:v>0.57773764419789586</c:v>
                </c:pt>
                <c:pt idx="2338">
                  <c:v>0.57866863380377254</c:v>
                </c:pt>
                <c:pt idx="2339">
                  <c:v>0.57942384215539278</c:v>
                </c:pt>
                <c:pt idx="2340">
                  <c:v>0.58056316509964745</c:v>
                </c:pt>
                <c:pt idx="2341">
                  <c:v>0.58149415470552412</c:v>
                </c:pt>
                <c:pt idx="2342">
                  <c:v>0.58211915472065812</c:v>
                </c:pt>
                <c:pt idx="2343">
                  <c:v>0.58284181098815679</c:v>
                </c:pt>
                <c:pt idx="2344">
                  <c:v>0.58382488392862797</c:v>
                </c:pt>
                <c:pt idx="2345">
                  <c:v>0.58490561312146383</c:v>
                </c:pt>
                <c:pt idx="2346">
                  <c:v>0.58605795689936713</c:v>
                </c:pt>
                <c:pt idx="2347">
                  <c:v>0.58711915484173005</c:v>
                </c:pt>
                <c:pt idx="2348">
                  <c:v>0.58806642048966751</c:v>
                </c:pt>
                <c:pt idx="2349">
                  <c:v>0.58879884238240265</c:v>
                </c:pt>
                <c:pt idx="2350">
                  <c:v>0.5897916809481103</c:v>
                </c:pt>
                <c:pt idx="2351">
                  <c:v>0.59074871222128422</c:v>
                </c:pt>
                <c:pt idx="2352">
                  <c:v>0.59162436328415424</c:v>
                </c:pt>
                <c:pt idx="2353">
                  <c:v>0.59238282684418664</c:v>
                </c:pt>
                <c:pt idx="2354">
                  <c:v>0.59303712373503004</c:v>
                </c:pt>
                <c:pt idx="2355">
                  <c:v>0.59388998833901496</c:v>
                </c:pt>
                <c:pt idx="2356">
                  <c:v>0.59465496231587167</c:v>
                </c:pt>
                <c:pt idx="2357">
                  <c:v>0.59532553524877585</c:v>
                </c:pt>
                <c:pt idx="2358">
                  <c:v>0.5950911602431006</c:v>
                </c:pt>
                <c:pt idx="2359">
                  <c:v>0.59484701961218889</c:v>
                </c:pt>
                <c:pt idx="2360">
                  <c:v>0.59514975399451941</c:v>
                </c:pt>
                <c:pt idx="2361">
                  <c:v>0.59580079567695066</c:v>
                </c:pt>
                <c:pt idx="2362">
                  <c:v>0.59644532694255759</c:v>
                </c:pt>
                <c:pt idx="2363">
                  <c:v>0.59718100404370489</c:v>
                </c:pt>
                <c:pt idx="2364">
                  <c:v>0.59800782698039257</c:v>
                </c:pt>
                <c:pt idx="2365">
                  <c:v>0.59884116033390455</c:v>
                </c:pt>
                <c:pt idx="2366">
                  <c:v>0.59951498847522089</c:v>
                </c:pt>
                <c:pt idx="2367">
                  <c:v>0.60008790515576038</c:v>
                </c:pt>
                <c:pt idx="2368">
                  <c:v>0.6008593895494414</c:v>
                </c:pt>
                <c:pt idx="2369">
                  <c:v>0.60165040519359536</c:v>
                </c:pt>
                <c:pt idx="2370">
                  <c:v>0.60236980625268188</c:v>
                </c:pt>
                <c:pt idx="2371">
                  <c:v>0.60320965002301818</c:v>
                </c:pt>
                <c:pt idx="2372">
                  <c:v>0.60404623858494233</c:v>
                </c:pt>
                <c:pt idx="2373">
                  <c:v>0.6047916813113261</c:v>
                </c:pt>
                <c:pt idx="2374">
                  <c:v>0.60551108237041262</c:v>
                </c:pt>
                <c:pt idx="2375">
                  <c:v>0.60625326988838424</c:v>
                </c:pt>
                <c:pt idx="2376">
                  <c:v>0.60713217615966641</c:v>
                </c:pt>
                <c:pt idx="2377">
                  <c:v>0.60791668138699606</c:v>
                </c:pt>
                <c:pt idx="2378">
                  <c:v>0.6085384261937179</c:v>
                </c:pt>
                <c:pt idx="2379">
                  <c:v>0.6093034001705746</c:v>
                </c:pt>
                <c:pt idx="2380">
                  <c:v>0.61017579602503247</c:v>
                </c:pt>
                <c:pt idx="2381">
                  <c:v>0.61083660333270018</c:v>
                </c:pt>
                <c:pt idx="2382">
                  <c:v>0.61156577001702317</c:v>
                </c:pt>
                <c:pt idx="2383">
                  <c:v>0.61226889503404891</c:v>
                </c:pt>
                <c:pt idx="2384">
                  <c:v>0.61298504088472328</c:v>
                </c:pt>
                <c:pt idx="2385">
                  <c:v>0.61368816590174902</c:v>
                </c:pt>
                <c:pt idx="2386">
                  <c:v>0.61434571800100457</c:v>
                </c:pt>
                <c:pt idx="2387">
                  <c:v>0.61496095239090209</c:v>
                </c:pt>
                <c:pt idx="2388">
                  <c:v>0.6154882961536714</c:v>
                </c:pt>
                <c:pt idx="2389">
                  <c:v>0.61580730657806271</c:v>
                </c:pt>
                <c:pt idx="2390">
                  <c:v>0.61630209825671045</c:v>
                </c:pt>
                <c:pt idx="2391">
                  <c:v>0.61692058785502013</c:v>
                </c:pt>
                <c:pt idx="2392">
                  <c:v>0.61757162953745137</c:v>
                </c:pt>
                <c:pt idx="2393">
                  <c:v>0.61816733267687596</c:v>
                </c:pt>
                <c:pt idx="2394">
                  <c:v>0.61881186394248289</c:v>
                </c:pt>
                <c:pt idx="2395">
                  <c:v>0.61937175978937375</c:v>
                </c:pt>
                <c:pt idx="2396">
                  <c:v>0.61997722855403481</c:v>
                </c:pt>
                <c:pt idx="2397">
                  <c:v>0.6207063952383578</c:v>
                </c:pt>
                <c:pt idx="2398">
                  <c:v>0.62161459838534938</c:v>
                </c:pt>
                <c:pt idx="2399">
                  <c:v>0.62245769736409784</c:v>
                </c:pt>
                <c:pt idx="2400">
                  <c:v>0.62347657759710273</c:v>
                </c:pt>
                <c:pt idx="2401">
                  <c:v>0.62438478074409431</c:v>
                </c:pt>
                <c:pt idx="2402">
                  <c:v>0.6252929838910859</c:v>
                </c:pt>
                <c:pt idx="2403">
                  <c:v>0.62626303599790845</c:v>
                </c:pt>
                <c:pt idx="2404">
                  <c:v>0.62744793185993331</c:v>
                </c:pt>
                <c:pt idx="2405">
                  <c:v>0.62888998918651851</c:v>
                </c:pt>
                <c:pt idx="2406">
                  <c:v>0.63055014547671817</c:v>
                </c:pt>
                <c:pt idx="2407">
                  <c:v>0.63231121322769468</c:v>
                </c:pt>
                <c:pt idx="2408">
                  <c:v>0.63429037994228565</c:v>
                </c:pt>
                <c:pt idx="2409">
                  <c:v>0.63686199458788906</c:v>
                </c:pt>
                <c:pt idx="2410">
                  <c:v>0.64018556237670055</c:v>
                </c:pt>
                <c:pt idx="2411">
                  <c:v>0.64373048433753866</c:v>
                </c:pt>
                <c:pt idx="2412">
                  <c:v>0.64766928651624767</c:v>
                </c:pt>
                <c:pt idx="2413">
                  <c:v>0.65154623973512571</c:v>
                </c:pt>
                <c:pt idx="2414">
                  <c:v>0.65527345336704457</c:v>
                </c:pt>
                <c:pt idx="2415">
                  <c:v>0.65872397428393015</c:v>
                </c:pt>
                <c:pt idx="2416">
                  <c:v>0.66228517228682904</c:v>
                </c:pt>
                <c:pt idx="2417">
                  <c:v>0.6656998859111809</c:v>
                </c:pt>
                <c:pt idx="2418">
                  <c:v>0.66919272453742451</c:v>
                </c:pt>
                <c:pt idx="2419">
                  <c:v>0.67265626628795872</c:v>
                </c:pt>
                <c:pt idx="2420">
                  <c:v>0.67611329762166861</c:v>
                </c:pt>
                <c:pt idx="2421">
                  <c:v>0.67937827165906128</c:v>
                </c:pt>
                <c:pt idx="2422">
                  <c:v>0.68255535506932574</c:v>
                </c:pt>
                <c:pt idx="2423">
                  <c:v>0.6855761884758067</c:v>
                </c:pt>
                <c:pt idx="2424">
                  <c:v>0.68860027709069982</c:v>
                </c:pt>
                <c:pt idx="2425">
                  <c:v>0.69149741257751884</c:v>
                </c:pt>
                <c:pt idx="2426">
                  <c:v>0.69450522515035118</c:v>
                </c:pt>
                <c:pt idx="2427">
                  <c:v>0.69748374084747411</c:v>
                </c:pt>
                <c:pt idx="2428">
                  <c:v>0.70053387112966448</c:v>
                </c:pt>
                <c:pt idx="2429">
                  <c:v>0.70335288161459175</c:v>
                </c:pt>
                <c:pt idx="2430">
                  <c:v>0.70619142334999196</c:v>
                </c:pt>
                <c:pt idx="2431">
                  <c:v>0.70883465258066281</c:v>
                </c:pt>
                <c:pt idx="2432">
                  <c:v>0.71144858493562424</c:v>
                </c:pt>
                <c:pt idx="2433">
                  <c:v>0.71411134541676802</c:v>
                </c:pt>
                <c:pt idx="2434">
                  <c:v>0.71702475694564782</c:v>
                </c:pt>
                <c:pt idx="2435">
                  <c:v>0.72000652785118291</c:v>
                </c:pt>
                <c:pt idx="2436">
                  <c:v>0.72323243938762971</c:v>
                </c:pt>
                <c:pt idx="2437">
                  <c:v>0.72658204884373845</c:v>
                </c:pt>
                <c:pt idx="2438">
                  <c:v>0.73012697080457656</c:v>
                </c:pt>
                <c:pt idx="2439">
                  <c:v>0.73368816880747545</c:v>
                </c:pt>
                <c:pt idx="2440">
                  <c:v>0.7377799657815558</c:v>
                </c:pt>
                <c:pt idx="2441">
                  <c:v>0.7421289242201965</c:v>
                </c:pt>
                <c:pt idx="2442">
                  <c:v>0.74729819517870055</c:v>
                </c:pt>
                <c:pt idx="2443">
                  <c:v>0.75613608601770466</c:v>
                </c:pt>
                <c:pt idx="2444">
                  <c:v>0.77107749262950165</c:v>
                </c:pt>
                <c:pt idx="2445">
                  <c:v>0.78512697213636784</c:v>
                </c:pt>
                <c:pt idx="2446">
                  <c:v>0.79550132134590967</c:v>
                </c:pt>
                <c:pt idx="2447">
                  <c:v>0.80239910797126868</c:v>
                </c:pt>
                <c:pt idx="2448">
                  <c:v>0.80781577476909661</c:v>
                </c:pt>
                <c:pt idx="2449">
                  <c:v>0.81250001967418939</c:v>
                </c:pt>
                <c:pt idx="2450">
                  <c:v>0.81710613957739042</c:v>
                </c:pt>
                <c:pt idx="2451">
                  <c:v>0.82145184280761896</c:v>
                </c:pt>
                <c:pt idx="2452">
                  <c:v>0.82568361374342203</c:v>
                </c:pt>
                <c:pt idx="2453">
                  <c:v>0.82951173883611773</c:v>
                </c:pt>
                <c:pt idx="2454">
                  <c:v>0.83319012434185424</c:v>
                </c:pt>
                <c:pt idx="2455">
                  <c:v>0.8365755410904967</c:v>
                </c:pt>
                <c:pt idx="2456">
                  <c:v>0.83990236408772034</c:v>
                </c:pt>
                <c:pt idx="2457">
                  <c:v>0.84297853603720796</c:v>
                </c:pt>
                <c:pt idx="2458">
                  <c:v>0.84600587986051323</c:v>
                </c:pt>
                <c:pt idx="2459">
                  <c:v>0.84902671326699419</c:v>
                </c:pt>
                <c:pt idx="2460">
                  <c:v>0.85215496855107631</c:v>
                </c:pt>
                <c:pt idx="2461">
                  <c:v>0.85510093216407768</c:v>
                </c:pt>
                <c:pt idx="2462">
                  <c:v>0.85795900514995083</c:v>
                </c:pt>
                <c:pt idx="2463">
                  <c:v>0.86068361459092557</c:v>
                </c:pt>
                <c:pt idx="2464">
                  <c:v>0.86355470841044735</c:v>
                </c:pt>
                <c:pt idx="2465">
                  <c:v>0.86645835431409068</c:v>
                </c:pt>
                <c:pt idx="2466">
                  <c:v>0.86967124501688886</c:v>
                </c:pt>
                <c:pt idx="2467">
                  <c:v>0.87301108884776113</c:v>
                </c:pt>
                <c:pt idx="2468">
                  <c:v>0.87625002121785656</c:v>
                </c:pt>
                <c:pt idx="2469">
                  <c:v>0.87921877128974302</c:v>
                </c:pt>
                <c:pt idx="2470">
                  <c:v>0.88218101094480517</c:v>
                </c:pt>
                <c:pt idx="2471">
                  <c:v>0.88501629747179322</c:v>
                </c:pt>
                <c:pt idx="2472">
                  <c:v>0.88792645379226087</c:v>
                </c:pt>
                <c:pt idx="2473">
                  <c:v>0.89071616740147874</c:v>
                </c:pt>
                <c:pt idx="2474">
                  <c:v>0.89367189663971658</c:v>
                </c:pt>
                <c:pt idx="2475">
                  <c:v>0.89670249567143401</c:v>
                </c:pt>
                <c:pt idx="2476">
                  <c:v>0.90000978741818471</c:v>
                </c:pt>
                <c:pt idx="2477">
                  <c:v>0.90317059478638839</c:v>
                </c:pt>
                <c:pt idx="2478">
                  <c:v>0.90614260006668701</c:v>
                </c:pt>
                <c:pt idx="2479">
                  <c:v>0.90884116784036451</c:v>
                </c:pt>
                <c:pt idx="2480">
                  <c:v>0.91180340749542665</c:v>
                </c:pt>
                <c:pt idx="2481">
                  <c:v>0.91488934507015074</c:v>
                </c:pt>
                <c:pt idx="2482">
                  <c:v>0.91794273056075326</c:v>
                </c:pt>
                <c:pt idx="2483">
                  <c:v>0.92103517855230166</c:v>
                </c:pt>
                <c:pt idx="2484">
                  <c:v>0.92450848592807233</c:v>
                </c:pt>
                <c:pt idx="2485">
                  <c:v>0.92790366830195126</c:v>
                </c:pt>
                <c:pt idx="2486">
                  <c:v>0.93125978817488431</c:v>
                </c:pt>
                <c:pt idx="2487">
                  <c:v>0.9345312726291013</c:v>
                </c:pt>
                <c:pt idx="2488">
                  <c:v>0.93772137687301438</c:v>
                </c:pt>
                <c:pt idx="2489">
                  <c:v>0.9407747623636169</c:v>
                </c:pt>
                <c:pt idx="2490">
                  <c:v>0.94379234056168571</c:v>
                </c:pt>
                <c:pt idx="2491">
                  <c:v>0.94681317396816667</c:v>
                </c:pt>
                <c:pt idx="2492">
                  <c:v>0.95009116883920797</c:v>
                </c:pt>
                <c:pt idx="2493">
                  <c:v>0.95345379912896533</c:v>
                </c:pt>
                <c:pt idx="2494">
                  <c:v>0.95681968462713485</c:v>
                </c:pt>
                <c:pt idx="2495">
                  <c:v>0.95993491907756834</c:v>
                </c:pt>
                <c:pt idx="2496">
                  <c:v>0.96312827852989358</c:v>
                </c:pt>
                <c:pt idx="2497">
                  <c:v>0.96624025777191491</c:v>
                </c:pt>
                <c:pt idx="2498">
                  <c:v>0.96954429431025346</c:v>
                </c:pt>
                <c:pt idx="2499">
                  <c:v>0.97265952876068695</c:v>
                </c:pt>
                <c:pt idx="2500">
                  <c:v>0.97561851320733695</c:v>
                </c:pt>
                <c:pt idx="2501">
                  <c:v>0.97858726327922341</c:v>
                </c:pt>
                <c:pt idx="2502">
                  <c:v>0.98175783627266355</c:v>
                </c:pt>
                <c:pt idx="2503">
                  <c:v>0.98498700301752251</c:v>
                </c:pt>
                <c:pt idx="2504">
                  <c:v>0.988518904144712</c:v>
                </c:pt>
                <c:pt idx="2505">
                  <c:v>0.99202801881301639</c:v>
                </c:pt>
                <c:pt idx="2506">
                  <c:v>0.99544273243736825</c:v>
                </c:pt>
                <c:pt idx="2507">
                  <c:v>0.99852541480368018</c:v>
                </c:pt>
                <c:pt idx="2508">
                  <c:v>1.0015820555026949</c:v>
                </c:pt>
                <c:pt idx="2509">
                  <c:v>1.004440128488568</c:v>
                </c:pt>
                <c:pt idx="2510">
                  <c:v>1.007252628556671</c:v>
                </c:pt>
                <c:pt idx="2511">
                  <c:v>1.0100586182079496</c:v>
                </c:pt>
                <c:pt idx="2512">
                  <c:v>1.01294273286112</c:v>
                </c:pt>
                <c:pt idx="2513">
                  <c:v>1.0156640870936826</c:v>
                </c:pt>
                <c:pt idx="2514">
                  <c:v>1.0186458579992177</c:v>
                </c:pt>
                <c:pt idx="2515">
                  <c:v>1.0216862226561716</c:v>
                </c:pt>
                <c:pt idx="2516">
                  <c:v>1.0249121341926184</c:v>
                </c:pt>
                <c:pt idx="2517">
                  <c:v>1.0280110926009911</c:v>
                </c:pt>
                <c:pt idx="2518">
                  <c:v>1.0310189051738234</c:v>
                </c:pt>
                <c:pt idx="2519">
                  <c:v>1.0337630458652711</c:v>
                </c:pt>
                <c:pt idx="2520">
                  <c:v>1.0365006761398945</c:v>
                </c:pt>
                <c:pt idx="2521">
                  <c:v>1.039137394953741</c:v>
                </c:pt>
                <c:pt idx="2522">
                  <c:v>1.041949895021844</c:v>
                </c:pt>
                <c:pt idx="2523">
                  <c:v>1.044681014879643</c:v>
                </c:pt>
                <c:pt idx="2524">
                  <c:v>1.0473600514028476</c:v>
                </c:pt>
                <c:pt idx="2525">
                  <c:v>1.049973983757809</c:v>
                </c:pt>
                <c:pt idx="2526">
                  <c:v>1.0530761973745939</c:v>
                </c:pt>
                <c:pt idx="2527">
                  <c:v>1.0563737234961081</c:v>
                </c:pt>
                <c:pt idx="2528">
                  <c:v>1.0597396089942777</c:v>
                </c:pt>
                <c:pt idx="2529">
                  <c:v>1.0630273694905554</c:v>
                </c:pt>
                <c:pt idx="2530">
                  <c:v>1.0668001560402445</c:v>
                </c:pt>
                <c:pt idx="2531">
                  <c:v>1.0714225519855063</c:v>
                </c:pt>
                <c:pt idx="2532">
                  <c:v>1.0764290625234025</c:v>
                </c:pt>
                <c:pt idx="2533">
                  <c:v>1.0806510678339691</c:v>
                </c:pt>
                <c:pt idx="2534">
                  <c:v>1.084316432506057</c:v>
                </c:pt>
                <c:pt idx="2535">
                  <c:v>1.087503281541558</c:v>
                </c:pt>
                <c:pt idx="2536">
                  <c:v>1.0909310159995584</c:v>
                </c:pt>
                <c:pt idx="2537">
                  <c:v>1.0945215108781667</c:v>
                </c:pt>
                <c:pt idx="2538">
                  <c:v>1.0983040630530922</c:v>
                </c:pt>
                <c:pt idx="2539">
                  <c:v>1.1020442975186597</c:v>
                </c:pt>
                <c:pt idx="2540">
                  <c:v>1.1060905215749699</c:v>
                </c:pt>
                <c:pt idx="2541">
                  <c:v>1.1099674747938479</c:v>
                </c:pt>
                <c:pt idx="2542">
                  <c:v>1.1136458602995845</c:v>
                </c:pt>
                <c:pt idx="2543">
                  <c:v>1.1170247666314026</c:v>
                </c:pt>
                <c:pt idx="2544">
                  <c:v>1.1205208604660584</c:v>
                </c:pt>
                <c:pt idx="2545">
                  <c:v>1.1238607042969306</c:v>
                </c:pt>
                <c:pt idx="2546">
                  <c:v>1.1273177356306405</c:v>
                </c:pt>
                <c:pt idx="2547">
                  <c:v>1.1308398711325935</c:v>
                </c:pt>
                <c:pt idx="2548">
                  <c:v>1.1345833608065732</c:v>
                </c:pt>
                <c:pt idx="2549">
                  <c:v>1.1380761994328168</c:v>
                </c:pt>
                <c:pt idx="2550">
                  <c:v>1.1414746370151079</c:v>
                </c:pt>
                <c:pt idx="2551">
                  <c:v>1.1449902621002366</c:v>
                </c:pt>
                <c:pt idx="2552">
                  <c:v>1.1485807569788449</c:v>
                </c:pt>
                <c:pt idx="2553">
                  <c:v>1.1521940383163383</c:v>
                </c:pt>
                <c:pt idx="2554">
                  <c:v>1.156022163409034</c:v>
                </c:pt>
                <c:pt idx="2555">
                  <c:v>1.159794949958723</c:v>
                </c:pt>
                <c:pt idx="2556">
                  <c:v>1.1638607052655061</c:v>
                </c:pt>
                <c:pt idx="2557">
                  <c:v>1.168046903283539</c:v>
                </c:pt>
                <c:pt idx="2558">
                  <c:v>1.1720442992136668</c:v>
                </c:pt>
                <c:pt idx="2559">
                  <c:v>1.1754785440884916</c:v>
                </c:pt>
                <c:pt idx="2560">
                  <c:v>1.1787467733342964</c:v>
                </c:pt>
                <c:pt idx="2561">
                  <c:v>1.1818359661174327</c:v>
                </c:pt>
                <c:pt idx="2562">
                  <c:v>1.1850423464034066</c:v>
                </c:pt>
                <c:pt idx="2563">
                  <c:v>1.18832359648286</c:v>
                </c:pt>
                <c:pt idx="2564">
                  <c:v>1.1915625288529554</c:v>
                </c:pt>
                <c:pt idx="2565">
                  <c:v>1.194511747674369</c:v>
                </c:pt>
                <c:pt idx="2566">
                  <c:v>1.1975000289967284</c:v>
                </c:pt>
                <c:pt idx="2567">
                  <c:v>1.2005241176116215</c:v>
                </c:pt>
                <c:pt idx="2568">
                  <c:v>1.2038704718593181</c:v>
                </c:pt>
                <c:pt idx="2569">
                  <c:v>1.2070605761032311</c:v>
                </c:pt>
                <c:pt idx="2570">
                  <c:v>1.2105566699378869</c:v>
                </c:pt>
                <c:pt idx="2571">
                  <c:v>1.2138314096005161</c:v>
                </c:pt>
                <c:pt idx="2572">
                  <c:v>1.2171940398902734</c:v>
                </c:pt>
                <c:pt idx="2573">
                  <c:v>1.2205631805968551</c:v>
                </c:pt>
                <c:pt idx="2574">
                  <c:v>1.2236979462977615</c:v>
                </c:pt>
                <c:pt idx="2575">
                  <c:v>1.226647165119175</c:v>
                </c:pt>
                <c:pt idx="2576">
                  <c:v>1.2297265922770748</c:v>
                </c:pt>
                <c:pt idx="2577">
                  <c:v>1.23325198298744</c:v>
                </c:pt>
                <c:pt idx="2578">
                  <c:v>1.2370280247455412</c:v>
                </c:pt>
                <c:pt idx="2579">
                  <c:v>1.2408138321288789</c:v>
                </c:pt>
                <c:pt idx="2580">
                  <c:v>1.2447428686823514</c:v>
                </c:pt>
                <c:pt idx="2581">
                  <c:v>1.2481152645973452</c:v>
                </c:pt>
                <c:pt idx="2582">
                  <c:v>1.251256540715076</c:v>
                </c:pt>
                <c:pt idx="2583">
                  <c:v>1.2544694314178741</c:v>
                </c:pt>
                <c:pt idx="2584">
                  <c:v>1.2575325825337131</c:v>
                </c:pt>
                <c:pt idx="2585">
                  <c:v>1.2603743794775255</c:v>
                </c:pt>
                <c:pt idx="2586">
                  <c:v>1.2632617493391081</c:v>
                </c:pt>
                <c:pt idx="2587">
                  <c:v>1.265823598359475</c:v>
                </c:pt>
                <c:pt idx="2588">
                  <c:v>1.2684407859228486</c:v>
                </c:pt>
                <c:pt idx="2589">
                  <c:v>1.2711295880712896</c:v>
                </c:pt>
                <c:pt idx="2590">
                  <c:v>1.2739323225141561</c:v>
                </c:pt>
                <c:pt idx="2591">
                  <c:v>1.2765722965364148</c:v>
                </c:pt>
                <c:pt idx="2592">
                  <c:v>1.2793099268110382</c:v>
                </c:pt>
                <c:pt idx="2593">
                  <c:v>1.2822721664661003</c:v>
                </c:pt>
                <c:pt idx="2594">
                  <c:v>1.2853190415398785</c:v>
                </c:pt>
                <c:pt idx="2595">
                  <c:v>1.2885254218258524</c:v>
                </c:pt>
                <c:pt idx="2596">
                  <c:v>1.2923209948344265</c:v>
                </c:pt>
                <c:pt idx="2597">
                  <c:v>1.2956803699157717</c:v>
                </c:pt>
                <c:pt idx="2598">
                  <c:v>1.2985124012343476</c:v>
                </c:pt>
                <c:pt idx="2599">
                  <c:v>1.3009635731687013</c:v>
                </c:pt>
                <c:pt idx="2600">
                  <c:v>1.3038216461545744</c:v>
                </c:pt>
                <c:pt idx="2601">
                  <c:v>1.3072331045705141</c:v>
                </c:pt>
                <c:pt idx="2602">
                  <c:v>1.3103418286041233</c:v>
                </c:pt>
                <c:pt idx="2603">
                  <c:v>1.3126855786608758</c:v>
                </c:pt>
                <c:pt idx="2604">
                  <c:v>1.3159375318646198</c:v>
                </c:pt>
                <c:pt idx="2605">
                  <c:v>1.318359406923264</c:v>
                </c:pt>
                <c:pt idx="2606">
                  <c:v>1.3207454746893745</c:v>
                </c:pt>
                <c:pt idx="2607">
                  <c:v>1.3223437820197432</c:v>
                </c:pt>
                <c:pt idx="2608">
                  <c:v>1.3228353184899788</c:v>
                </c:pt>
                <c:pt idx="2609">
                  <c:v>1.3201758132172472</c:v>
                </c:pt>
                <c:pt idx="2610">
                  <c:v>1.3190104486056953</c:v>
                </c:pt>
                <c:pt idx="2611">
                  <c:v>1.3200586257144096</c:v>
                </c:pt>
                <c:pt idx="2612">
                  <c:v>1.3221159174308923</c:v>
                </c:pt>
                <c:pt idx="2613">
                  <c:v>1.3247493810363267</c:v>
                </c:pt>
                <c:pt idx="2614">
                  <c:v>1.32748701131095</c:v>
                </c:pt>
                <c:pt idx="2615">
                  <c:v>1.3299577144957766</c:v>
                </c:pt>
                <c:pt idx="2616">
                  <c:v>1.3321647457992185</c:v>
                </c:pt>
                <c:pt idx="2617">
                  <c:v>1.3341439125138095</c:v>
                </c:pt>
                <c:pt idx="2618">
                  <c:v>1.3366439125743454</c:v>
                </c:pt>
                <c:pt idx="2619">
                  <c:v>1.3395182616022794</c:v>
                </c:pt>
                <c:pt idx="2620">
                  <c:v>1.3422558918769028</c:v>
                </c:pt>
                <c:pt idx="2621">
                  <c:v>1.3448405273561548</c:v>
                </c:pt>
                <c:pt idx="2622">
                  <c:v>1.3477864909691561</c:v>
                </c:pt>
                <c:pt idx="2623">
                  <c:v>1.3509375327121234</c:v>
                </c:pt>
                <c:pt idx="2624">
                  <c:v>1.3544401369636034</c:v>
                </c:pt>
                <c:pt idx="2625">
                  <c:v>1.3579720380907929</c:v>
                </c:pt>
                <c:pt idx="2626">
                  <c:v>1.3615332360936918</c:v>
                </c:pt>
                <c:pt idx="2627">
                  <c:v>1.3646875330450712</c:v>
                </c:pt>
                <c:pt idx="2628">
                  <c:v>1.3677930018702682</c:v>
                </c:pt>
                <c:pt idx="2629">
                  <c:v>1.3711295904927283</c:v>
                </c:pt>
                <c:pt idx="2630">
                  <c:v>1.3743815436964724</c:v>
                </c:pt>
                <c:pt idx="2631">
                  <c:v>1.3769954760514338</c:v>
                </c:pt>
                <c:pt idx="2632">
                  <c:v>1.3792676115231188</c:v>
                </c:pt>
                <c:pt idx="2633">
                  <c:v>1.3813607105321353</c:v>
                </c:pt>
                <c:pt idx="2634">
                  <c:v>1.3837370126730093</c:v>
                </c:pt>
                <c:pt idx="2635">
                  <c:v>1.3865592783663487</c:v>
                </c:pt>
                <c:pt idx="2636">
                  <c:v>1.3895410492718838</c:v>
                </c:pt>
                <c:pt idx="2637">
                  <c:v>1.3928320649765737</c:v>
                </c:pt>
                <c:pt idx="2638">
                  <c:v>1.3961621431822095</c:v>
                </c:pt>
                <c:pt idx="2639">
                  <c:v>1.3992708672158187</c:v>
                </c:pt>
                <c:pt idx="2640">
                  <c:v>1.4021875339531107</c:v>
                </c:pt>
                <c:pt idx="2641">
                  <c:v>1.4045247735930388</c:v>
                </c:pt>
                <c:pt idx="2642">
                  <c:v>1.4066601903114133</c:v>
                </c:pt>
                <c:pt idx="2643">
                  <c:v>1.4088574559896188</c:v>
                </c:pt>
                <c:pt idx="2644">
                  <c:v>1.4115462581380598</c:v>
                </c:pt>
                <c:pt idx="2645">
                  <c:v>1.4141699561182577</c:v>
                </c:pt>
                <c:pt idx="2646">
                  <c:v>1.416718784304976</c:v>
                </c:pt>
                <c:pt idx="2647">
                  <c:v>1.4189941749850732</c:v>
                </c:pt>
                <c:pt idx="2648">
                  <c:v>1.4211295917034477</c:v>
                </c:pt>
                <c:pt idx="2649">
                  <c:v>1.4232682636302343</c:v>
                </c:pt>
                <c:pt idx="2650">
                  <c:v>1.4264518574573231</c:v>
                </c:pt>
                <c:pt idx="2651">
                  <c:v>1.433743524300553</c:v>
                </c:pt>
                <c:pt idx="2652">
                  <c:v>1.4409700869755397</c:v>
                </c:pt>
                <c:pt idx="2653">
                  <c:v>1.4460905298078615</c:v>
                </c:pt>
                <c:pt idx="2654">
                  <c:v>1.4494206080134973</c:v>
                </c:pt>
                <c:pt idx="2655">
                  <c:v>1.4519173528656211</c:v>
                </c:pt>
                <c:pt idx="2656">
                  <c:v>1.4544596706355151</c:v>
                </c:pt>
                <c:pt idx="2657">
                  <c:v>1.4570182644474698</c:v>
                </c:pt>
                <c:pt idx="2658">
                  <c:v>1.4597884468062148</c:v>
                </c:pt>
                <c:pt idx="2659">
                  <c:v>1.4626334989584393</c:v>
                </c:pt>
                <c:pt idx="2660">
                  <c:v>1.4646224312982667</c:v>
                </c:pt>
                <c:pt idx="2661">
                  <c:v>1.4667838896839385</c:v>
                </c:pt>
                <c:pt idx="2662">
                  <c:v>1.4696745147539332</c:v>
                </c:pt>
                <c:pt idx="2663">
                  <c:v>1.4730111033763933</c:v>
                </c:pt>
                <c:pt idx="2664">
                  <c:v>1.4772363638953721</c:v>
                </c:pt>
                <c:pt idx="2665">
                  <c:v>1.4813900098292834</c:v>
                </c:pt>
                <c:pt idx="2666">
                  <c:v>1.4853255567995802</c:v>
                </c:pt>
                <c:pt idx="2667">
                  <c:v>1.4892057652268704</c:v>
                </c:pt>
                <c:pt idx="2668">
                  <c:v>1.4932031611569982</c:v>
                </c:pt>
                <c:pt idx="2669">
                  <c:v>1.4971517289609437</c:v>
                </c:pt>
                <c:pt idx="2670">
                  <c:v>1.5012077186424904</c:v>
                </c:pt>
                <c:pt idx="2671">
                  <c:v>1.5045670937238356</c:v>
                </c:pt>
                <c:pt idx="2672">
                  <c:v>1.5075423542125463</c:v>
                </c:pt>
                <c:pt idx="2673">
                  <c:v>1.5104622761582505</c:v>
                </c:pt>
                <c:pt idx="2674">
                  <c:v>1.5139062866583117</c:v>
                </c:pt>
                <c:pt idx="2675">
                  <c:v>1.5175749065388118</c:v>
                </c:pt>
                <c:pt idx="2676">
                  <c:v>1.5217285524727231</c:v>
                </c:pt>
                <c:pt idx="2677">
                  <c:v>1.5252767296419734</c:v>
                </c:pt>
                <c:pt idx="2678">
                  <c:v>1.5287272505588589</c:v>
                </c:pt>
                <c:pt idx="2679">
                  <c:v>1.532334021479528</c:v>
                </c:pt>
                <c:pt idx="2680">
                  <c:v>1.5359733444843187</c:v>
                </c:pt>
                <c:pt idx="2681">
                  <c:v>1.5395182664451568</c:v>
                </c:pt>
                <c:pt idx="2682">
                  <c:v>1.5429915738209274</c:v>
                </c:pt>
                <c:pt idx="2683">
                  <c:v>1.5460579801451786</c:v>
                </c:pt>
                <c:pt idx="2684">
                  <c:v>1.5490690479264231</c:v>
                </c:pt>
                <c:pt idx="2685">
                  <c:v>1.5519499073711813</c:v>
                </c:pt>
                <c:pt idx="2686">
                  <c:v>1.5550032928617838</c:v>
                </c:pt>
                <c:pt idx="2687">
                  <c:v>1.5585547252394463</c:v>
                </c:pt>
                <c:pt idx="2688">
                  <c:v>1.5635189180679845</c:v>
                </c:pt>
                <c:pt idx="2689">
                  <c:v>1.5679525119253412</c:v>
                </c:pt>
                <c:pt idx="2690">
                  <c:v>1.572324256822867</c:v>
                </c:pt>
                <c:pt idx="2691">
                  <c:v>1.5761686579576235</c:v>
                </c:pt>
                <c:pt idx="2692">
                  <c:v>1.5794433976202527</c:v>
                </c:pt>
                <c:pt idx="2693">
                  <c:v>1.5825814185295712</c:v>
                </c:pt>
                <c:pt idx="2694">
                  <c:v>1.5856738665211196</c:v>
                </c:pt>
                <c:pt idx="2695">
                  <c:v>1.5886295957593575</c:v>
                </c:pt>
                <c:pt idx="2696">
                  <c:v>1.5922298562632022</c:v>
                </c:pt>
                <c:pt idx="2697">
                  <c:v>1.5962435282353908</c:v>
                </c:pt>
                <c:pt idx="2698">
                  <c:v>1.6006673564675111</c:v>
                </c:pt>
                <c:pt idx="2699">
                  <c:v>1.6047135805238213</c:v>
                </c:pt>
                <c:pt idx="2700">
                  <c:v>1.6092025129241847</c:v>
                </c:pt>
                <c:pt idx="2701">
                  <c:v>1.6138183984526222</c:v>
                </c:pt>
                <c:pt idx="2702">
                  <c:v>1.618356158979168</c:v>
                </c:pt>
                <c:pt idx="2703">
                  <c:v>1.622294961157877</c:v>
                </c:pt>
                <c:pt idx="2704">
                  <c:v>1.6256738674896951</c:v>
                </c:pt>
                <c:pt idx="2705">
                  <c:v>1.6292252998673575</c:v>
                </c:pt>
                <c:pt idx="2706">
                  <c:v>1.633089232252587</c:v>
                </c:pt>
                <c:pt idx="2707">
                  <c:v>1.6369141021368705</c:v>
                </c:pt>
                <c:pt idx="2708">
                  <c:v>1.6409017324417619</c:v>
                </c:pt>
                <c:pt idx="2709">
                  <c:v>1.6444043366932419</c:v>
                </c:pt>
                <c:pt idx="2710">
                  <c:v>1.6475553784362091</c:v>
                </c:pt>
                <c:pt idx="2711">
                  <c:v>1.6507715243474195</c:v>
                </c:pt>
                <c:pt idx="2712">
                  <c:v>1.6547526442354865</c:v>
                </c:pt>
                <c:pt idx="2713">
                  <c:v>1.6590397537142962</c:v>
                </c:pt>
                <c:pt idx="2714">
                  <c:v>1.6645443111392524</c:v>
                </c:pt>
                <c:pt idx="2715">
                  <c:v>1.6681641028935701</c:v>
                </c:pt>
                <c:pt idx="2716">
                  <c:v>1.6707780352485315</c:v>
                </c:pt>
                <c:pt idx="2717">
                  <c:v>1.6675651445457333</c:v>
                </c:pt>
                <c:pt idx="2718">
                  <c:v>1.6680827226832662</c:v>
                </c:pt>
                <c:pt idx="2719">
                  <c:v>1.6722689207012991</c:v>
                </c:pt>
                <c:pt idx="2720">
                  <c:v>1.6765234780959872</c:v>
                </c:pt>
                <c:pt idx="2721">
                  <c:v>1.680061889640001</c:v>
                </c:pt>
                <c:pt idx="2722">
                  <c:v>1.6832324626334412</c:v>
                </c:pt>
                <c:pt idx="2723">
                  <c:v>1.6862467856230978</c:v>
                </c:pt>
                <c:pt idx="2724">
                  <c:v>1.6894238690333623</c:v>
                </c:pt>
                <c:pt idx="2725">
                  <c:v>1.6924316816061946</c:v>
                </c:pt>
                <c:pt idx="2726">
                  <c:v>1.6952637129247705</c:v>
                </c:pt>
                <c:pt idx="2727">
                  <c:v>1.6977864994441916</c:v>
                </c:pt>
                <c:pt idx="2728">
                  <c:v>1.700234416170133</c:v>
                </c:pt>
                <c:pt idx="2729">
                  <c:v>1.7026953537297231</c:v>
                </c:pt>
                <c:pt idx="2730">
                  <c:v>1.7055794683828935</c:v>
                </c:pt>
                <c:pt idx="2731">
                  <c:v>1.7083724372005236</c:v>
                </c:pt>
                <c:pt idx="2732">
                  <c:v>1.7114941820677814</c:v>
                </c:pt>
                <c:pt idx="2733">
                  <c:v>1.7144303800555463</c:v>
                </c:pt>
                <c:pt idx="2734">
                  <c:v>1.7177637134695942</c:v>
                </c:pt>
                <c:pt idx="2735">
                  <c:v>1.7240820729975894</c:v>
                </c:pt>
                <c:pt idx="2736">
                  <c:v>1.7283333751838654</c:v>
                </c:pt>
                <c:pt idx="2737">
                  <c:v>1.729866578345991</c:v>
                </c:pt>
                <c:pt idx="2738">
                  <c:v>1.7311198335846711</c:v>
                </c:pt>
                <c:pt idx="2739">
                  <c:v>1.7330631930067284</c:v>
                </c:pt>
                <c:pt idx="2740">
                  <c:v>1.7360644951627364</c:v>
                </c:pt>
                <c:pt idx="2741">
                  <c:v>1.7390625421103323</c:v>
                </c:pt>
                <c:pt idx="2742">
                  <c:v>1.7383105889671242</c:v>
                </c:pt>
                <c:pt idx="2743">
                  <c:v>1.7351790784746299</c:v>
                </c:pt>
                <c:pt idx="2744">
                  <c:v>1.7350716565970288</c:v>
                </c:pt>
                <c:pt idx="2745">
                  <c:v>1.7371842868565182</c:v>
                </c:pt>
                <c:pt idx="2746">
                  <c:v>1.7400228285919184</c:v>
                </c:pt>
                <c:pt idx="2747">
                  <c:v>1.7423568130234344</c:v>
                </c:pt>
                <c:pt idx="2748">
                  <c:v>1.7445280370343426</c:v>
                </c:pt>
                <c:pt idx="2749">
                  <c:v>1.7470150162612299</c:v>
                </c:pt>
                <c:pt idx="2750">
                  <c:v>1.750371136134163</c:v>
                </c:pt>
                <c:pt idx="2751">
                  <c:v>1.7538509539267579</c:v>
                </c:pt>
                <c:pt idx="2752">
                  <c:v>1.757623740476447</c:v>
                </c:pt>
                <c:pt idx="2753">
                  <c:v>1.7617904072440069</c:v>
                </c:pt>
                <c:pt idx="2754">
                  <c:v>1.7685351990739946</c:v>
                </c:pt>
                <c:pt idx="2755">
                  <c:v>1.7737337669082081</c:v>
                </c:pt>
                <c:pt idx="2756">
                  <c:v>1.777421918039181</c:v>
                </c:pt>
                <c:pt idx="2757">
                  <c:v>1.7801335066465072</c:v>
                </c:pt>
                <c:pt idx="2758">
                  <c:v>1.7824447046191381</c:v>
                </c:pt>
                <c:pt idx="2759">
                  <c:v>1.7845182723776816</c:v>
                </c:pt>
                <c:pt idx="2760">
                  <c:v>1.7866439234708196</c:v>
                </c:pt>
                <c:pt idx="2761">
                  <c:v>1.7888249131069642</c:v>
                </c:pt>
                <c:pt idx="2762">
                  <c:v>1.791237022540372</c:v>
                </c:pt>
                <c:pt idx="2763">
                  <c:v>1.7937825955186781</c:v>
                </c:pt>
                <c:pt idx="2764">
                  <c:v>1.7962142362025588</c:v>
                </c:pt>
                <c:pt idx="2765">
                  <c:v>1.7985710070929599</c:v>
                </c:pt>
                <c:pt idx="2766">
                  <c:v>1.8012109811152186</c:v>
                </c:pt>
                <c:pt idx="2767">
                  <c:v>1.8036328561738628</c:v>
                </c:pt>
                <c:pt idx="2768">
                  <c:v>1.8058171010184196</c:v>
                </c:pt>
                <c:pt idx="2769">
                  <c:v>1.8080208771134494</c:v>
                </c:pt>
                <c:pt idx="2770">
                  <c:v>1.8099967886196282</c:v>
                </c:pt>
                <c:pt idx="2771">
                  <c:v>1.8116471792845914</c:v>
                </c:pt>
                <c:pt idx="2772">
                  <c:v>1.8136556428748918</c:v>
                </c:pt>
                <c:pt idx="2773">
                  <c:v>1.8158887158456309</c:v>
                </c:pt>
                <c:pt idx="2774">
                  <c:v>1.8183529086136332</c:v>
                </c:pt>
                <c:pt idx="2775">
                  <c:v>1.8231055128953813</c:v>
                </c:pt>
                <c:pt idx="2776">
                  <c:v>1.8247982212697025</c:v>
                </c:pt>
                <c:pt idx="2777">
                  <c:v>1.8261556431775716</c:v>
                </c:pt>
                <c:pt idx="2778">
                  <c:v>1.8282878046875339</c:v>
                </c:pt>
                <c:pt idx="2779">
                  <c:v>1.830748742247124</c:v>
                </c:pt>
                <c:pt idx="2780">
                  <c:v>1.8333268673095517</c:v>
                </c:pt>
                <c:pt idx="2781">
                  <c:v>1.8360254350832292</c:v>
                </c:pt>
                <c:pt idx="2782">
                  <c:v>1.8350423621427581</c:v>
                </c:pt>
                <c:pt idx="2783">
                  <c:v>1.8376335080388344</c:v>
                </c:pt>
                <c:pt idx="2784">
                  <c:v>1.8415723102175434</c:v>
                </c:pt>
                <c:pt idx="2785">
                  <c:v>1.8446777790427404</c:v>
                </c:pt>
                <c:pt idx="2786">
                  <c:v>1.847210331187398</c:v>
                </c:pt>
                <c:pt idx="2787">
                  <c:v>1.8493229614468873</c:v>
                </c:pt>
                <c:pt idx="2788">
                  <c:v>1.8516048625438088</c:v>
                </c:pt>
                <c:pt idx="2789">
                  <c:v>1.8539388469753249</c:v>
                </c:pt>
                <c:pt idx="2790">
                  <c:v>1.8562695761984287</c:v>
                </c:pt>
                <c:pt idx="2791">
                  <c:v>1.8583789512495059</c:v>
                </c:pt>
                <c:pt idx="2792">
                  <c:v>1.8606120242202451</c:v>
                </c:pt>
                <c:pt idx="2793">
                  <c:v>1.8629134565676395</c:v>
                </c:pt>
                <c:pt idx="2794">
                  <c:v>1.8653125451673986</c:v>
                </c:pt>
                <c:pt idx="2795">
                  <c:v>1.8677962691858738</c:v>
                </c:pt>
                <c:pt idx="2796">
                  <c:v>1.8703255661221192</c:v>
                </c:pt>
                <c:pt idx="2797">
                  <c:v>1.872467493257318</c:v>
                </c:pt>
                <c:pt idx="2798">
                  <c:v>1.874384811012078</c:v>
                </c:pt>
                <c:pt idx="2799">
                  <c:v>1.8759375454246765</c:v>
                </c:pt>
                <c:pt idx="2800">
                  <c:v>1.8782845506898411</c:v>
                </c:pt>
                <c:pt idx="2801">
                  <c:v>1.8809440559625727</c:v>
                </c:pt>
                <c:pt idx="2802">
                  <c:v>1.8810254361728767</c:v>
                </c:pt>
                <c:pt idx="2803">
                  <c:v>1.8784635871525097</c:v>
                </c:pt>
                <c:pt idx="2804">
                  <c:v>1.8792708788387245</c:v>
                </c:pt>
                <c:pt idx="2805">
                  <c:v>1.8849349414758763</c:v>
                </c:pt>
                <c:pt idx="2806">
                  <c:v>1.8892350717883346</c:v>
                </c:pt>
                <c:pt idx="2807">
                  <c:v>1.8874805144541824</c:v>
                </c:pt>
                <c:pt idx="2808">
                  <c:v>1.8861198373379011</c:v>
                </c:pt>
                <c:pt idx="2809">
                  <c:v>1.8869661915250617</c:v>
                </c:pt>
                <c:pt idx="2810">
                  <c:v>1.8890332488667809</c:v>
                </c:pt>
                <c:pt idx="2811">
                  <c:v>1.8913021291300538</c:v>
                </c:pt>
                <c:pt idx="2812">
                  <c:v>1.8936523896036306</c:v>
                </c:pt>
                <c:pt idx="2813">
                  <c:v>1.8958724417407211</c:v>
                </c:pt>
                <c:pt idx="2814">
                  <c:v>1.8980176240843321</c:v>
                </c:pt>
                <c:pt idx="2815">
                  <c:v>1.9001302543438214</c:v>
                </c:pt>
                <c:pt idx="2816">
                  <c:v>1.9022233533528379</c:v>
                </c:pt>
                <c:pt idx="2817">
                  <c:v>1.9041797336085438</c:v>
                </c:pt>
                <c:pt idx="2818">
                  <c:v>1.9062728326175602</c:v>
                </c:pt>
                <c:pt idx="2819">
                  <c:v>1.9084668430873535</c:v>
                </c:pt>
                <c:pt idx="2820">
                  <c:v>1.9105306452206605</c:v>
                </c:pt>
                <c:pt idx="2821">
                  <c:v>1.9124609838090691</c:v>
                </c:pt>
                <c:pt idx="2822">
                  <c:v>1.9145475724012613</c:v>
                </c:pt>
                <c:pt idx="2823">
                  <c:v>1.9164518693223727</c:v>
                </c:pt>
                <c:pt idx="2824">
                  <c:v>1.918375697493957</c:v>
                </c:pt>
                <c:pt idx="2825">
                  <c:v>1.9204850725450342</c:v>
                </c:pt>
                <c:pt idx="2826">
                  <c:v>1.9227214007241855</c:v>
                </c:pt>
                <c:pt idx="2827">
                  <c:v>1.9249642393201611</c:v>
                </c:pt>
                <c:pt idx="2828">
                  <c:v>1.9272200987497854</c:v>
                </c:pt>
                <c:pt idx="2829">
                  <c:v>1.9293978331775179</c:v>
                </c:pt>
                <c:pt idx="2830">
                  <c:v>1.9317383280258582</c:v>
                </c:pt>
                <c:pt idx="2831">
                  <c:v>1.9340202291227797</c:v>
                </c:pt>
                <c:pt idx="2832">
                  <c:v>1.9365853333515588</c:v>
                </c:pt>
                <c:pt idx="2833">
                  <c:v>1.9385742656913862</c:v>
                </c:pt>
                <c:pt idx="2834">
                  <c:v>1.9405208803218557</c:v>
                </c:pt>
                <c:pt idx="2835">
                  <c:v>1.9431283022599928</c:v>
                </c:pt>
                <c:pt idx="2836">
                  <c:v>1.9459700992038051</c:v>
                </c:pt>
                <c:pt idx="2837">
                  <c:v>1.9487695784382595</c:v>
                </c:pt>
                <c:pt idx="2838">
                  <c:v>1.9513509587090994</c:v>
                </c:pt>
                <c:pt idx="2839">
                  <c:v>1.9537435368920342</c:v>
                </c:pt>
                <c:pt idx="2840">
                  <c:v>1.9565365057096642</c:v>
                </c:pt>
                <c:pt idx="2841">
                  <c:v>1.9591471828562135</c:v>
                </c:pt>
                <c:pt idx="2842">
                  <c:v>1.9618001777121208</c:v>
                </c:pt>
                <c:pt idx="2843">
                  <c:v>1.9642969225642446</c:v>
                </c:pt>
                <c:pt idx="2844">
                  <c:v>1.9669889799210978</c:v>
                </c:pt>
                <c:pt idx="2845">
                  <c:v>1.9696582508190659</c:v>
                </c:pt>
                <c:pt idx="2846">
                  <c:v>1.9721712717132505</c:v>
                </c:pt>
                <c:pt idx="2847">
                  <c:v>1.9747819488597997</c:v>
                </c:pt>
                <c:pt idx="2848">
                  <c:v>1.9774902822587137</c:v>
                </c:pt>
                <c:pt idx="2849">
                  <c:v>1.979977261485601</c:v>
                </c:pt>
                <c:pt idx="2850">
                  <c:v>1.9821452302880971</c:v>
                </c:pt>
                <c:pt idx="2851">
                  <c:v>1.9843457511747147</c:v>
                </c:pt>
                <c:pt idx="2852">
                  <c:v>1.9868880689446087</c:v>
                </c:pt>
                <c:pt idx="2853">
                  <c:v>1.9894759596322729</c:v>
                </c:pt>
                <c:pt idx="2854">
                  <c:v>1.9918978346909171</c:v>
                </c:pt>
                <c:pt idx="2855">
                  <c:v>1.9944499180860475</c:v>
                </c:pt>
                <c:pt idx="2856">
                  <c:v>1.9970801264830698</c:v>
                </c:pt>
                <c:pt idx="2857">
                  <c:v>1.9996289546697881</c:v>
                </c:pt>
                <c:pt idx="2858">
                  <c:v>2.0021777828565064</c:v>
                </c:pt>
                <c:pt idx="2859">
                  <c:v>2.0043392412421781</c:v>
                </c:pt>
                <c:pt idx="2860">
                  <c:v>2.0062435381632895</c:v>
                </c:pt>
                <c:pt idx="2861">
                  <c:v>2.0075618975702127</c:v>
                </c:pt>
                <c:pt idx="2862">
                  <c:v>2.0094466632408512</c:v>
                </c:pt>
                <c:pt idx="2863">
                  <c:v>2.0120345539285154</c:v>
                </c:pt>
                <c:pt idx="2864">
                  <c:v>2.0147754394115509</c:v>
                </c:pt>
                <c:pt idx="2865">
                  <c:v>2.0174967936441135</c:v>
                </c:pt>
                <c:pt idx="2866">
                  <c:v>2.0199154134943456</c:v>
                </c:pt>
                <c:pt idx="2867">
                  <c:v>2.0220410645874836</c:v>
                </c:pt>
                <c:pt idx="2868">
                  <c:v>2.0243685386021752</c:v>
                </c:pt>
                <c:pt idx="2869">
                  <c:v>2.0265918459476779</c:v>
                </c:pt>
                <c:pt idx="2870">
                  <c:v>2.0288835126698359</c:v>
                </c:pt>
                <c:pt idx="2871">
                  <c:v>2.0311589033499331</c:v>
                </c:pt>
                <c:pt idx="2872">
                  <c:v>2.0333984867374966</c:v>
                </c:pt>
                <c:pt idx="2873">
                  <c:v>2.0357227055437761</c:v>
                </c:pt>
                <c:pt idx="2874">
                  <c:v>2.0381738774781297</c:v>
                </c:pt>
                <c:pt idx="2875">
                  <c:v>2.040472054617112</c:v>
                </c:pt>
                <c:pt idx="2876">
                  <c:v>2.0429753098860601</c:v>
                </c:pt>
                <c:pt idx="2877">
                  <c:v>2.0452637213998059</c:v>
                </c:pt>
                <c:pt idx="2878">
                  <c:v>2.047535856871491</c:v>
                </c:pt>
                <c:pt idx="2879">
                  <c:v>2.0497493985917572</c:v>
                </c:pt>
                <c:pt idx="2880">
                  <c:v>2.051891325726956</c:v>
                </c:pt>
                <c:pt idx="2881">
                  <c:v>2.0541602059902289</c:v>
                </c:pt>
                <c:pt idx="2882">
                  <c:v>2.0563900237525559</c:v>
                </c:pt>
                <c:pt idx="2883">
                  <c:v>2.0582845550484308</c:v>
                </c:pt>
                <c:pt idx="2884">
                  <c:v>2.0601986175947786</c:v>
                </c:pt>
                <c:pt idx="2885">
                  <c:v>2.0622949718122072</c:v>
                </c:pt>
                <c:pt idx="2886">
                  <c:v>2.0644661958231154</c:v>
                </c:pt>
                <c:pt idx="2887">
                  <c:v>2.0664193208704091</c:v>
                </c:pt>
                <c:pt idx="2888">
                  <c:v>2.068626352173851</c:v>
                </c:pt>
                <c:pt idx="2889">
                  <c:v>2.0709505709801306</c:v>
                </c:pt>
                <c:pt idx="2890">
                  <c:v>2.073356169996714</c:v>
                </c:pt>
                <c:pt idx="2891">
                  <c:v>2.0754036960879603</c:v>
                </c:pt>
                <c:pt idx="2892">
                  <c:v>2.0772982273838352</c:v>
                </c:pt>
                <c:pt idx="2893">
                  <c:v>2.0794922378536285</c:v>
                </c:pt>
                <c:pt idx="2894">
                  <c:v>2.0817676285337257</c:v>
                </c:pt>
                <c:pt idx="2895">
                  <c:v>2.0837240087894315</c:v>
                </c:pt>
                <c:pt idx="2896">
                  <c:v>2.0858431494657452</c:v>
                </c:pt>
                <c:pt idx="2897">
                  <c:v>2.0880664568112479</c:v>
                </c:pt>
                <c:pt idx="2898">
                  <c:v>2.0901660662370887</c:v>
                </c:pt>
                <c:pt idx="2899">
                  <c:v>2.0919661964890111</c:v>
                </c:pt>
                <c:pt idx="2900">
                  <c:v>2.0939811704961357</c:v>
                </c:pt>
                <c:pt idx="2901">
                  <c:v>2.0961263528397467</c:v>
                </c:pt>
                <c:pt idx="2902">
                  <c:v>2.0977279153785275</c:v>
                </c:pt>
                <c:pt idx="2903">
                  <c:v>2.0990658060359237</c:v>
                </c:pt>
                <c:pt idx="2904">
                  <c:v>2.10094731649815</c:v>
                </c:pt>
                <c:pt idx="2905">
                  <c:v>2.1031673686352406</c:v>
                </c:pt>
                <c:pt idx="2906">
                  <c:v>2.1055501811929389</c:v>
                </c:pt>
                <c:pt idx="2907">
                  <c:v>2.1075879416589487</c:v>
                </c:pt>
                <c:pt idx="2908">
                  <c:v>2.1097559104614447</c:v>
                </c:pt>
                <c:pt idx="2909">
                  <c:v>2.1119857282237717</c:v>
                </c:pt>
                <c:pt idx="2910">
                  <c:v>2.114075572024376</c:v>
                </c:pt>
                <c:pt idx="2911">
                  <c:v>2.1161458845745074</c:v>
                </c:pt>
                <c:pt idx="2912">
                  <c:v>2.118222707541463</c:v>
                </c:pt>
                <c:pt idx="2913">
                  <c:v>2.1202572127990607</c:v>
                </c:pt>
                <c:pt idx="2914">
                  <c:v>2.1222266138884152</c:v>
                </c:pt>
                <c:pt idx="2915">
                  <c:v>2.1239844264309795</c:v>
                </c:pt>
                <c:pt idx="2916">
                  <c:v>2.1258822129352666</c:v>
                </c:pt>
                <c:pt idx="2917">
                  <c:v>2.1276172390189458</c:v>
                </c:pt>
                <c:pt idx="2918">
                  <c:v>2.1295540880241788</c:v>
                </c:pt>
                <c:pt idx="2919">
                  <c:v>2.1314518745284659</c:v>
                </c:pt>
                <c:pt idx="2920">
                  <c:v>2.1333268745738678</c:v>
                </c:pt>
                <c:pt idx="2921">
                  <c:v>2.1351758329519726</c:v>
                </c:pt>
                <c:pt idx="2922">
                  <c:v>2.1369076038272397</c:v>
                </c:pt>
                <c:pt idx="2923">
                  <c:v>2.1383887236547707</c:v>
                </c:pt>
                <c:pt idx="2924">
                  <c:v>2.1398568226486532</c:v>
                </c:pt>
                <c:pt idx="2925">
                  <c:v>2.1415137237304407</c:v>
                </c:pt>
                <c:pt idx="2926">
                  <c:v>2.1433366404412482</c:v>
                </c:pt>
                <c:pt idx="2927">
                  <c:v>2.1449512238136776</c:v>
                </c:pt>
                <c:pt idx="2928">
                  <c:v>2.1464095571823236</c:v>
                </c:pt>
                <c:pt idx="2929">
                  <c:v>2.1478841665930304</c:v>
                </c:pt>
                <c:pt idx="2930">
                  <c:v>2.1494987499654599</c:v>
                </c:pt>
                <c:pt idx="2931">
                  <c:v>2.1510872916705921</c:v>
                </c:pt>
                <c:pt idx="2932">
                  <c:v>2.1526758333757243</c:v>
                </c:pt>
                <c:pt idx="2933">
                  <c:v>2.1541211459107217</c:v>
                </c:pt>
                <c:pt idx="2934">
                  <c:v>2.1557096876158539</c:v>
                </c:pt>
                <c:pt idx="2935">
                  <c:v>2.1572689324452767</c:v>
                </c:pt>
                <c:pt idx="2936">
                  <c:v>2.1587858595653415</c:v>
                </c:pt>
                <c:pt idx="2937">
                  <c:v>2.1602507033508118</c:v>
                </c:pt>
                <c:pt idx="2938">
                  <c:v>2.1617057815110456</c:v>
                </c:pt>
                <c:pt idx="2939">
                  <c:v>2.1630111200843203</c:v>
                </c:pt>
                <c:pt idx="2940">
                  <c:v>2.1643132034491828</c:v>
                </c:pt>
                <c:pt idx="2941">
                  <c:v>2.1655534378542143</c:v>
                </c:pt>
                <c:pt idx="2942">
                  <c:v>2.1668620316359011</c:v>
                </c:pt>
                <c:pt idx="2943">
                  <c:v>2.1683496618802565</c:v>
                </c:pt>
                <c:pt idx="2944">
                  <c:v>2.1697852087900174</c:v>
                </c:pt>
                <c:pt idx="2945">
                  <c:v>2.1710742713212312</c:v>
                </c:pt>
                <c:pt idx="2946">
                  <c:v>2.1724023963533909</c:v>
                </c:pt>
                <c:pt idx="2947">
                  <c:v>2.1737467974276115</c:v>
                </c:pt>
                <c:pt idx="2948">
                  <c:v>2.1750000526662916</c:v>
                </c:pt>
                <c:pt idx="2949">
                  <c:v>2.1761719276946678</c:v>
                </c:pt>
                <c:pt idx="2950">
                  <c:v>2.1775749225203072</c:v>
                </c:pt>
                <c:pt idx="2951">
                  <c:v>2.1794336465236483</c:v>
                </c:pt>
                <c:pt idx="2952">
                  <c:v>2.1814876830317189</c:v>
                </c:pt>
                <c:pt idx="2953">
                  <c:v>2.1830859903620876</c:v>
                </c:pt>
                <c:pt idx="2954">
                  <c:v>2.1842676310157003</c:v>
                </c:pt>
                <c:pt idx="2955">
                  <c:v>2.1916862509870043</c:v>
                </c:pt>
                <c:pt idx="2956">
                  <c:v>2.2003385949465155</c:v>
                </c:pt>
                <c:pt idx="2957">
                  <c:v>2.2012109908009734</c:v>
                </c:pt>
                <c:pt idx="2958">
                  <c:v>2.1943034385503779</c:v>
                </c:pt>
                <c:pt idx="2959">
                  <c:v>2.1905306520006889</c:v>
                </c:pt>
                <c:pt idx="2960">
                  <c:v>2.1899675009453858</c:v>
                </c:pt>
                <c:pt idx="2961">
                  <c:v>2.1920052614113956</c:v>
                </c:pt>
                <c:pt idx="2962">
                  <c:v>2.1966016156893602</c:v>
                </c:pt>
                <c:pt idx="2963">
                  <c:v>2.1962500531808473</c:v>
                </c:pt>
                <c:pt idx="2964">
                  <c:v>2.1958561729629764</c:v>
                </c:pt>
                <c:pt idx="2965">
                  <c:v>2.196409558393043</c:v>
                </c:pt>
                <c:pt idx="2966">
                  <c:v>2.1976530480064866</c:v>
                </c:pt>
                <c:pt idx="2967">
                  <c:v>2.1992969282546255</c:v>
                </c:pt>
                <c:pt idx="2968">
                  <c:v>2.2050944544366757</c:v>
                </c:pt>
                <c:pt idx="2969">
                  <c:v>2.2103288295634229</c:v>
                </c:pt>
                <c:pt idx="2970">
                  <c:v>2.2130273973371004</c:v>
                </c:pt>
                <c:pt idx="2971">
                  <c:v>2.214414116120679</c:v>
                </c:pt>
                <c:pt idx="2972">
                  <c:v>2.2155143765639878</c:v>
                </c:pt>
                <c:pt idx="2973">
                  <c:v>2.2165983609652358</c:v>
                </c:pt>
                <c:pt idx="2974">
                  <c:v>2.2177897672440849</c:v>
                </c:pt>
                <c:pt idx="2975">
                  <c:v>2.2190332568575286</c:v>
                </c:pt>
                <c:pt idx="2976">
                  <c:v>2.2168490120129718</c:v>
                </c:pt>
                <c:pt idx="2977">
                  <c:v>2.2136035692260521</c:v>
                </c:pt>
                <c:pt idx="2978">
                  <c:v>2.2125846889930472</c:v>
                </c:pt>
                <c:pt idx="2979">
                  <c:v>2.21310226713058</c:v>
                </c:pt>
                <c:pt idx="2980">
                  <c:v>2.2142318244495982</c:v>
                </c:pt>
                <c:pt idx="2981">
                  <c:v>2.2154948453135148</c:v>
                </c:pt>
                <c:pt idx="2982">
                  <c:v>2.2169531786821608</c:v>
                </c:pt>
                <c:pt idx="2983">
                  <c:v>2.2182194547544896</c:v>
                </c:pt>
                <c:pt idx="2984">
                  <c:v>2.2181315641273613</c:v>
                </c:pt>
                <c:pt idx="2985">
                  <c:v>2.218291069339557</c:v>
                </c:pt>
                <c:pt idx="2986">
                  <c:v>2.2190918506089474</c:v>
                </c:pt>
                <c:pt idx="2987">
                  <c:v>2.2201302620924253</c:v>
                </c:pt>
                <c:pt idx="2988">
                  <c:v>2.2212630746198556</c:v>
                </c:pt>
                <c:pt idx="2989">
                  <c:v>2.2223568246463401</c:v>
                </c:pt>
                <c:pt idx="2990">
                  <c:v>2.223479871548534</c:v>
                </c:pt>
                <c:pt idx="2991">
                  <c:v>2.224563855949782</c:v>
                </c:pt>
                <c:pt idx="2992">
                  <c:v>2.2256608611846787</c:v>
                </c:pt>
                <c:pt idx="2993">
                  <c:v>2.2266732310008592</c:v>
                </c:pt>
                <c:pt idx="2994">
                  <c:v>2.2277148976927492</c:v>
                </c:pt>
                <c:pt idx="2995">
                  <c:v>2.2287142466752812</c:v>
                </c:pt>
                <c:pt idx="2996">
                  <c:v>2.2297266164914618</c:v>
                </c:pt>
                <c:pt idx="2997">
                  <c:v>2.2307422415160545</c:v>
                </c:pt>
                <c:pt idx="2998">
                  <c:v>2.2318132050836539</c:v>
                </c:pt>
                <c:pt idx="2999">
                  <c:v>2.2328288301082466</c:v>
                </c:pt>
                <c:pt idx="3000">
                  <c:v>2.2338770072169609</c:v>
                </c:pt>
                <c:pt idx="3001">
                  <c:v>2.2348958874499658</c:v>
                </c:pt>
                <c:pt idx="3002">
                  <c:v>2.235940809350268</c:v>
                </c:pt>
                <c:pt idx="3003">
                  <c:v>2.2369596895832728</c:v>
                </c:pt>
                <c:pt idx="3004">
                  <c:v>2.2379525281489805</c:v>
                </c:pt>
                <c:pt idx="3005">
                  <c:v>2.2389388562978638</c:v>
                </c:pt>
                <c:pt idx="3006">
                  <c:v>2.2399316948635715</c:v>
                </c:pt>
                <c:pt idx="3007">
                  <c:v>2.2430762261897144</c:v>
                </c:pt>
                <c:pt idx="3008">
                  <c:v>2.2493327367578786</c:v>
                </c:pt>
                <c:pt idx="3009">
                  <c:v>2.2531673722673986</c:v>
                </c:pt>
                <c:pt idx="3010">
                  <c:v>2.2551042212726315</c:v>
                </c:pt>
                <c:pt idx="3011">
                  <c:v>2.2561816952570553</c:v>
                </c:pt>
                <c:pt idx="3012">
                  <c:v>2.2570996640292833</c:v>
                </c:pt>
                <c:pt idx="3013">
                  <c:v>2.2580013567594506</c:v>
                </c:pt>
                <c:pt idx="3014">
                  <c:v>2.258968153657861</c:v>
                </c:pt>
                <c:pt idx="3015">
                  <c:v>2.259905653680562</c:v>
                </c:pt>
                <c:pt idx="3016">
                  <c:v>2.2608691953705602</c:v>
                </c:pt>
                <c:pt idx="3017">
                  <c:v>2.2617806537259639</c:v>
                </c:pt>
                <c:pt idx="3018">
                  <c:v>2.2627311745823135</c:v>
                </c:pt>
                <c:pt idx="3019">
                  <c:v>2.2636719298134267</c:v>
                </c:pt>
                <c:pt idx="3020">
                  <c:v>2.2646224506697763</c:v>
                </c:pt>
                <c:pt idx="3021">
                  <c:v>2.2656022684018353</c:v>
                </c:pt>
                <c:pt idx="3022">
                  <c:v>2.26657557571707</c:v>
                </c:pt>
                <c:pt idx="3023">
                  <c:v>2.2675488830323047</c:v>
                </c:pt>
                <c:pt idx="3024">
                  <c:v>2.2685254455559516</c:v>
                </c:pt>
                <c:pt idx="3025">
                  <c:v>2.2694173726608824</c:v>
                </c:pt>
                <c:pt idx="3026">
                  <c:v>2.2703288310162861</c:v>
                </c:pt>
                <c:pt idx="3027">
                  <c:v>2.2712077372875683</c:v>
                </c:pt>
                <c:pt idx="3028">
                  <c:v>2.272119195642972</c:v>
                </c:pt>
                <c:pt idx="3029">
                  <c:v>2.273056695665673</c:v>
                </c:pt>
                <c:pt idx="3030">
                  <c:v>2.2740365133977321</c:v>
                </c:pt>
                <c:pt idx="3031">
                  <c:v>2.2749805238372574</c:v>
                </c:pt>
                <c:pt idx="3032">
                  <c:v>2.2759766176113772</c:v>
                </c:pt>
                <c:pt idx="3033">
                  <c:v>2.2770280499285036</c:v>
                </c:pt>
                <c:pt idx="3034">
                  <c:v>2.2781087791213395</c:v>
                </c:pt>
                <c:pt idx="3035">
                  <c:v>2.2801888572967073</c:v>
                </c:pt>
                <c:pt idx="3036">
                  <c:v>2.2848470605345028</c:v>
                </c:pt>
                <c:pt idx="3037">
                  <c:v>2.2861491438993653</c:v>
                </c:pt>
                <c:pt idx="3038">
                  <c:v>2.2872949772604443</c:v>
                </c:pt>
                <c:pt idx="3039">
                  <c:v>2.2902051335809119</c:v>
                </c:pt>
                <c:pt idx="3040">
                  <c:v>2.2907259669268569</c:v>
                </c:pt>
                <c:pt idx="3041">
                  <c:v>2.2880566960288888</c:v>
                </c:pt>
                <c:pt idx="3042">
                  <c:v>2.2867806543313236</c:v>
                </c:pt>
                <c:pt idx="3043">
                  <c:v>2.286975966836053</c:v>
                </c:pt>
                <c:pt idx="3044">
                  <c:v>2.2878418522736865</c:v>
                </c:pt>
                <c:pt idx="3045">
                  <c:v>2.2888346908393942</c:v>
                </c:pt>
                <c:pt idx="3046">
                  <c:v>2.2898861231565206</c:v>
                </c:pt>
                <c:pt idx="3047">
                  <c:v>2.2910059148503024</c:v>
                </c:pt>
                <c:pt idx="3048">
                  <c:v>2.2936947169987434</c:v>
                </c:pt>
                <c:pt idx="3049">
                  <c:v>2.2970964097894466</c:v>
                </c:pt>
                <c:pt idx="3050">
                  <c:v>2.298395237945897</c:v>
                </c:pt>
                <c:pt idx="3051">
                  <c:v>2.298541722324444</c:v>
                </c:pt>
                <c:pt idx="3052">
                  <c:v>2.2979525296018437</c:v>
                </c:pt>
                <c:pt idx="3053">
                  <c:v>2.2977930243896481</c:v>
                </c:pt>
                <c:pt idx="3054">
                  <c:v>2.2983171129440052</c:v>
                </c:pt>
                <c:pt idx="3055">
                  <c:v>2.2992188056741725</c:v>
                </c:pt>
                <c:pt idx="3056">
                  <c:v>2.3002767484081232</c:v>
                </c:pt>
                <c:pt idx="3057">
                  <c:v>2.3013053942663646</c:v>
                </c:pt>
                <c:pt idx="3058">
                  <c:v>2.302376357833964</c:v>
                </c:pt>
                <c:pt idx="3059">
                  <c:v>2.3034212797342661</c:v>
                </c:pt>
                <c:pt idx="3060">
                  <c:v>2.3044662016345683</c:v>
                </c:pt>
                <c:pt idx="3061">
                  <c:v>2.3054850818675732</c:v>
                </c:pt>
                <c:pt idx="3062">
                  <c:v>2.3065365141846996</c:v>
                </c:pt>
                <c:pt idx="3063">
                  <c:v>2.307565160042941</c:v>
                </c:pt>
                <c:pt idx="3064">
                  <c:v>2.3086458892357768</c:v>
                </c:pt>
                <c:pt idx="3065">
                  <c:v>2.3097396392622613</c:v>
                </c:pt>
                <c:pt idx="3066">
                  <c:v>2.3108398997055701</c:v>
                </c:pt>
                <c:pt idx="3067">
                  <c:v>2.311878311189048</c:v>
                </c:pt>
                <c:pt idx="3068">
                  <c:v>2.3129167226725258</c:v>
                </c:pt>
                <c:pt idx="3069">
                  <c:v>2.3139258372802942</c:v>
                </c:pt>
                <c:pt idx="3070">
                  <c:v>2.3149772695974207</c:v>
                </c:pt>
                <c:pt idx="3071">
                  <c:v>2.3160026602472499</c:v>
                </c:pt>
                <c:pt idx="3072">
                  <c:v>2.3170638581896128</c:v>
                </c:pt>
                <c:pt idx="3073">
                  <c:v>2.3181120352983271</c:v>
                </c:pt>
                <c:pt idx="3074">
                  <c:v>2.3192220613668724</c:v>
                </c:pt>
                <c:pt idx="3075">
                  <c:v>2.3202930249344718</c:v>
                </c:pt>
                <c:pt idx="3076">
                  <c:v>2.3213249260011253</c:v>
                </c:pt>
                <c:pt idx="3077">
                  <c:v>2.3222884676911235</c:v>
                </c:pt>
                <c:pt idx="3078">
                  <c:v>2.3233333895914257</c:v>
                </c:pt>
                <c:pt idx="3079">
                  <c:v>2.3244727125356803</c:v>
                </c:pt>
                <c:pt idx="3080">
                  <c:v>2.3264779209175686</c:v>
                </c:pt>
                <c:pt idx="3081">
                  <c:v>2.326341202164258</c:v>
                </c:pt>
                <c:pt idx="3082">
                  <c:v>2.3243066969066604</c:v>
                </c:pt>
                <c:pt idx="3083">
                  <c:v>2.324570368788045</c:v>
                </c:pt>
                <c:pt idx="3084">
                  <c:v>2.3265723219615211</c:v>
                </c:pt>
                <c:pt idx="3085">
                  <c:v>2.3284798740910446</c:v>
                </c:pt>
                <c:pt idx="3086">
                  <c:v>2.3300195876699945</c:v>
                </c:pt>
                <c:pt idx="3087">
                  <c:v>2.3319206293826937</c:v>
                </c:pt>
                <c:pt idx="3088">
                  <c:v>2.334488988819885</c:v>
                </c:pt>
                <c:pt idx="3089">
                  <c:v>2.3377962805666357</c:v>
                </c:pt>
                <c:pt idx="3090">
                  <c:v>2.3421452390052764</c:v>
                </c:pt>
                <c:pt idx="3091">
                  <c:v>2.3419303952500741</c:v>
                </c:pt>
                <c:pt idx="3092">
                  <c:v>2.3400065670784898</c:v>
                </c:pt>
                <c:pt idx="3093">
                  <c:v>2.3395345618587271</c:v>
                </c:pt>
                <c:pt idx="3094">
                  <c:v>2.3401042233308544</c:v>
                </c:pt>
                <c:pt idx="3095">
                  <c:v>2.3410775306460891</c:v>
                </c:pt>
                <c:pt idx="3096">
                  <c:v>2.3421940671314587</c:v>
                </c:pt>
                <c:pt idx="3097">
                  <c:v>2.3438151609207125</c:v>
                </c:pt>
                <c:pt idx="3098">
                  <c:v>2.3489779214623923</c:v>
                </c:pt>
                <c:pt idx="3099">
                  <c:v>2.352848364264446</c:v>
                </c:pt>
                <c:pt idx="3100">
                  <c:v>2.3547135986846115</c:v>
                </c:pt>
                <c:pt idx="3101">
                  <c:v>2.3560059164242375</c:v>
                </c:pt>
                <c:pt idx="3102">
                  <c:v>2.3559473226728187</c:v>
                </c:pt>
                <c:pt idx="3103">
                  <c:v>2.3532943278169114</c:v>
                </c:pt>
                <c:pt idx="3104">
                  <c:v>2.3525326090484668</c:v>
                </c:pt>
                <c:pt idx="3105">
                  <c:v>2.3522754475839065</c:v>
                </c:pt>
                <c:pt idx="3106">
                  <c:v>2.3526270100924194</c:v>
                </c:pt>
                <c:pt idx="3107">
                  <c:v>2.3534766194879921</c:v>
                </c:pt>
                <c:pt idx="3108">
                  <c:v>2.3545866455565374</c:v>
                </c:pt>
                <c:pt idx="3109">
                  <c:v>2.355891984129812</c:v>
                </c:pt>
                <c:pt idx="3110">
                  <c:v>2.3590527914980157</c:v>
                </c:pt>
                <c:pt idx="3111">
                  <c:v>2.3614193280136533</c:v>
                </c:pt>
                <c:pt idx="3112">
                  <c:v>2.3605632082012562</c:v>
                </c:pt>
                <c:pt idx="3113">
                  <c:v>2.3601530519413245</c:v>
                </c:pt>
                <c:pt idx="3114">
                  <c:v>2.3614649009314235</c:v>
                </c:pt>
                <c:pt idx="3115">
                  <c:v>2.3621973228241586</c:v>
                </c:pt>
                <c:pt idx="3116">
                  <c:v>2.3626693280439213</c:v>
                </c:pt>
                <c:pt idx="3117">
                  <c:v>2.3633268801431768</c:v>
                </c:pt>
                <c:pt idx="3118">
                  <c:v>2.3641797447471617</c:v>
                </c:pt>
                <c:pt idx="3119">
                  <c:v>2.365123755186687</c:v>
                </c:pt>
                <c:pt idx="3120">
                  <c:v>2.3661491458365163</c:v>
                </c:pt>
                <c:pt idx="3121">
                  <c:v>2.367102921901278</c:v>
                </c:pt>
                <c:pt idx="3122">
                  <c:v>2.3680697187996884</c:v>
                </c:pt>
                <c:pt idx="3123">
                  <c:v>2.3689909427803286</c:v>
                </c:pt>
                <c:pt idx="3124">
                  <c:v>2.369915421969381</c:v>
                </c:pt>
                <c:pt idx="3125">
                  <c:v>2.3708431563668455</c:v>
                </c:pt>
                <c:pt idx="3126">
                  <c:v>2.3718425053493775</c:v>
                </c:pt>
                <c:pt idx="3127">
                  <c:v>2.3728320887066729</c:v>
                </c:pt>
                <c:pt idx="3128">
                  <c:v>2.37385422414809</c:v>
                </c:pt>
                <c:pt idx="3129">
                  <c:v>2.3748698491726827</c:v>
                </c:pt>
                <c:pt idx="3130">
                  <c:v>2.3759050054477484</c:v>
                </c:pt>
                <c:pt idx="3131">
                  <c:v>2.3768652919293345</c:v>
                </c:pt>
                <c:pt idx="3132">
                  <c:v>2.3778613857034543</c:v>
                </c:pt>
                <c:pt idx="3133">
                  <c:v>2.3788314378102768</c:v>
                </c:pt>
                <c:pt idx="3134">
                  <c:v>2.3798047451255115</c:v>
                </c:pt>
                <c:pt idx="3135">
                  <c:v>2.3807292243145639</c:v>
                </c:pt>
                <c:pt idx="3136">
                  <c:v>2.3816699795456771</c:v>
                </c:pt>
                <c:pt idx="3137">
                  <c:v>2.3825879483179051</c:v>
                </c:pt>
                <c:pt idx="3138">
                  <c:v>2.3835482347994912</c:v>
                </c:pt>
                <c:pt idx="3139">
                  <c:v>2.38448247961378</c:v>
                </c:pt>
                <c:pt idx="3140">
                  <c:v>2.3854590421374269</c:v>
                </c:pt>
                <c:pt idx="3141">
                  <c:v>2.3864453702863102</c:v>
                </c:pt>
                <c:pt idx="3142">
                  <c:v>2.3874675057277273</c:v>
                </c:pt>
                <c:pt idx="3143">
                  <c:v>2.3884180265840769</c:v>
                </c:pt>
                <c:pt idx="3144">
                  <c:v>2.3893652922320143</c:v>
                </c:pt>
                <c:pt idx="3145">
                  <c:v>2.3902767505874181</c:v>
                </c:pt>
                <c:pt idx="3146">
                  <c:v>2.391191464151234</c:v>
                </c:pt>
                <c:pt idx="3147">
                  <c:v>2.392067115214104</c:v>
                </c:pt>
                <c:pt idx="3148">
                  <c:v>2.3929720631526834</c:v>
                </c:pt>
                <c:pt idx="3149">
                  <c:v>2.3938770110912628</c:v>
                </c:pt>
                <c:pt idx="3150">
                  <c:v>2.3947884694466666</c:v>
                </c:pt>
                <c:pt idx="3151">
                  <c:v>2.3956641205095366</c:v>
                </c:pt>
                <c:pt idx="3152">
                  <c:v>2.3965593028228795</c:v>
                </c:pt>
                <c:pt idx="3153">
                  <c:v>2.397402401801628</c:v>
                </c:pt>
                <c:pt idx="3154">
                  <c:v>2.3982259695299035</c:v>
                </c:pt>
                <c:pt idx="3155">
                  <c:v>2.3990397716329426</c:v>
                </c:pt>
                <c:pt idx="3156">
                  <c:v>2.399882870611691</c:v>
                </c:pt>
                <c:pt idx="3157">
                  <c:v>2.4006771414642571</c:v>
                </c:pt>
                <c:pt idx="3158">
                  <c:v>2.4014746675252354</c:v>
                </c:pt>
                <c:pt idx="3159">
                  <c:v>2.4022331310852678</c:v>
                </c:pt>
                <c:pt idx="3160">
                  <c:v>2.4029395113107057</c:v>
                </c:pt>
                <c:pt idx="3161">
                  <c:v>2.4034603446566507</c:v>
                </c:pt>
                <c:pt idx="3162">
                  <c:v>2.4038249279988122</c:v>
                </c:pt>
                <c:pt idx="3163">
                  <c:v>2.4040430269624267</c:v>
                </c:pt>
                <c:pt idx="3164">
                  <c:v>2.4041602144652643</c:v>
                </c:pt>
                <c:pt idx="3165">
                  <c:v>2.4041895113409737</c:v>
                </c:pt>
                <c:pt idx="3166">
                  <c:v>2.4039616467521228</c:v>
                </c:pt>
                <c:pt idx="3167">
                  <c:v>2.4034473238230021</c:v>
                </c:pt>
                <c:pt idx="3168">
                  <c:v>2.402841855058341</c:v>
                </c:pt>
                <c:pt idx="3169">
                  <c:v>2.4023861258806392</c:v>
                </c:pt>
                <c:pt idx="3170">
                  <c:v>2.4021810477506733</c:v>
                </c:pt>
                <c:pt idx="3171">
                  <c:v>2.4021257092076667</c:v>
                </c:pt>
                <c:pt idx="3172">
                  <c:v>2.4021224539992545</c:v>
                </c:pt>
                <c:pt idx="3173">
                  <c:v>2.4021257092076667</c:v>
                </c:pt>
                <c:pt idx="3174">
                  <c:v>2.4021257092076667</c:v>
                </c:pt>
                <c:pt idx="3175">
                  <c:v>2.4021061779571937</c:v>
                </c:pt>
                <c:pt idx="3176">
                  <c:v>2.40207037066466</c:v>
                </c:pt>
                <c:pt idx="3177">
                  <c:v>2.4019857352459439</c:v>
                </c:pt>
                <c:pt idx="3178">
                  <c:v>2.4018685477431063</c:v>
                </c:pt>
                <c:pt idx="3179">
                  <c:v>2.4017318289897958</c:v>
                </c:pt>
                <c:pt idx="3180">
                  <c:v>2.401487688358884</c:v>
                </c:pt>
                <c:pt idx="3181">
                  <c:v>2.4009994070970606</c:v>
                </c:pt>
                <c:pt idx="3182">
                  <c:v>2.4004981050015886</c:v>
                </c:pt>
                <c:pt idx="3183">
                  <c:v>2.4001693289519608</c:v>
                </c:pt>
                <c:pt idx="3184">
                  <c:v>2.3997656831088534</c:v>
                </c:pt>
                <c:pt idx="3185">
                  <c:v>2.3993652924741582</c:v>
                </c:pt>
                <c:pt idx="3186">
                  <c:v>2.399069068508652</c:v>
                </c:pt>
                <c:pt idx="3187">
                  <c:v>2.3987240164169634</c:v>
                </c:pt>
                <c:pt idx="3188">
                  <c:v>2.3982943289065588</c:v>
                </c:pt>
                <c:pt idx="3189">
                  <c:v>2.3978060476447354</c:v>
                </c:pt>
                <c:pt idx="3190">
                  <c:v>2.3972754486735539</c:v>
                </c:pt>
                <c:pt idx="3191">
                  <c:v>2.3965397715724066</c:v>
                </c:pt>
                <c:pt idx="3192">
                  <c:v>2.3954167246702127</c:v>
                </c:pt>
                <c:pt idx="3193">
                  <c:v>2.3943164642269039</c:v>
                </c:pt>
                <c:pt idx="3194">
                  <c:v>2.3933984954546759</c:v>
                </c:pt>
                <c:pt idx="3195">
                  <c:v>2.3926009693936976</c:v>
                </c:pt>
                <c:pt idx="3196">
                  <c:v>2.3918262297916044</c:v>
                </c:pt>
                <c:pt idx="3197">
                  <c:v>2.3911849537344096</c:v>
                </c:pt>
                <c:pt idx="3198">
                  <c:v>2.3905729745529243</c:v>
                </c:pt>
                <c:pt idx="3199">
                  <c:v>2.3899479745377903</c:v>
                </c:pt>
                <c:pt idx="3200">
                  <c:v>2.3893555266067779</c:v>
                </c:pt>
                <c:pt idx="3201">
                  <c:v>2.3887598234673533</c:v>
                </c:pt>
                <c:pt idx="3202">
                  <c:v>2.3878613859455982</c:v>
                </c:pt>
                <c:pt idx="3203">
                  <c:v>2.3869173755060729</c:v>
                </c:pt>
                <c:pt idx="3204">
                  <c:v>2.3859603442328989</c:v>
                </c:pt>
              </c:numCache>
            </c:numRef>
          </c:xVal>
          <c:yVal>
            <c:numRef>
              <c:f>'G10'!$M$6:$M$3210</c:f>
              <c:numCache>
                <c:formatCode>General</c:formatCode>
                <c:ptCount val="3205"/>
                <c:pt idx="0">
                  <c:v>0</c:v>
                </c:pt>
                <c:pt idx="1">
                  <c:v>-3.3174098653208678E-4</c:v>
                </c:pt>
                <c:pt idx="2">
                  <c:v>-1.5665546586237432E-3</c:v>
                </c:pt>
                <c:pt idx="3">
                  <c:v>3.1699694268621627E-3</c:v>
                </c:pt>
                <c:pt idx="4">
                  <c:v>3.1331093172474863E-3</c:v>
                </c:pt>
                <c:pt idx="5">
                  <c:v>-1.8430054807338153E-5</c:v>
                </c:pt>
                <c:pt idx="6">
                  <c:v>-5.1604153460546836E-4</c:v>
                </c:pt>
                <c:pt idx="7">
                  <c:v>-1.787715316311801E-3</c:v>
                </c:pt>
                <c:pt idx="8">
                  <c:v>-1.1058032884402893E-4</c:v>
                </c:pt>
                <c:pt idx="9">
                  <c:v>1.2329706666109226E-2</c:v>
                </c:pt>
                <c:pt idx="10">
                  <c:v>2.3350879440897442E-2</c:v>
                </c:pt>
                <c:pt idx="11">
                  <c:v>3.1349523227282197E-2</c:v>
                </c:pt>
                <c:pt idx="12">
                  <c:v>3.7284000875245089E-2</c:v>
                </c:pt>
                <c:pt idx="13">
                  <c:v>4.1338612932859481E-2</c:v>
                </c:pt>
                <c:pt idx="14">
                  <c:v>4.6941349594290277E-2</c:v>
                </c:pt>
                <c:pt idx="15">
                  <c:v>5.2580946365335751E-2</c:v>
                </c:pt>
                <c:pt idx="16">
                  <c:v>5.562190540854655E-2</c:v>
                </c:pt>
                <c:pt idx="17">
                  <c:v>5.8054672643115188E-2</c:v>
                </c:pt>
                <c:pt idx="18">
                  <c:v>6.3546828975701963E-2</c:v>
                </c:pt>
                <c:pt idx="19">
                  <c:v>6.787789185542642E-2</c:v>
                </c:pt>
                <c:pt idx="20">
                  <c:v>7.3664929064930607E-2</c:v>
                </c:pt>
                <c:pt idx="21">
                  <c:v>7.9359816000398098E-2</c:v>
                </c:pt>
                <c:pt idx="22">
                  <c:v>8.2179614385920835E-2</c:v>
                </c:pt>
                <c:pt idx="23">
                  <c:v>8.4501801291645431E-2</c:v>
                </c:pt>
                <c:pt idx="24">
                  <c:v>9.150522211843394E-2</c:v>
                </c:pt>
                <c:pt idx="25">
                  <c:v>9.8324342397149059E-2</c:v>
                </c:pt>
                <c:pt idx="26">
                  <c:v>0.10134687138555251</c:v>
                </c:pt>
                <c:pt idx="27">
                  <c:v>0.10556735393643295</c:v>
                </c:pt>
                <c:pt idx="28">
                  <c:v>0.11190729279015728</c:v>
                </c:pt>
                <c:pt idx="29">
                  <c:v>0.11874484312367972</c:v>
                </c:pt>
                <c:pt idx="30">
                  <c:v>0.12490048142933068</c:v>
                </c:pt>
                <c:pt idx="31">
                  <c:v>0.13081652902248622</c:v>
                </c:pt>
                <c:pt idx="32">
                  <c:v>0.13846500176753154</c:v>
                </c:pt>
                <c:pt idx="33">
                  <c:v>0.14371756738762292</c:v>
                </c:pt>
                <c:pt idx="34">
                  <c:v>0.14815921059619142</c:v>
                </c:pt>
                <c:pt idx="35">
                  <c:v>0.15460972977875978</c:v>
                </c:pt>
                <c:pt idx="36">
                  <c:v>0.15993601561808049</c:v>
                </c:pt>
                <c:pt idx="37">
                  <c:v>0.16411963805934626</c:v>
                </c:pt>
                <c:pt idx="38">
                  <c:v>0.16926162335059361</c:v>
                </c:pt>
                <c:pt idx="39">
                  <c:v>0.1762097540129601</c:v>
                </c:pt>
                <c:pt idx="40">
                  <c:v>0.18146231963305146</c:v>
                </c:pt>
                <c:pt idx="41">
                  <c:v>0.18706505629448228</c:v>
                </c:pt>
                <c:pt idx="42">
                  <c:v>0.19449236838183953</c:v>
                </c:pt>
                <c:pt idx="43">
                  <c:v>0.19675926512314212</c:v>
                </c:pt>
                <c:pt idx="44">
                  <c:v>0.21201935050361811</c:v>
                </c:pt>
                <c:pt idx="45">
                  <c:v>0.21343846472378317</c:v>
                </c:pt>
                <c:pt idx="46">
                  <c:v>0.21887533089194791</c:v>
                </c:pt>
                <c:pt idx="47">
                  <c:v>0.22633950308891987</c:v>
                </c:pt>
                <c:pt idx="48">
                  <c:v>0.23223712062726809</c:v>
                </c:pt>
                <c:pt idx="49">
                  <c:v>0.24056750540018493</c:v>
                </c:pt>
                <c:pt idx="50">
                  <c:v>0.24570949069143228</c:v>
                </c:pt>
                <c:pt idx="51">
                  <c:v>0.25328424321724824</c:v>
                </c:pt>
                <c:pt idx="52">
                  <c:v>0.25849994872772497</c:v>
                </c:pt>
                <c:pt idx="53">
                  <c:v>0.26397367500550439</c:v>
                </c:pt>
                <c:pt idx="54">
                  <c:v>0.27117982643517358</c:v>
                </c:pt>
                <c:pt idx="55">
                  <c:v>0.28033956367442064</c:v>
                </c:pt>
                <c:pt idx="56">
                  <c:v>0.28658735225410831</c:v>
                </c:pt>
                <c:pt idx="57">
                  <c:v>0.29753480480966715</c:v>
                </c:pt>
                <c:pt idx="58">
                  <c:v>0.30507269722586849</c:v>
                </c:pt>
                <c:pt idx="59">
                  <c:v>0.31054642350364792</c:v>
                </c:pt>
                <c:pt idx="60">
                  <c:v>0.31576212901412459</c:v>
                </c:pt>
                <c:pt idx="61">
                  <c:v>0.32473756570529827</c:v>
                </c:pt>
                <c:pt idx="62">
                  <c:v>0.33380515267050864</c:v>
                </c:pt>
                <c:pt idx="63">
                  <c:v>0.33872597730406795</c:v>
                </c:pt>
                <c:pt idx="64">
                  <c:v>0.36122907422382783</c:v>
                </c:pt>
                <c:pt idx="65">
                  <c:v>0.36119221411421315</c:v>
                </c:pt>
                <c:pt idx="66">
                  <c:v>0.36482293491125878</c:v>
                </c:pt>
                <c:pt idx="67">
                  <c:v>0.37079427266883636</c:v>
                </c:pt>
                <c:pt idx="68">
                  <c:v>0.3778898437696615</c:v>
                </c:pt>
                <c:pt idx="69">
                  <c:v>0.38688371051564252</c:v>
                </c:pt>
                <c:pt idx="70">
                  <c:v>0.39650419912507306</c:v>
                </c:pt>
                <c:pt idx="71">
                  <c:v>0.4046318532951092</c:v>
                </c:pt>
                <c:pt idx="72">
                  <c:v>0.41375473042474159</c:v>
                </c:pt>
                <c:pt idx="73">
                  <c:v>0.42061071081307139</c:v>
                </c:pt>
                <c:pt idx="74">
                  <c:v>0.42879365514752948</c:v>
                </c:pt>
                <c:pt idx="75">
                  <c:v>0.43808240277042793</c:v>
                </c:pt>
                <c:pt idx="76">
                  <c:v>0.44718684984525298</c:v>
                </c:pt>
                <c:pt idx="77">
                  <c:v>0.45634658708450004</c:v>
                </c:pt>
                <c:pt idx="78">
                  <c:v>0.46482441229587557</c:v>
                </c:pt>
                <c:pt idx="79">
                  <c:v>0.47195684350631545</c:v>
                </c:pt>
                <c:pt idx="80">
                  <c:v>0.4801397878407736</c:v>
                </c:pt>
                <c:pt idx="81">
                  <c:v>0.49117939067036914</c:v>
                </c:pt>
                <c:pt idx="82">
                  <c:v>0.50323264651436828</c:v>
                </c:pt>
                <c:pt idx="83">
                  <c:v>0.51025449739596418</c:v>
                </c:pt>
                <c:pt idx="84">
                  <c:v>0.5339371178233937</c:v>
                </c:pt>
                <c:pt idx="85">
                  <c:v>0.5346005997964578</c:v>
                </c:pt>
                <c:pt idx="86">
                  <c:v>0.5396135747040538</c:v>
                </c:pt>
                <c:pt idx="87">
                  <c:v>0.54787023925774136</c:v>
                </c:pt>
                <c:pt idx="88">
                  <c:v>0.55747229781236451</c:v>
                </c:pt>
                <c:pt idx="89">
                  <c:v>0.56242998255553844</c:v>
                </c:pt>
                <c:pt idx="90">
                  <c:v>0.57031804601307923</c:v>
                </c:pt>
                <c:pt idx="91">
                  <c:v>0.57997539473212434</c:v>
                </c:pt>
                <c:pt idx="92">
                  <c:v>0.58963274345116956</c:v>
                </c:pt>
                <c:pt idx="93">
                  <c:v>0.60070920639037984</c:v>
                </c:pt>
                <c:pt idx="94">
                  <c:v>0.60876314034118661</c:v>
                </c:pt>
                <c:pt idx="95">
                  <c:v>0.61939728196502064</c:v>
                </c:pt>
                <c:pt idx="96">
                  <c:v>0.62811469788889163</c:v>
                </c:pt>
                <c:pt idx="97">
                  <c:v>0.63613177173008373</c:v>
                </c:pt>
                <c:pt idx="98">
                  <c:v>0.64466488710588132</c:v>
                </c:pt>
                <c:pt idx="99">
                  <c:v>0.65717889432006393</c:v>
                </c:pt>
                <c:pt idx="100">
                  <c:v>0.66632020150450366</c:v>
                </c:pt>
                <c:pt idx="101">
                  <c:v>0.67684376279949376</c:v>
                </c:pt>
                <c:pt idx="102">
                  <c:v>0.68806766617716264</c:v>
                </c:pt>
                <c:pt idx="103">
                  <c:v>0.6986465176365747</c:v>
                </c:pt>
                <c:pt idx="104">
                  <c:v>0.70155846629613416</c:v>
                </c:pt>
                <c:pt idx="105">
                  <c:v>0.72363767195532525</c:v>
                </c:pt>
                <c:pt idx="106">
                  <c:v>0.72844791626004057</c:v>
                </c:pt>
                <c:pt idx="107">
                  <c:v>0.73718376223871884</c:v>
                </c:pt>
                <c:pt idx="108">
                  <c:v>0.74603018854624115</c:v>
                </c:pt>
                <c:pt idx="109">
                  <c:v>0.75666433017007528</c:v>
                </c:pt>
                <c:pt idx="110">
                  <c:v>0.76777765321890012</c:v>
                </c:pt>
                <c:pt idx="111">
                  <c:v>0.78115787300902773</c:v>
                </c:pt>
                <c:pt idx="112">
                  <c:v>0.79103638238576091</c:v>
                </c:pt>
                <c:pt idx="113">
                  <c:v>0.7987217152404209</c:v>
                </c:pt>
                <c:pt idx="114">
                  <c:v>0.80648076831431026</c:v>
                </c:pt>
                <c:pt idx="115">
                  <c:v>0.81433197166223636</c:v>
                </c:pt>
                <c:pt idx="116">
                  <c:v>0.82518727394375857</c:v>
                </c:pt>
                <c:pt idx="117">
                  <c:v>0.83624530682816145</c:v>
                </c:pt>
                <c:pt idx="118">
                  <c:v>0.84964395667309622</c:v>
                </c:pt>
                <c:pt idx="119">
                  <c:v>0.86400096936801263</c:v>
                </c:pt>
                <c:pt idx="120">
                  <c:v>0.87491156181395691</c:v>
                </c:pt>
                <c:pt idx="121">
                  <c:v>0.88386856845032324</c:v>
                </c:pt>
                <c:pt idx="122">
                  <c:v>0.893286326456873</c:v>
                </c:pt>
                <c:pt idx="123">
                  <c:v>0.90008701668078084</c:v>
                </c:pt>
                <c:pt idx="124">
                  <c:v>0.90559760306817494</c:v>
                </c:pt>
                <c:pt idx="125">
                  <c:v>0.92802697976870541</c:v>
                </c:pt>
                <c:pt idx="126">
                  <c:v>0.93584132300701683</c:v>
                </c:pt>
                <c:pt idx="127">
                  <c:v>0.94632802419239226</c:v>
                </c:pt>
                <c:pt idx="128">
                  <c:v>0.95681472537776757</c:v>
                </c:pt>
                <c:pt idx="129">
                  <c:v>0.9674672970564091</c:v>
                </c:pt>
                <c:pt idx="130">
                  <c:v>0.97802771846101388</c:v>
                </c:pt>
                <c:pt idx="131">
                  <c:v>0.98740861635794897</c:v>
                </c:pt>
                <c:pt idx="132">
                  <c:v>0.99605231206259059</c:v>
                </c:pt>
                <c:pt idx="133">
                  <c:v>1.0084925990575437</c:v>
                </c:pt>
                <c:pt idx="134">
                  <c:v>1.022075549450552</c:v>
                </c:pt>
                <c:pt idx="135">
                  <c:v>1.0323226599234321</c:v>
                </c:pt>
                <c:pt idx="136">
                  <c:v>1.0450946879049174</c:v>
                </c:pt>
                <c:pt idx="137">
                  <c:v>1.0569452131460357</c:v>
                </c:pt>
                <c:pt idx="138">
                  <c:v>1.0665104115910444</c:v>
                </c:pt>
                <c:pt idx="139">
                  <c:v>1.0765916515706584</c:v>
                </c:pt>
                <c:pt idx="140">
                  <c:v>1.0886264773598502</c:v>
                </c:pt>
                <c:pt idx="141">
                  <c:v>1.0994080594221429</c:v>
                </c:pt>
                <c:pt idx="142">
                  <c:v>1.1151657562824171</c:v>
                </c:pt>
                <c:pt idx="143">
                  <c:v>1.1285459760725445</c:v>
                </c:pt>
                <c:pt idx="144">
                  <c:v>1.1386087859973513</c:v>
                </c:pt>
                <c:pt idx="145">
                  <c:v>1.165793116838175</c:v>
                </c:pt>
                <c:pt idx="146">
                  <c:v>1.1661801479891292</c:v>
                </c:pt>
                <c:pt idx="147">
                  <c:v>1.1722252059659359</c:v>
                </c:pt>
                <c:pt idx="148">
                  <c:v>1.1832095186311096</c:v>
                </c:pt>
                <c:pt idx="149">
                  <c:v>1.1932723285559161</c:v>
                </c:pt>
                <c:pt idx="150">
                  <c:v>1.2060996467018235</c:v>
                </c:pt>
                <c:pt idx="151">
                  <c:v>1.2177290112852539</c:v>
                </c:pt>
                <c:pt idx="152">
                  <c:v>1.227220489511033</c:v>
                </c:pt>
                <c:pt idx="153">
                  <c:v>1.2376887606416012</c:v>
                </c:pt>
                <c:pt idx="154">
                  <c:v>1.2522669339942056</c:v>
                </c:pt>
                <c:pt idx="155">
                  <c:v>1.2638778685228287</c:v>
                </c:pt>
                <c:pt idx="156">
                  <c:v>1.2775161090802589</c:v>
                </c:pt>
                <c:pt idx="157">
                  <c:v>1.2895140747598359</c:v>
                </c:pt>
                <c:pt idx="158">
                  <c:v>1.3017700612067158</c:v>
                </c:pt>
                <c:pt idx="159">
                  <c:v>1.3143946487497424</c:v>
                </c:pt>
                <c:pt idx="160">
                  <c:v>1.3276827182658333</c:v>
                </c:pt>
                <c:pt idx="161">
                  <c:v>1.3377455281906399</c:v>
                </c:pt>
                <c:pt idx="162">
                  <c:v>1.3479004883894832</c:v>
                </c:pt>
                <c:pt idx="163">
                  <c:v>1.3607830966998127</c:v>
                </c:pt>
                <c:pt idx="164">
                  <c:v>1.3745134875312797</c:v>
                </c:pt>
                <c:pt idx="165">
                  <c:v>1.4022691500711308</c:v>
                </c:pt>
                <c:pt idx="166">
                  <c:v>1.405936730977791</c:v>
                </c:pt>
                <c:pt idx="167">
                  <c:v>1.4129585818593871</c:v>
                </c:pt>
                <c:pt idx="168">
                  <c:v>1.4251592781418447</c:v>
                </c:pt>
                <c:pt idx="169">
                  <c:v>1.4332316421474589</c:v>
                </c:pt>
                <c:pt idx="170">
                  <c:v>1.444731996347238</c:v>
                </c:pt>
                <c:pt idx="171">
                  <c:v>1.4624432790170898</c:v>
                </c:pt>
                <c:pt idx="172">
                  <c:v>1.47580506875241</c:v>
                </c:pt>
                <c:pt idx="173">
                  <c:v>1.4856282879647214</c:v>
                </c:pt>
                <c:pt idx="174">
                  <c:v>1.4972945126577664</c:v>
                </c:pt>
                <c:pt idx="175">
                  <c:v>1.5103429914613618</c:v>
                </c:pt>
                <c:pt idx="176">
                  <c:v>1.5234651904841865</c:v>
                </c:pt>
                <c:pt idx="177">
                  <c:v>1.5381355141108277</c:v>
                </c:pt>
                <c:pt idx="178">
                  <c:v>1.5521976459288267</c:v>
                </c:pt>
                <c:pt idx="179">
                  <c:v>1.5643061919372478</c:v>
                </c:pt>
                <c:pt idx="180">
                  <c:v>1.5737608100534124</c:v>
                </c:pt>
                <c:pt idx="181">
                  <c:v>1.5876755014329527</c:v>
                </c:pt>
                <c:pt idx="182">
                  <c:v>1.5997471873317592</c:v>
                </c:pt>
                <c:pt idx="183">
                  <c:v>1.614564951396859</c:v>
                </c:pt>
                <c:pt idx="184">
                  <c:v>1.6282769121735186</c:v>
                </c:pt>
                <c:pt idx="185">
                  <c:v>1.6337322083964907</c:v>
                </c:pt>
                <c:pt idx="186">
                  <c:v>1.6594237047979201</c:v>
                </c:pt>
                <c:pt idx="187">
                  <c:v>1.6668510168852773</c:v>
                </c:pt>
                <c:pt idx="188">
                  <c:v>1.6770612672485428</c:v>
                </c:pt>
                <c:pt idx="189">
                  <c:v>1.6927636739443948</c:v>
                </c:pt>
                <c:pt idx="190">
                  <c:v>1.7082817800921735</c:v>
                </c:pt>
                <c:pt idx="191">
                  <c:v>1.7198558545111819</c:v>
                </c:pt>
                <c:pt idx="192">
                  <c:v>1.7315405092590344</c:v>
                </c:pt>
                <c:pt idx="193">
                  <c:v>1.7440729465280242</c:v>
                </c:pt>
                <c:pt idx="194">
                  <c:v>1.7606599958546285</c:v>
                </c:pt>
                <c:pt idx="195">
                  <c:v>1.7747774178370497</c:v>
                </c:pt>
                <c:pt idx="196">
                  <c:v>1.7889685600387</c:v>
                </c:pt>
                <c:pt idx="197">
                  <c:v>1.8001187431971395</c:v>
                </c:pt>
                <c:pt idx="198">
                  <c:v>1.8138675640834139</c:v>
                </c:pt>
                <c:pt idx="199">
                  <c:v>1.8252389078995415</c:v>
                </c:pt>
                <c:pt idx="200">
                  <c:v>1.8393378998271552</c:v>
                </c:pt>
                <c:pt idx="201">
                  <c:v>1.8550955966874292</c:v>
                </c:pt>
                <c:pt idx="202">
                  <c:v>1.8689181377929329</c:v>
                </c:pt>
                <c:pt idx="203">
                  <c:v>1.8818560362676842</c:v>
                </c:pt>
                <c:pt idx="204">
                  <c:v>1.8947202145232063</c:v>
                </c:pt>
                <c:pt idx="205">
                  <c:v>1.9063127189970219</c:v>
                </c:pt>
                <c:pt idx="206">
                  <c:v>1.9240424317216813</c:v>
                </c:pt>
                <c:pt idx="207">
                  <c:v>1.934215821975332</c:v>
                </c:pt>
                <c:pt idx="208">
                  <c:v>1.9477987723683401</c:v>
                </c:pt>
                <c:pt idx="209">
                  <c:v>1.9617871839671099</c:v>
                </c:pt>
                <c:pt idx="210">
                  <c:v>1.9776001709918061</c:v>
                </c:pt>
                <c:pt idx="211">
                  <c:v>1.9913674219328876</c:v>
                </c:pt>
                <c:pt idx="212">
                  <c:v>2.0033285275028501</c:v>
                </c:pt>
                <c:pt idx="213">
                  <c:v>2.0165244467449042</c:v>
                </c:pt>
                <c:pt idx="214">
                  <c:v>2.0311763403167382</c:v>
                </c:pt>
                <c:pt idx="215">
                  <c:v>2.0465285759712506</c:v>
                </c:pt>
                <c:pt idx="216">
                  <c:v>2.0602589668027176</c:v>
                </c:pt>
                <c:pt idx="217">
                  <c:v>2.0768091560197073</c:v>
                </c:pt>
                <c:pt idx="218">
                  <c:v>2.0882357900002568</c:v>
                </c:pt>
                <c:pt idx="219">
                  <c:v>2.1030904141749716</c:v>
                </c:pt>
                <c:pt idx="220">
                  <c:v>2.1161941831429889</c:v>
                </c:pt>
                <c:pt idx="221">
                  <c:v>2.1284870296994836</c:v>
                </c:pt>
                <c:pt idx="222">
                  <c:v>2.1428440423943997</c:v>
                </c:pt>
                <c:pt idx="223">
                  <c:v>2.1581041277748758</c:v>
                </c:pt>
                <c:pt idx="224">
                  <c:v>2.171797658496728</c:v>
                </c:pt>
                <c:pt idx="225">
                  <c:v>2.1881082570012222</c:v>
                </c:pt>
                <c:pt idx="226">
                  <c:v>2.2215956665861558</c:v>
                </c:pt>
                <c:pt idx="227">
                  <c:v>2.2261847502331831</c:v>
                </c:pt>
                <c:pt idx="228">
                  <c:v>2.2340359535811092</c:v>
                </c:pt>
                <c:pt idx="229">
                  <c:v>2.2445042247116773</c:v>
                </c:pt>
                <c:pt idx="230">
                  <c:v>2.2591376882287038</c:v>
                </c:pt>
                <c:pt idx="231">
                  <c:v>2.2701957211131063</c:v>
                </c:pt>
                <c:pt idx="232">
                  <c:v>2.2865984698916373</c:v>
                </c:pt>
                <c:pt idx="233">
                  <c:v>2.3016558246692327</c:v>
                </c:pt>
                <c:pt idx="234">
                  <c:v>2.3165841690631765</c:v>
                </c:pt>
                <c:pt idx="235">
                  <c:v>2.3297247981408087</c:v>
                </c:pt>
                <c:pt idx="236">
                  <c:v>2.3443214015482208</c:v>
                </c:pt>
                <c:pt idx="237">
                  <c:v>2.3586046940239078</c:v>
                </c:pt>
                <c:pt idx="238">
                  <c:v>2.3765924275158699</c:v>
                </c:pt>
                <c:pt idx="239">
                  <c:v>2.3883508024829516</c:v>
                </c:pt>
                <c:pt idx="240">
                  <c:v>2.4043112299461065</c:v>
                </c:pt>
                <c:pt idx="241">
                  <c:v>2.4219119322871143</c:v>
                </c:pt>
                <c:pt idx="242">
                  <c:v>2.4369324269550949</c:v>
                </c:pt>
                <c:pt idx="243">
                  <c:v>2.4537037768297725</c:v>
                </c:pt>
                <c:pt idx="244">
                  <c:v>2.4669181261266342</c:v>
                </c:pt>
                <c:pt idx="245">
                  <c:v>2.4819939109590368</c:v>
                </c:pt>
                <c:pt idx="246">
                  <c:v>2.488886751456981</c:v>
                </c:pt>
                <c:pt idx="247">
                  <c:v>2.5152417298314744</c:v>
                </c:pt>
                <c:pt idx="248">
                  <c:v>2.5278847474293085</c:v>
                </c:pt>
                <c:pt idx="249">
                  <c:v>2.5406383453559864</c:v>
                </c:pt>
                <c:pt idx="250">
                  <c:v>2.5547004771739856</c:v>
                </c:pt>
                <c:pt idx="251">
                  <c:v>2.5665694324699113</c:v>
                </c:pt>
                <c:pt idx="252">
                  <c:v>2.5845571659618733</c:v>
                </c:pt>
                <c:pt idx="253">
                  <c:v>2.6011995054528998</c:v>
                </c:pt>
                <c:pt idx="254">
                  <c:v>2.6167913318199076</c:v>
                </c:pt>
                <c:pt idx="255">
                  <c:v>2.6334521013657417</c:v>
                </c:pt>
                <c:pt idx="256">
                  <c:v>2.6493940987740889</c:v>
                </c:pt>
                <c:pt idx="257">
                  <c:v>2.6628296087286385</c:v>
                </c:pt>
                <c:pt idx="258">
                  <c:v>2.6788637564110229</c:v>
                </c:pt>
                <c:pt idx="259">
                  <c:v>2.6922992663655725</c:v>
                </c:pt>
                <c:pt idx="260">
                  <c:v>2.7104897304604152</c:v>
                </c:pt>
                <c:pt idx="261">
                  <c:v>2.7234460589899738</c:v>
                </c:pt>
                <c:pt idx="262">
                  <c:v>2.7407150203444495</c:v>
                </c:pt>
                <c:pt idx="263">
                  <c:v>2.7534501882163203</c:v>
                </c:pt>
                <c:pt idx="264">
                  <c:v>2.7726543053255668</c:v>
                </c:pt>
                <c:pt idx="265">
                  <c:v>2.7892966448165928</c:v>
                </c:pt>
                <c:pt idx="266">
                  <c:v>2.7991014339740969</c:v>
                </c:pt>
                <c:pt idx="267">
                  <c:v>2.8171628876852881</c:v>
                </c:pt>
                <c:pt idx="268">
                  <c:v>2.8299164856119661</c:v>
                </c:pt>
                <c:pt idx="269">
                  <c:v>2.8462823742808827</c:v>
                </c:pt>
                <c:pt idx="270">
                  <c:v>2.8670530460487527</c:v>
                </c:pt>
                <c:pt idx="271">
                  <c:v>2.8814284887984765</c:v>
                </c:pt>
                <c:pt idx="272">
                  <c:v>2.8957117812741635</c:v>
                </c:pt>
                <c:pt idx="273">
                  <c:v>2.9127595819709513</c:v>
                </c:pt>
                <c:pt idx="274">
                  <c:v>2.9295862220100508</c:v>
                </c:pt>
                <c:pt idx="275">
                  <c:v>2.9450306079386004</c:v>
                </c:pt>
                <c:pt idx="276">
                  <c:v>2.9604934239219571</c:v>
                </c:pt>
                <c:pt idx="277">
                  <c:v>2.975421768315901</c:v>
                </c:pt>
                <c:pt idx="278">
                  <c:v>2.9930224706569089</c:v>
                </c:pt>
                <c:pt idx="279">
                  <c:v>3.0078770948316236</c:v>
                </c:pt>
                <c:pt idx="280">
                  <c:v>3.0241692632813106</c:v>
                </c:pt>
                <c:pt idx="281">
                  <c:v>3.040498291840612</c:v>
                </c:pt>
                <c:pt idx="282">
                  <c:v>3.057933123688354</c:v>
                </c:pt>
                <c:pt idx="283">
                  <c:v>3.0753126653716736</c:v>
                </c:pt>
                <c:pt idx="284">
                  <c:v>3.0880109731339296</c:v>
                </c:pt>
                <c:pt idx="285">
                  <c:v>3.1055748153653231</c:v>
                </c:pt>
                <c:pt idx="286">
                  <c:v>3.1239495800082393</c:v>
                </c:pt>
                <c:pt idx="287">
                  <c:v>3.1583584923335395</c:v>
                </c:pt>
                <c:pt idx="288">
                  <c:v>3.1598697568277414</c:v>
                </c:pt>
                <c:pt idx="289">
                  <c:v>3.1658226645305114</c:v>
                </c:pt>
                <c:pt idx="290">
                  <c:v>3.1814144908975197</c:v>
                </c:pt>
                <c:pt idx="291">
                  <c:v>3.2015032506375181</c:v>
                </c:pt>
                <c:pt idx="292">
                  <c:v>3.2179797196352786</c:v>
                </c:pt>
                <c:pt idx="293">
                  <c:v>3.2344746186878459</c:v>
                </c:pt>
                <c:pt idx="294">
                  <c:v>3.2520937510836614</c:v>
                </c:pt>
                <c:pt idx="295">
                  <c:v>3.2635019550094038</c:v>
                </c:pt>
                <c:pt idx="296">
                  <c:v>3.2854337202301362</c:v>
                </c:pt>
                <c:pt idx="297">
                  <c:v>3.3046931275038043</c:v>
                </c:pt>
                <c:pt idx="298">
                  <c:v>3.3173914352660603</c:v>
                </c:pt>
                <c:pt idx="299">
                  <c:v>3.3325409403176924</c:v>
                </c:pt>
                <c:pt idx="300">
                  <c:v>3.3504365235356177</c:v>
                </c:pt>
                <c:pt idx="301">
                  <c:v>3.3679082154929745</c:v>
                </c:pt>
                <c:pt idx="302">
                  <c:v>3.3840345134493952</c:v>
                </c:pt>
                <c:pt idx="303">
                  <c:v>3.3987232671308436</c:v>
                </c:pt>
                <c:pt idx="304">
                  <c:v>3.4133198705382557</c:v>
                </c:pt>
                <c:pt idx="305">
                  <c:v>3.4316762051263643</c:v>
                </c:pt>
                <c:pt idx="306">
                  <c:v>3.4511752031125282</c:v>
                </c:pt>
                <c:pt idx="307">
                  <c:v>3.4560591676364729</c:v>
                </c:pt>
                <c:pt idx="308">
                  <c:v>3.4923479455521216</c:v>
                </c:pt>
                <c:pt idx="309">
                  <c:v>3.5078660516999003</c:v>
                </c:pt>
                <c:pt idx="310">
                  <c:v>3.5222414944496241</c:v>
                </c:pt>
                <c:pt idx="311">
                  <c:v>3.5393077252012191</c:v>
                </c:pt>
                <c:pt idx="312">
                  <c:v>3.5566319767201171</c:v>
                </c:pt>
                <c:pt idx="313">
                  <c:v>3.5757992337197488</c:v>
                </c:pt>
                <c:pt idx="314">
                  <c:v>3.5944135890751601</c:v>
                </c:pt>
                <c:pt idx="315">
                  <c:v>3.6076832285364437</c:v>
                </c:pt>
                <c:pt idx="316">
                  <c:v>3.6229801740265346</c:v>
                </c:pt>
                <c:pt idx="317">
                  <c:v>3.6401385550521663</c:v>
                </c:pt>
                <c:pt idx="318">
                  <c:v>3.6578314076672109</c:v>
                </c:pt>
                <c:pt idx="319">
                  <c:v>3.675339959734182</c:v>
                </c:pt>
                <c:pt idx="320">
                  <c:v>3.6949495380491899</c:v>
                </c:pt>
                <c:pt idx="321">
                  <c:v>3.7105966545806202</c:v>
                </c:pt>
                <c:pt idx="322">
                  <c:v>3.7293768804292977</c:v>
                </c:pt>
                <c:pt idx="323">
                  <c:v>3.7495577904433328</c:v>
                </c:pt>
                <c:pt idx="324">
                  <c:v>3.7669189020718452</c:v>
                </c:pt>
                <c:pt idx="325">
                  <c:v>3.7820684071234774</c:v>
                </c:pt>
                <c:pt idx="326">
                  <c:v>3.8035209909192189</c:v>
                </c:pt>
                <c:pt idx="327">
                  <c:v>3.8121278265142458</c:v>
                </c:pt>
                <c:pt idx="328">
                  <c:v>3.8286780157312355</c:v>
                </c:pt>
                <c:pt idx="329">
                  <c:v>3.8475688219087569</c:v>
                </c:pt>
                <c:pt idx="330">
                  <c:v>3.8667913690728106</c:v>
                </c:pt>
                <c:pt idx="331">
                  <c:v>3.8851108435513049</c:v>
                </c:pt>
                <c:pt idx="332">
                  <c:v>3.9027299759471203</c:v>
                </c:pt>
                <c:pt idx="333">
                  <c:v>3.9215102017957979</c:v>
                </c:pt>
                <c:pt idx="334">
                  <c:v>3.9405115883021633</c:v>
                </c:pt>
                <c:pt idx="335">
                  <c:v>3.9584993217941253</c:v>
                </c:pt>
                <c:pt idx="336">
                  <c:v>3.9748467804082344</c:v>
                </c:pt>
                <c:pt idx="337">
                  <c:v>3.989756694747371</c:v>
                </c:pt>
                <c:pt idx="338">
                  <c:v>4.010103475254672</c:v>
                </c:pt>
                <c:pt idx="339">
                  <c:v>4.0307451366388909</c:v>
                </c:pt>
                <c:pt idx="340">
                  <c:v>4.0456366209232204</c:v>
                </c:pt>
                <c:pt idx="341">
                  <c:v>4.0635322041411452</c:v>
                </c:pt>
                <c:pt idx="342">
                  <c:v>4.080635295002355</c:v>
                </c:pt>
                <c:pt idx="343">
                  <c:v>4.0984571580010511</c:v>
                </c:pt>
                <c:pt idx="344">
                  <c:v>4.1170162231920413</c:v>
                </c:pt>
                <c:pt idx="345">
                  <c:v>4.1339718736147919</c:v>
                </c:pt>
                <c:pt idx="346">
                  <c:v>4.1524387885317449</c:v>
                </c:pt>
                <c:pt idx="347">
                  <c:v>4.1644367542113221</c:v>
                </c:pt>
                <c:pt idx="348">
                  <c:v>4.1806552024417796</c:v>
                </c:pt>
                <c:pt idx="349">
                  <c:v>4.1995275785644939</c:v>
                </c:pt>
                <c:pt idx="350">
                  <c:v>4.2208695820313915</c:v>
                </c:pt>
                <c:pt idx="351">
                  <c:v>4.2393180668935369</c:v>
                </c:pt>
                <c:pt idx="352">
                  <c:v>4.2566423184124345</c:v>
                </c:pt>
                <c:pt idx="353">
                  <c:v>4.2725290256563602</c:v>
                </c:pt>
                <c:pt idx="354">
                  <c:v>4.2943502105482487</c:v>
                </c:pt>
                <c:pt idx="355">
                  <c:v>4.3144574003430547</c:v>
                </c:pt>
                <c:pt idx="356">
                  <c:v>4.3315236310946501</c:v>
                </c:pt>
                <c:pt idx="357">
                  <c:v>4.3466178459818599</c:v>
                </c:pt>
                <c:pt idx="358">
                  <c:v>4.3645871494190143</c:v>
                </c:pt>
                <c:pt idx="359">
                  <c:v>4.3798103746898756</c:v>
                </c:pt>
                <c:pt idx="360">
                  <c:v>4.4009680776086997</c:v>
                </c:pt>
                <c:pt idx="361">
                  <c:v>4.4216465991025329</c:v>
                </c:pt>
                <c:pt idx="362">
                  <c:v>4.4403715347867889</c:v>
                </c:pt>
                <c:pt idx="363">
                  <c:v>4.4586541491556684</c:v>
                </c:pt>
                <c:pt idx="364">
                  <c:v>4.4746698667832447</c:v>
                </c:pt>
                <c:pt idx="365">
                  <c:v>4.4950166472905462</c:v>
                </c:pt>
                <c:pt idx="366">
                  <c:v>4.5154740081266915</c:v>
                </c:pt>
                <c:pt idx="367">
                  <c:v>4.5303286323014067</c:v>
                </c:pt>
                <c:pt idx="368">
                  <c:v>4.5725150277554034</c:v>
                </c:pt>
                <c:pt idx="369">
                  <c:v>4.5732337998928898</c:v>
                </c:pt>
                <c:pt idx="370">
                  <c:v>4.5845314234897883</c:v>
                </c:pt>
                <c:pt idx="371">
                  <c:v>4.5988515760750897</c:v>
                </c:pt>
                <c:pt idx="372">
                  <c:v>4.6205253205285191</c:v>
                </c:pt>
                <c:pt idx="373">
                  <c:v>4.6392318261579675</c:v>
                </c:pt>
                <c:pt idx="374">
                  <c:v>4.6582885028287553</c:v>
                </c:pt>
                <c:pt idx="375">
                  <c:v>4.6777322106504968</c:v>
                </c:pt>
                <c:pt idx="376">
                  <c:v>4.6967520272116703</c:v>
                </c:pt>
                <c:pt idx="377">
                  <c:v>4.7150346415805497</c:v>
                </c:pt>
                <c:pt idx="378">
                  <c:v>4.7309950690437041</c:v>
                </c:pt>
                <c:pt idx="379">
                  <c:v>4.7499227353308404</c:v>
                </c:pt>
                <c:pt idx="380">
                  <c:v>4.7712278786881237</c:v>
                </c:pt>
                <c:pt idx="381">
                  <c:v>4.7895289231118099</c:v>
                </c:pt>
                <c:pt idx="382">
                  <c:v>4.8086961801114416</c:v>
                </c:pt>
                <c:pt idx="383">
                  <c:v>4.8252279392736241</c:v>
                </c:pt>
                <c:pt idx="384">
                  <c:v>4.8419992891483021</c:v>
                </c:pt>
                <c:pt idx="385">
                  <c:v>4.8580887269951081</c:v>
                </c:pt>
                <c:pt idx="386">
                  <c:v>4.8800573523254549</c:v>
                </c:pt>
                <c:pt idx="387">
                  <c:v>4.8995010601471973</c:v>
                </c:pt>
                <c:pt idx="388">
                  <c:v>4.9058041388913063</c:v>
                </c:pt>
                <c:pt idx="389">
                  <c:v>4.9403420616002585</c:v>
                </c:pt>
                <c:pt idx="390">
                  <c:v>4.9556942972547713</c:v>
                </c:pt>
                <c:pt idx="391">
                  <c:v>4.9724472170746417</c:v>
                </c:pt>
                <c:pt idx="392">
                  <c:v>4.9922963861021445</c:v>
                </c:pt>
                <c:pt idx="393">
                  <c:v>5.0117400939238861</c:v>
                </c:pt>
                <c:pt idx="394">
                  <c:v>5.0265762880437936</c:v>
                </c:pt>
                <c:pt idx="395">
                  <c:v>5.0450984931251686</c:v>
                </c:pt>
                <c:pt idx="396">
                  <c:v>5.0638418588642313</c:v>
                </c:pt>
                <c:pt idx="397">
                  <c:v>5.0822903437263767</c:v>
                </c:pt>
                <c:pt idx="398">
                  <c:v>5.1025634040144485</c:v>
                </c:pt>
                <c:pt idx="399">
                  <c:v>5.1177866292853098</c:v>
                </c:pt>
                <c:pt idx="400">
                  <c:v>5.1300241856773825</c:v>
                </c:pt>
                <c:pt idx="401">
                  <c:v>5.1497259142664271</c:v>
                </c:pt>
                <c:pt idx="402">
                  <c:v>5.169888394225655</c:v>
                </c:pt>
                <c:pt idx="403">
                  <c:v>5.1871204954705163</c:v>
                </c:pt>
                <c:pt idx="404">
                  <c:v>5.2061403120316889</c:v>
                </c:pt>
                <c:pt idx="405">
                  <c:v>5.2243123460717245</c:v>
                </c:pt>
                <c:pt idx="406">
                  <c:v>5.2456359194838145</c:v>
                </c:pt>
                <c:pt idx="407">
                  <c:v>5.262222968810419</c:v>
                </c:pt>
                <c:pt idx="408">
                  <c:v>5.2755294683813174</c:v>
                </c:pt>
                <c:pt idx="409">
                  <c:v>5.3269493212937906</c:v>
                </c:pt>
                <c:pt idx="410">
                  <c:v>5.3318332858177353</c:v>
                </c:pt>
                <c:pt idx="411">
                  <c:v>5.3399793700425793</c:v>
                </c:pt>
                <c:pt idx="412">
                  <c:v>5.3582619844114587</c:v>
                </c:pt>
                <c:pt idx="413">
                  <c:v>5.3796592780427783</c:v>
                </c:pt>
                <c:pt idx="414">
                  <c:v>5.3956934257251623</c:v>
                </c:pt>
                <c:pt idx="415">
                  <c:v>5.4107139203931425</c:v>
                </c:pt>
                <c:pt idx="416">
                  <c:v>5.4299917577216181</c:v>
                </c:pt>
                <c:pt idx="417">
                  <c:v>5.4506518491606446</c:v>
                </c:pt>
                <c:pt idx="418">
                  <c:v>5.4675890695285885</c:v>
                </c:pt>
                <c:pt idx="419">
                  <c:v>5.4840102483619262</c:v>
                </c:pt>
                <c:pt idx="420">
                  <c:v>5.5023665829500352</c:v>
                </c:pt>
                <c:pt idx="421">
                  <c:v>5.5191563628795208</c:v>
                </c:pt>
                <c:pt idx="422">
                  <c:v>5.5392819827291335</c:v>
                </c:pt>
                <c:pt idx="423">
                  <c:v>5.5578226178653161</c:v>
                </c:pt>
                <c:pt idx="424">
                  <c:v>5.5749994289457554</c:v>
                </c:pt>
                <c:pt idx="425">
                  <c:v>5.5908492760800659</c:v>
                </c:pt>
                <c:pt idx="426">
                  <c:v>5.6085605587499181</c:v>
                </c:pt>
                <c:pt idx="427">
                  <c:v>5.6222909495813846</c:v>
                </c:pt>
                <c:pt idx="428">
                  <c:v>5.639412470497402</c:v>
                </c:pt>
                <c:pt idx="429">
                  <c:v>5.6835524517609768</c:v>
                </c:pt>
                <c:pt idx="430">
                  <c:v>5.6871647425032155</c:v>
                </c:pt>
                <c:pt idx="431">
                  <c:v>5.6981306251135813</c:v>
                </c:pt>
                <c:pt idx="432">
                  <c:v>5.7127087984661857</c:v>
                </c:pt>
                <c:pt idx="433">
                  <c:v>5.7306228117389182</c:v>
                </c:pt>
                <c:pt idx="434">
                  <c:v>5.751743654548128</c:v>
                </c:pt>
                <c:pt idx="435">
                  <c:v>5.7706713208352642</c:v>
                </c:pt>
                <c:pt idx="436">
                  <c:v>5.7884378936695384</c:v>
                </c:pt>
                <c:pt idx="437">
                  <c:v>5.8028317664740694</c:v>
                </c:pt>
                <c:pt idx="438">
                  <c:v>5.8181655720737746</c:v>
                </c:pt>
                <c:pt idx="439">
                  <c:v>5.8370932383609109</c:v>
                </c:pt>
                <c:pt idx="440">
                  <c:v>5.8535697073586714</c:v>
                </c:pt>
                <c:pt idx="441">
                  <c:v>5.8715390107958259</c:v>
                </c:pt>
                <c:pt idx="442">
                  <c:v>5.8882182103964666</c:v>
                </c:pt>
                <c:pt idx="443">
                  <c:v>5.9044182285721174</c:v>
                </c:pt>
                <c:pt idx="444">
                  <c:v>5.9199179046650885</c:v>
                </c:pt>
                <c:pt idx="445">
                  <c:v>5.9390851616647202</c:v>
                </c:pt>
                <c:pt idx="446">
                  <c:v>5.9585841596508837</c:v>
                </c:pt>
                <c:pt idx="447">
                  <c:v>5.9739916854698185</c:v>
                </c:pt>
                <c:pt idx="448">
                  <c:v>5.992163719509854</c:v>
                </c:pt>
                <c:pt idx="449">
                  <c:v>5.9970292539789911</c:v>
                </c:pt>
                <c:pt idx="450">
                  <c:v>6.0349030166080713</c:v>
                </c:pt>
                <c:pt idx="451">
                  <c:v>6.044283914505006</c:v>
                </c:pt>
                <c:pt idx="452">
                  <c:v>6.0581248856653174</c:v>
                </c:pt>
                <c:pt idx="453">
                  <c:v>6.0705467426054636</c:v>
                </c:pt>
                <c:pt idx="454">
                  <c:v>6.086027988643627</c:v>
                </c:pt>
                <c:pt idx="455">
                  <c:v>6.1037761314230936</c:v>
                </c:pt>
                <c:pt idx="456">
                  <c:v>6.1230171086419549</c:v>
                </c:pt>
                <c:pt idx="457">
                  <c:v>6.1366369191445775</c:v>
                </c:pt>
                <c:pt idx="458">
                  <c:v>6.1520628750183199</c:v>
                </c:pt>
                <c:pt idx="459">
                  <c:v>6.168299753303585</c:v>
                </c:pt>
                <c:pt idx="460">
                  <c:v>6.1833386780263728</c:v>
                </c:pt>
                <c:pt idx="461">
                  <c:v>6.2000731677914356</c:v>
                </c:pt>
                <c:pt idx="462">
                  <c:v>6.2173052690362969</c:v>
                </c:pt>
                <c:pt idx="463">
                  <c:v>6.2340581888561672</c:v>
                </c:pt>
                <c:pt idx="464">
                  <c:v>6.2525066737183126</c:v>
                </c:pt>
                <c:pt idx="465">
                  <c:v>6.2662002044401648</c:v>
                </c:pt>
                <c:pt idx="466">
                  <c:v>6.2800780357100905</c:v>
                </c:pt>
                <c:pt idx="467">
                  <c:v>6.2946746391175026</c:v>
                </c:pt>
                <c:pt idx="468">
                  <c:v>6.3113906988277586</c:v>
                </c:pt>
                <c:pt idx="469">
                  <c:v>6.3235361049457941</c:v>
                </c:pt>
                <c:pt idx="470">
                  <c:v>6.3599907533547091</c:v>
                </c:pt>
                <c:pt idx="471">
                  <c:v>6.365446049577681</c:v>
                </c:pt>
                <c:pt idx="472">
                  <c:v>6.3766146627909279</c:v>
                </c:pt>
                <c:pt idx="473">
                  <c:v>6.3931279918983028</c:v>
                </c:pt>
                <c:pt idx="474">
                  <c:v>6.4092727199095316</c:v>
                </c:pt>
                <c:pt idx="475">
                  <c:v>6.4212522555343012</c:v>
                </c:pt>
                <c:pt idx="476">
                  <c:v>6.4348536359821162</c:v>
                </c:pt>
                <c:pt idx="477">
                  <c:v>6.4524727683779322</c:v>
                </c:pt>
                <c:pt idx="478">
                  <c:v>6.47200862647371</c:v>
                </c:pt>
                <c:pt idx="479">
                  <c:v>6.4846885041811593</c:v>
                </c:pt>
                <c:pt idx="480">
                  <c:v>6.5009438125212311</c:v>
                </c:pt>
                <c:pt idx="481">
                  <c:v>6.5211247225352666</c:v>
                </c:pt>
                <c:pt idx="482">
                  <c:v>6.5372694505464946</c:v>
                </c:pt>
                <c:pt idx="483">
                  <c:v>6.5458025659222923</c:v>
                </c:pt>
                <c:pt idx="484">
                  <c:v>6.5540776605307869</c:v>
                </c:pt>
                <c:pt idx="485">
                  <c:v>6.5686926939930066</c:v>
                </c:pt>
                <c:pt idx="486">
                  <c:v>6.5876387903349496</c:v>
                </c:pt>
                <c:pt idx="487">
                  <c:v>6.6072115085403427</c:v>
                </c:pt>
                <c:pt idx="488">
                  <c:v>6.626083884663057</c:v>
                </c:pt>
                <c:pt idx="489">
                  <c:v>6.637455228479185</c:v>
                </c:pt>
                <c:pt idx="490">
                  <c:v>6.6852443605946128</c:v>
                </c:pt>
                <c:pt idx="491">
                  <c:v>6.6769508359313106</c:v>
                </c:pt>
                <c:pt idx="492">
                  <c:v>6.6824982824283197</c:v>
                </c:pt>
                <c:pt idx="493">
                  <c:v>6.6971870361097681</c:v>
                </c:pt>
                <c:pt idx="494">
                  <c:v>6.7137925154911793</c:v>
                </c:pt>
                <c:pt idx="495">
                  <c:v>6.7298450932283709</c:v>
                </c:pt>
                <c:pt idx="496">
                  <c:v>6.7462478420069019</c:v>
                </c:pt>
                <c:pt idx="497">
                  <c:v>6.7589461497691579</c:v>
                </c:pt>
                <c:pt idx="498">
                  <c:v>6.7739666444371389</c:v>
                </c:pt>
                <c:pt idx="499">
                  <c:v>6.7873284341724585</c:v>
                </c:pt>
                <c:pt idx="500">
                  <c:v>6.8039154834990629</c:v>
                </c:pt>
                <c:pt idx="501">
                  <c:v>6.8214977557852636</c:v>
                </c:pt>
                <c:pt idx="502">
                  <c:v>6.8360206389734461</c:v>
                </c:pt>
                <c:pt idx="503">
                  <c:v>6.8515756052308392</c:v>
                </c:pt>
                <c:pt idx="504">
                  <c:v>6.8658588977065271</c:v>
                </c:pt>
                <c:pt idx="505">
                  <c:v>6.8780227338793702</c:v>
                </c:pt>
                <c:pt idx="506">
                  <c:v>6.8911449329021943</c:v>
                </c:pt>
                <c:pt idx="507">
                  <c:v>6.906773619378817</c:v>
                </c:pt>
                <c:pt idx="508">
                  <c:v>6.9199695386208715</c:v>
                </c:pt>
                <c:pt idx="509">
                  <c:v>6.9346582923023199</c:v>
                </c:pt>
                <c:pt idx="510">
                  <c:v>6.9914412911637287</c:v>
                </c:pt>
                <c:pt idx="511">
                  <c:v>6.9848433315427014</c:v>
                </c:pt>
                <c:pt idx="512">
                  <c:v>6.9915150113829583</c:v>
                </c:pt>
                <c:pt idx="513">
                  <c:v>7.0004904480741317</c:v>
                </c:pt>
                <c:pt idx="514">
                  <c:v>7.0133730563844612</c:v>
                </c:pt>
                <c:pt idx="515">
                  <c:v>7.0295546445053043</c:v>
                </c:pt>
                <c:pt idx="516">
                  <c:v>7.0476529583261103</c:v>
                </c:pt>
                <c:pt idx="517">
                  <c:v>7.0600748152662565</c:v>
                </c:pt>
                <c:pt idx="518">
                  <c:v>7.0719069104525669</c:v>
                </c:pt>
                <c:pt idx="519">
                  <c:v>7.0846973684888601</c:v>
                </c:pt>
                <c:pt idx="520">
                  <c:v>7.0997362932116479</c:v>
                </c:pt>
                <c:pt idx="521">
                  <c:v>7.1201199338285637</c:v>
                </c:pt>
                <c:pt idx="522">
                  <c:v>7.1348455476196273</c:v>
                </c:pt>
                <c:pt idx="523">
                  <c:v>7.1521329390289106</c:v>
                </c:pt>
                <c:pt idx="524">
                  <c:v>7.1675588949026521</c:v>
                </c:pt>
                <c:pt idx="525">
                  <c:v>7.1780455960880278</c:v>
                </c:pt>
                <c:pt idx="526">
                  <c:v>7.1938954432223383</c:v>
                </c:pt>
                <c:pt idx="527">
                  <c:v>7.2037370924894573</c:v>
                </c:pt>
                <c:pt idx="528">
                  <c:v>7.2179098046363004</c:v>
                </c:pt>
                <c:pt idx="529">
                  <c:v>7.2369849113618949</c:v>
                </c:pt>
                <c:pt idx="530">
                  <c:v>7.2460156382174912</c:v>
                </c:pt>
                <c:pt idx="531">
                  <c:v>7.2872805309311213</c:v>
                </c:pt>
                <c:pt idx="532">
                  <c:v>7.2907085211252856</c:v>
                </c:pt>
                <c:pt idx="533">
                  <c:v>7.3011215020914317</c:v>
                </c:pt>
                <c:pt idx="534">
                  <c:v>7.3140225404565689</c:v>
                </c:pt>
                <c:pt idx="535">
                  <c:v>7.3240300602169528</c:v>
                </c:pt>
                <c:pt idx="536">
                  <c:v>7.3411515811329702</c:v>
                </c:pt>
                <c:pt idx="537">
                  <c:v>7.3531311167577398</c:v>
                </c:pt>
                <c:pt idx="538">
                  <c:v>7.3714874513458488</c:v>
                </c:pt>
                <c:pt idx="539">
                  <c:v>7.3849045312455912</c:v>
                </c:pt>
                <c:pt idx="540">
                  <c:v>7.3994827045981957</c:v>
                </c:pt>
                <c:pt idx="541">
                  <c:v>7.4098219653451123</c:v>
                </c:pt>
                <c:pt idx="542">
                  <c:v>7.4247134496294418</c:v>
                </c:pt>
                <c:pt idx="543">
                  <c:v>7.4404527164349084</c:v>
                </c:pt>
                <c:pt idx="544">
                  <c:v>7.4567817449942098</c:v>
                </c:pt>
                <c:pt idx="545">
                  <c:v>7.4782527588447589</c:v>
                </c:pt>
                <c:pt idx="546">
                  <c:v>7.4946739376780975</c:v>
                </c:pt>
                <c:pt idx="547">
                  <c:v>7.5057135405076929</c:v>
                </c:pt>
                <c:pt idx="548">
                  <c:v>7.5197941023804988</c:v>
                </c:pt>
                <c:pt idx="549">
                  <c:v>7.5349067473225162</c:v>
                </c:pt>
                <c:pt idx="550">
                  <c:v>7.5437163135204237</c:v>
                </c:pt>
                <c:pt idx="551">
                  <c:v>7.5617593371768077</c:v>
                </c:pt>
                <c:pt idx="552">
                  <c:v>7.5782358061745683</c:v>
                </c:pt>
                <c:pt idx="553">
                  <c:v>7.5909894041012462</c:v>
                </c:pt>
                <c:pt idx="554">
                  <c:v>7.6083320856749515</c:v>
                </c:pt>
                <c:pt idx="555">
                  <c:v>7.6220993366160332</c:v>
                </c:pt>
                <c:pt idx="556">
                  <c:v>7.6422802466300688</c:v>
                </c:pt>
                <c:pt idx="557">
                  <c:v>7.6550522746115535</c:v>
                </c:pt>
                <c:pt idx="558">
                  <c:v>7.6727082671169837</c:v>
                </c:pt>
                <c:pt idx="559">
                  <c:v>7.6851669841667443</c:v>
                </c:pt>
                <c:pt idx="560">
                  <c:v>7.6983076132443768</c:v>
                </c:pt>
                <c:pt idx="561">
                  <c:v>7.7094946565124305</c:v>
                </c:pt>
                <c:pt idx="562">
                  <c:v>7.7232434773987046</c:v>
                </c:pt>
                <c:pt idx="563">
                  <c:v>7.7378953709705387</c:v>
                </c:pt>
                <c:pt idx="564">
                  <c:v>7.7543165498038773</c:v>
                </c:pt>
                <c:pt idx="565">
                  <c:v>7.7716592313775825</c:v>
                </c:pt>
                <c:pt idx="566">
                  <c:v>7.7880619801561135</c:v>
                </c:pt>
                <c:pt idx="567">
                  <c:v>7.8000230857260755</c:v>
                </c:pt>
                <c:pt idx="568">
                  <c:v>7.8187848815199459</c:v>
                </c:pt>
                <c:pt idx="569">
                  <c:v>7.8389842215887882</c:v>
                </c:pt>
                <c:pt idx="570">
                  <c:v>7.8532306539548609</c:v>
                </c:pt>
                <c:pt idx="571">
                  <c:v>7.9092211604595546</c:v>
                </c:pt>
                <c:pt idx="572">
                  <c:v>7.8992689308635917</c:v>
                </c:pt>
                <c:pt idx="573">
                  <c:v>7.8998955527270409</c:v>
                </c:pt>
                <c:pt idx="574">
                  <c:v>7.9080047768422697</c:v>
                </c:pt>
                <c:pt idx="575">
                  <c:v>7.9185836283016817</c:v>
                </c:pt>
                <c:pt idx="576">
                  <c:v>7.935815729546543</c:v>
                </c:pt>
                <c:pt idx="577">
                  <c:v>7.9488273482405241</c:v>
                </c:pt>
                <c:pt idx="578">
                  <c:v>7.9666307811844126</c:v>
                </c:pt>
                <c:pt idx="579">
                  <c:v>7.9831625403465951</c:v>
                </c:pt>
                <c:pt idx="580">
                  <c:v>7.9984779158914927</c:v>
                </c:pt>
                <c:pt idx="581">
                  <c:v>8.0154519963690518</c:v>
                </c:pt>
                <c:pt idx="582">
                  <c:v>8.031375563722591</c:v>
                </c:pt>
                <c:pt idx="583">
                  <c:v>8.0433735294021691</c:v>
                </c:pt>
                <c:pt idx="584">
                  <c:v>8.0565694486442236</c:v>
                </c:pt>
                <c:pt idx="585">
                  <c:v>8.0745203220265704</c:v>
                </c:pt>
                <c:pt idx="586">
                  <c:v>8.0916602729973945</c:v>
                </c:pt>
                <c:pt idx="587">
                  <c:v>8.1060725758567322</c:v>
                </c:pt>
                <c:pt idx="588">
                  <c:v>8.1213510912920164</c:v>
                </c:pt>
                <c:pt idx="589">
                  <c:v>8.1302159476543459</c:v>
                </c:pt>
                <c:pt idx="590">
                  <c:v>8.1461210849530783</c:v>
                </c:pt>
                <c:pt idx="591">
                  <c:v>8.152424163697189</c:v>
                </c:pt>
                <c:pt idx="592">
                  <c:v>8.2026460630471849</c:v>
                </c:pt>
                <c:pt idx="593">
                  <c:v>8.2049129597884871</c:v>
                </c:pt>
                <c:pt idx="594">
                  <c:v>8.2140358369181197</c:v>
                </c:pt>
                <c:pt idx="595">
                  <c:v>8.2324106015610354</c:v>
                </c:pt>
                <c:pt idx="596">
                  <c:v>8.2470993552424847</c:v>
                </c:pt>
                <c:pt idx="597">
                  <c:v>8.2638338450075484</c:v>
                </c:pt>
                <c:pt idx="598">
                  <c:v>8.2759792511255839</c:v>
                </c:pt>
                <c:pt idx="599">
                  <c:v>8.2853232889129043</c:v>
                </c:pt>
                <c:pt idx="600">
                  <c:v>8.3014864469789398</c:v>
                </c:pt>
                <c:pt idx="601">
                  <c:v>8.324284424775616</c:v>
                </c:pt>
                <c:pt idx="602">
                  <c:v>8.3417745467877804</c:v>
                </c:pt>
                <c:pt idx="603">
                  <c:v>8.3570530622230645</c:v>
                </c:pt>
                <c:pt idx="604">
                  <c:v>8.3664523901748069</c:v>
                </c:pt>
                <c:pt idx="605">
                  <c:v>8.3848640149273379</c:v>
                </c:pt>
                <c:pt idx="606">
                  <c:v>8.4018012352952809</c:v>
                </c:pt>
                <c:pt idx="607">
                  <c:v>8.4129698485085278</c:v>
                </c:pt>
                <c:pt idx="608">
                  <c:v>8.4294463175062884</c:v>
                </c:pt>
                <c:pt idx="609">
                  <c:v>8.444706402886764</c:v>
                </c:pt>
                <c:pt idx="610">
                  <c:v>8.4585473740470754</c:v>
                </c:pt>
                <c:pt idx="611">
                  <c:v>8.4706927801651108</c:v>
                </c:pt>
                <c:pt idx="612">
                  <c:v>8.4737890293727443</c:v>
                </c:pt>
                <c:pt idx="613">
                  <c:v>8.4990197744039904</c:v>
                </c:pt>
                <c:pt idx="614">
                  <c:v>8.5183160417872728</c:v>
                </c:pt>
                <c:pt idx="615">
                  <c:v>8.5332075260716014</c:v>
                </c:pt>
                <c:pt idx="616">
                  <c:v>8.5513795601116378</c:v>
                </c:pt>
                <c:pt idx="617">
                  <c:v>8.5698280449737823</c:v>
                </c:pt>
                <c:pt idx="618">
                  <c:v>8.5787481915005355</c:v>
                </c:pt>
                <c:pt idx="619">
                  <c:v>8.5940451369906246</c:v>
                </c:pt>
                <c:pt idx="620">
                  <c:v>8.6130465234969904</c:v>
                </c:pt>
                <c:pt idx="621">
                  <c:v>8.6307946662764579</c:v>
                </c:pt>
                <c:pt idx="622">
                  <c:v>8.6509755762904934</c:v>
                </c:pt>
                <c:pt idx="623">
                  <c:v>8.6652957288757939</c:v>
                </c:pt>
                <c:pt idx="624">
                  <c:v>8.6786759486659228</c:v>
                </c:pt>
                <c:pt idx="625">
                  <c:v>8.6906186241810772</c:v>
                </c:pt>
                <c:pt idx="626">
                  <c:v>8.7102834926605066</c:v>
                </c:pt>
                <c:pt idx="627">
                  <c:v>8.7317360764562491</c:v>
                </c:pt>
                <c:pt idx="628">
                  <c:v>8.7474384831521004</c:v>
                </c:pt>
                <c:pt idx="629">
                  <c:v>8.7612241641479898</c:v>
                </c:pt>
                <c:pt idx="630">
                  <c:v>8.7735723008689064</c:v>
                </c:pt>
                <c:pt idx="631">
                  <c:v>8.7860125878638602</c:v>
                </c:pt>
                <c:pt idx="632">
                  <c:v>8.8289177554553433</c:v>
                </c:pt>
                <c:pt idx="633">
                  <c:v>8.824973723726572</c:v>
                </c:pt>
                <c:pt idx="634">
                  <c:v>8.8329723675129568</c:v>
                </c:pt>
                <c:pt idx="635">
                  <c:v>8.8460761364809741</c:v>
                </c:pt>
                <c:pt idx="636">
                  <c:v>8.8610782010941485</c:v>
                </c:pt>
                <c:pt idx="637">
                  <c:v>8.8768911881188437</c:v>
                </c:pt>
                <c:pt idx="638">
                  <c:v>8.895284382816568</c:v>
                </c:pt>
                <c:pt idx="639">
                  <c:v>8.9088120430451543</c:v>
                </c:pt>
                <c:pt idx="640">
                  <c:v>8.926504895660198</c:v>
                </c:pt>
                <c:pt idx="641">
                  <c:v>8.9429813646579586</c:v>
                </c:pt>
                <c:pt idx="642">
                  <c:v>8.9557533926394441</c:v>
                </c:pt>
                <c:pt idx="643">
                  <c:v>8.9749206496390759</c:v>
                </c:pt>
                <c:pt idx="644">
                  <c:v>8.9947882487213864</c:v>
                </c:pt>
                <c:pt idx="645">
                  <c:v>9.0070258051134591</c:v>
                </c:pt>
                <c:pt idx="646">
                  <c:v>9.0217514189045218</c:v>
                </c:pt>
                <c:pt idx="647">
                  <c:v>9.0396285720676399</c:v>
                </c:pt>
                <c:pt idx="648">
                  <c:v>9.058353507751896</c:v>
                </c:pt>
                <c:pt idx="649">
                  <c:v>9.0688954991016928</c:v>
                </c:pt>
                <c:pt idx="650">
                  <c:v>9.0837685533312147</c:v>
                </c:pt>
                <c:pt idx="651">
                  <c:v>9.1004846130414698</c:v>
                </c:pt>
                <c:pt idx="652">
                  <c:v>9.1064559507990488</c:v>
                </c:pt>
                <c:pt idx="653">
                  <c:v>9.1360914789292487</c:v>
                </c:pt>
                <c:pt idx="654">
                  <c:v>9.1507433725010809</c:v>
                </c:pt>
                <c:pt idx="655">
                  <c:v>9.1666485097998152</c:v>
                </c:pt>
                <c:pt idx="656">
                  <c:v>9.183862180989868</c:v>
                </c:pt>
                <c:pt idx="657">
                  <c:v>9.2004123702068572</c:v>
                </c:pt>
                <c:pt idx="658">
                  <c:v>9.2187134146305443</c:v>
                </c:pt>
                <c:pt idx="659">
                  <c:v>9.2330519972706533</c:v>
                </c:pt>
                <c:pt idx="660">
                  <c:v>9.2513714717491489</c:v>
                </c:pt>
                <c:pt idx="661">
                  <c:v>9.2661155155950183</c:v>
                </c:pt>
                <c:pt idx="662">
                  <c:v>9.2797537561524486</c:v>
                </c:pt>
                <c:pt idx="663">
                  <c:v>9.2930233956137318</c:v>
                </c:pt>
                <c:pt idx="664">
                  <c:v>9.310476657516281</c:v>
                </c:pt>
                <c:pt idx="665">
                  <c:v>9.325552442348684</c:v>
                </c:pt>
                <c:pt idx="666">
                  <c:v>9.340941538112812</c:v>
                </c:pt>
                <c:pt idx="667">
                  <c:v>9.3558883125615626</c:v>
                </c:pt>
                <c:pt idx="668">
                  <c:v>9.3765299739457806</c:v>
                </c:pt>
                <c:pt idx="669">
                  <c:v>9.3958999615482934</c:v>
                </c:pt>
                <c:pt idx="670">
                  <c:v>9.412800321806623</c:v>
                </c:pt>
                <c:pt idx="671">
                  <c:v>9.4305484645860904</c:v>
                </c:pt>
                <c:pt idx="672">
                  <c:v>9.4392290204003455</c:v>
                </c:pt>
                <c:pt idx="673">
                  <c:v>9.4862440902138658</c:v>
                </c:pt>
                <c:pt idx="674">
                  <c:v>9.4879765153657551</c:v>
                </c:pt>
                <c:pt idx="675">
                  <c:v>9.4963253301934802</c:v>
                </c:pt>
                <c:pt idx="676">
                  <c:v>9.5115485554643406</c:v>
                </c:pt>
                <c:pt idx="677">
                  <c:v>9.5280618845717164</c:v>
                </c:pt>
                <c:pt idx="678">
                  <c:v>9.5407417622791648</c:v>
                </c:pt>
                <c:pt idx="679">
                  <c:v>9.560314480484557</c:v>
                </c:pt>
                <c:pt idx="680">
                  <c:v>9.566875579995969</c:v>
                </c:pt>
                <c:pt idx="681">
                  <c:v>9.5793711571553448</c:v>
                </c:pt>
                <c:pt idx="682">
                  <c:v>9.6009343212799312</c:v>
                </c:pt>
                <c:pt idx="683">
                  <c:v>9.6217049930478016</c:v>
                </c:pt>
                <c:pt idx="684">
                  <c:v>9.6340899898783317</c:v>
                </c:pt>
                <c:pt idx="685">
                  <c:v>9.6502347178895604</c:v>
                </c:pt>
                <c:pt idx="686">
                  <c:v>9.6714108508631913</c:v>
                </c:pt>
                <c:pt idx="687">
                  <c:v>9.6888088226013185</c:v>
                </c:pt>
                <c:pt idx="688">
                  <c:v>9.6981712904434474</c:v>
                </c:pt>
                <c:pt idx="689">
                  <c:v>9.7093951938211163</c:v>
                </c:pt>
                <c:pt idx="690">
                  <c:v>9.7268484557236654</c:v>
                </c:pt>
                <c:pt idx="691">
                  <c:v>9.7453706608050403</c:v>
                </c:pt>
                <c:pt idx="692">
                  <c:v>9.761257368048966</c:v>
                </c:pt>
                <c:pt idx="693">
                  <c:v>9.7886075693830552</c:v>
                </c:pt>
                <c:pt idx="694">
                  <c:v>9.8019877891731824</c:v>
                </c:pt>
                <c:pt idx="695">
                  <c:v>9.8163448018680999</c:v>
                </c:pt>
                <c:pt idx="696">
                  <c:v>9.8339455042091064</c:v>
                </c:pt>
                <c:pt idx="697">
                  <c:v>9.8529100306058588</c:v>
                </c:pt>
                <c:pt idx="698">
                  <c:v>9.8653687476556193</c:v>
                </c:pt>
                <c:pt idx="699">
                  <c:v>9.8835776418052692</c:v>
                </c:pt>
                <c:pt idx="700">
                  <c:v>9.9031503600106614</c:v>
                </c:pt>
                <c:pt idx="701">
                  <c:v>9.9195346787343848</c:v>
                </c:pt>
                <c:pt idx="702">
                  <c:v>9.9299845198101462</c:v>
                </c:pt>
                <c:pt idx="703">
                  <c:v>9.9438254909704575</c:v>
                </c:pt>
                <c:pt idx="704">
                  <c:v>9.9601729495845657</c:v>
                </c:pt>
                <c:pt idx="705">
                  <c:v>9.9771654601169324</c:v>
                </c:pt>
                <c:pt idx="706">
                  <c:v>9.9933654782925814</c:v>
                </c:pt>
                <c:pt idx="707">
                  <c:v>10.013914989402764</c:v>
                </c:pt>
                <c:pt idx="708">
                  <c:v>10.032345044210102</c:v>
                </c:pt>
                <c:pt idx="709">
                  <c:v>10.05001946677034</c:v>
                </c:pt>
                <c:pt idx="710">
                  <c:v>10.065058391493128</c:v>
                </c:pt>
                <c:pt idx="711">
                  <c:v>10.077646118926539</c:v>
                </c:pt>
                <c:pt idx="712">
                  <c:v>10.09141336986762</c:v>
                </c:pt>
                <c:pt idx="713">
                  <c:v>10.127444127015968</c:v>
                </c:pt>
                <c:pt idx="714">
                  <c:v>10.131848910114922</c:v>
                </c:pt>
                <c:pt idx="715">
                  <c:v>10.14272264245125</c:v>
                </c:pt>
                <c:pt idx="716">
                  <c:v>10.157466686297122</c:v>
                </c:pt>
                <c:pt idx="717">
                  <c:v>10.173040082609322</c:v>
                </c:pt>
                <c:pt idx="718">
                  <c:v>10.19237321010222</c:v>
                </c:pt>
                <c:pt idx="719">
                  <c:v>10.211337736498971</c:v>
                </c:pt>
                <c:pt idx="720">
                  <c:v>10.224459935521795</c:v>
                </c:pt>
                <c:pt idx="721">
                  <c:v>10.24152616627339</c:v>
                </c:pt>
                <c:pt idx="722">
                  <c:v>10.252639489322215</c:v>
                </c:pt>
                <c:pt idx="723">
                  <c:v>10.268194455579609</c:v>
                </c:pt>
                <c:pt idx="724">
                  <c:v>10.290955573266672</c:v>
                </c:pt>
                <c:pt idx="725">
                  <c:v>10.307174021497129</c:v>
                </c:pt>
                <c:pt idx="726">
                  <c:v>10.325991107455421</c:v>
                </c:pt>
                <c:pt idx="727">
                  <c:v>10.344881913632943</c:v>
                </c:pt>
                <c:pt idx="728">
                  <c:v>10.361855994110501</c:v>
                </c:pt>
                <c:pt idx="729">
                  <c:v>10.376213006805418</c:v>
                </c:pt>
                <c:pt idx="730">
                  <c:v>10.392836916241636</c:v>
                </c:pt>
                <c:pt idx="731">
                  <c:v>10.406327716360607</c:v>
                </c:pt>
                <c:pt idx="732">
                  <c:v>10.419615785876699</c:v>
                </c:pt>
                <c:pt idx="733">
                  <c:v>10.426619206703487</c:v>
                </c:pt>
                <c:pt idx="734">
                  <c:v>10.460217196617265</c:v>
                </c:pt>
                <c:pt idx="735">
                  <c:v>10.470759187967062</c:v>
                </c:pt>
                <c:pt idx="736">
                  <c:v>10.491585149899354</c:v>
                </c:pt>
                <c:pt idx="737">
                  <c:v>10.51161861947493</c:v>
                </c:pt>
                <c:pt idx="738">
                  <c:v>10.528482119623645</c:v>
                </c:pt>
                <c:pt idx="739">
                  <c:v>10.544350396812764</c:v>
                </c:pt>
                <c:pt idx="740">
                  <c:v>10.557159284903864</c:v>
                </c:pt>
                <c:pt idx="741">
                  <c:v>10.570742235296871</c:v>
                </c:pt>
                <c:pt idx="742">
                  <c:v>10.585578429416779</c:v>
                </c:pt>
                <c:pt idx="743">
                  <c:v>10.602368209346263</c:v>
                </c:pt>
                <c:pt idx="744">
                  <c:v>10.623802363087199</c:v>
                </c:pt>
                <c:pt idx="745">
                  <c:v>10.633865173012005</c:v>
                </c:pt>
                <c:pt idx="746">
                  <c:v>10.647577133788664</c:v>
                </c:pt>
                <c:pt idx="747">
                  <c:v>10.664311623553727</c:v>
                </c:pt>
                <c:pt idx="748">
                  <c:v>10.69074032214745</c:v>
                </c:pt>
                <c:pt idx="749">
                  <c:v>10.705300065445249</c:v>
                </c:pt>
                <c:pt idx="750">
                  <c:v>10.722513736635301</c:v>
                </c:pt>
                <c:pt idx="751">
                  <c:v>10.741035941716676</c:v>
                </c:pt>
                <c:pt idx="752">
                  <c:v>10.759539716743244</c:v>
                </c:pt>
                <c:pt idx="753">
                  <c:v>10.773362257848747</c:v>
                </c:pt>
                <c:pt idx="754">
                  <c:v>10.813595067493166</c:v>
                </c:pt>
                <c:pt idx="755">
                  <c:v>10.812784145081643</c:v>
                </c:pt>
                <c:pt idx="756">
                  <c:v>10.824911121144872</c:v>
                </c:pt>
                <c:pt idx="757">
                  <c:v>10.842309092882999</c:v>
                </c:pt>
                <c:pt idx="758">
                  <c:v>10.858693411606723</c:v>
                </c:pt>
                <c:pt idx="759">
                  <c:v>10.873437455452594</c:v>
                </c:pt>
                <c:pt idx="760">
                  <c:v>10.881178078471676</c:v>
                </c:pt>
                <c:pt idx="761">
                  <c:v>10.896567174235804</c:v>
                </c:pt>
                <c:pt idx="762">
                  <c:v>10.922848432391067</c:v>
                </c:pt>
                <c:pt idx="763">
                  <c:v>10.943195212898368</c:v>
                </c:pt>
                <c:pt idx="764">
                  <c:v>10.955322188961597</c:v>
                </c:pt>
                <c:pt idx="765">
                  <c:v>10.973402072727596</c:v>
                </c:pt>
                <c:pt idx="766">
                  <c:v>10.995075817181025</c:v>
                </c:pt>
                <c:pt idx="767">
                  <c:v>11.011920887274933</c:v>
                </c:pt>
                <c:pt idx="768">
                  <c:v>11.026978242052527</c:v>
                </c:pt>
                <c:pt idx="769">
                  <c:v>11.044578944393535</c:v>
                </c:pt>
                <c:pt idx="770">
                  <c:v>11.062714118323957</c:v>
                </c:pt>
                <c:pt idx="771">
                  <c:v>11.079577618472671</c:v>
                </c:pt>
                <c:pt idx="772">
                  <c:v>11.096238388018504</c:v>
                </c:pt>
                <c:pt idx="773">
                  <c:v>11.11337833898933</c:v>
                </c:pt>
                <c:pt idx="774">
                  <c:v>11.142147654543583</c:v>
                </c:pt>
                <c:pt idx="775">
                  <c:v>11.148377013068464</c:v>
                </c:pt>
                <c:pt idx="776">
                  <c:v>11.163010476585491</c:v>
                </c:pt>
                <c:pt idx="777">
                  <c:v>11.173478747716059</c:v>
                </c:pt>
                <c:pt idx="778">
                  <c:v>11.195521093265635</c:v>
                </c:pt>
                <c:pt idx="779">
                  <c:v>11.213398246428753</c:v>
                </c:pt>
                <c:pt idx="780">
                  <c:v>11.233652876662019</c:v>
                </c:pt>
                <c:pt idx="781">
                  <c:v>11.249852894837668</c:v>
                </c:pt>
                <c:pt idx="782">
                  <c:v>11.261924580736475</c:v>
                </c:pt>
                <c:pt idx="783">
                  <c:v>11.283837915902399</c:v>
                </c:pt>
                <c:pt idx="784">
                  <c:v>11.299356022050178</c:v>
                </c:pt>
                <c:pt idx="785">
                  <c:v>11.314929418362379</c:v>
                </c:pt>
                <c:pt idx="786">
                  <c:v>11.333009302128378</c:v>
                </c:pt>
                <c:pt idx="787">
                  <c:v>11.348250957454047</c:v>
                </c:pt>
                <c:pt idx="788">
                  <c:v>11.361926058121092</c:v>
                </c:pt>
                <c:pt idx="789">
                  <c:v>11.38166464681975</c:v>
                </c:pt>
                <c:pt idx="790">
                  <c:v>11.402914500012612</c:v>
                </c:pt>
                <c:pt idx="791">
                  <c:v>11.422708378875694</c:v>
                </c:pt>
                <c:pt idx="792">
                  <c:v>11.436678360419656</c:v>
                </c:pt>
                <c:pt idx="793">
                  <c:v>11.450777352347268</c:v>
                </c:pt>
                <c:pt idx="794">
                  <c:v>11.457356881913489</c:v>
                </c:pt>
                <c:pt idx="795">
                  <c:v>11.504648402549119</c:v>
                </c:pt>
                <c:pt idx="796">
                  <c:v>11.509661377456714</c:v>
                </c:pt>
                <c:pt idx="797">
                  <c:v>11.523483918562217</c:v>
                </c:pt>
                <c:pt idx="798">
                  <c:v>11.53793308153117</c:v>
                </c:pt>
                <c:pt idx="799">
                  <c:v>11.553285317185683</c:v>
                </c:pt>
                <c:pt idx="800">
                  <c:v>11.571789092212251</c:v>
                </c:pt>
                <c:pt idx="801">
                  <c:v>11.586938597263883</c:v>
                </c:pt>
                <c:pt idx="802">
                  <c:v>11.605681963002946</c:v>
                </c:pt>
                <c:pt idx="803">
                  <c:v>11.624535909070852</c:v>
                </c:pt>
                <c:pt idx="804">
                  <c:v>11.64241306223397</c:v>
                </c:pt>
                <c:pt idx="805">
                  <c:v>11.659239702273071</c:v>
                </c:pt>
                <c:pt idx="806">
                  <c:v>11.676011052147748</c:v>
                </c:pt>
                <c:pt idx="807">
                  <c:v>11.694312096571435</c:v>
                </c:pt>
                <c:pt idx="808">
                  <c:v>11.711452047542259</c:v>
                </c:pt>
                <c:pt idx="809">
                  <c:v>11.731356506734185</c:v>
                </c:pt>
                <c:pt idx="810">
                  <c:v>11.748551747869431</c:v>
                </c:pt>
                <c:pt idx="811">
                  <c:v>11.763056201002806</c:v>
                </c:pt>
                <c:pt idx="812">
                  <c:v>11.783329261290879</c:v>
                </c:pt>
                <c:pt idx="813">
                  <c:v>11.801335424837648</c:v>
                </c:pt>
                <c:pt idx="814">
                  <c:v>11.814697214572968</c:v>
                </c:pt>
                <c:pt idx="815">
                  <c:v>11.85034094057036</c:v>
                </c:pt>
                <c:pt idx="816">
                  <c:v>11.860956652139386</c:v>
                </c:pt>
                <c:pt idx="817">
                  <c:v>11.872788747325698</c:v>
                </c:pt>
                <c:pt idx="818">
                  <c:v>11.887072039801385</c:v>
                </c:pt>
                <c:pt idx="819">
                  <c:v>11.904322571101053</c:v>
                </c:pt>
                <c:pt idx="820">
                  <c:v>11.92498266254008</c:v>
                </c:pt>
                <c:pt idx="821">
                  <c:v>11.940961520058041</c:v>
                </c:pt>
                <c:pt idx="822">
                  <c:v>11.954599760615471</c:v>
                </c:pt>
                <c:pt idx="823">
                  <c:v>11.968477591885398</c:v>
                </c:pt>
                <c:pt idx="824">
                  <c:v>11.987976589871561</c:v>
                </c:pt>
                <c:pt idx="825">
                  <c:v>12.002978654484734</c:v>
                </c:pt>
                <c:pt idx="826">
                  <c:v>12.013281055122036</c:v>
                </c:pt>
                <c:pt idx="827">
                  <c:v>12.034494048205282</c:v>
                </c:pt>
                <c:pt idx="828">
                  <c:v>12.056775984467354</c:v>
                </c:pt>
                <c:pt idx="829">
                  <c:v>12.074560987356437</c:v>
                </c:pt>
                <c:pt idx="830">
                  <c:v>12.089876362901334</c:v>
                </c:pt>
                <c:pt idx="831">
                  <c:v>12.105965800748141</c:v>
                </c:pt>
                <c:pt idx="832">
                  <c:v>12.124690736432395</c:v>
                </c:pt>
                <c:pt idx="833">
                  <c:v>12.13891873874366</c:v>
                </c:pt>
                <c:pt idx="834">
                  <c:v>12.15526619735777</c:v>
                </c:pt>
                <c:pt idx="835">
                  <c:v>12.192494908068593</c:v>
                </c:pt>
                <c:pt idx="836">
                  <c:v>12.201267614156885</c:v>
                </c:pt>
                <c:pt idx="837">
                  <c:v>12.21896046677193</c:v>
                </c:pt>
                <c:pt idx="838">
                  <c:v>12.232893588206277</c:v>
                </c:pt>
                <c:pt idx="839">
                  <c:v>12.249535927697304</c:v>
                </c:pt>
                <c:pt idx="840">
                  <c:v>12.265735945872954</c:v>
                </c:pt>
                <c:pt idx="841">
                  <c:v>12.286285456983137</c:v>
                </c:pt>
                <c:pt idx="842">
                  <c:v>12.302448615049173</c:v>
                </c:pt>
                <c:pt idx="843">
                  <c:v>12.315386513523924</c:v>
                </c:pt>
                <c:pt idx="844">
                  <c:v>12.333982438824528</c:v>
                </c:pt>
                <c:pt idx="845">
                  <c:v>12.350938089247279</c:v>
                </c:pt>
                <c:pt idx="846">
                  <c:v>12.369515584493076</c:v>
                </c:pt>
                <c:pt idx="847">
                  <c:v>12.386618675354285</c:v>
                </c:pt>
                <c:pt idx="848">
                  <c:v>12.400901967829972</c:v>
                </c:pt>
                <c:pt idx="849">
                  <c:v>12.420529976199788</c:v>
                </c:pt>
                <c:pt idx="850">
                  <c:v>12.437227605855236</c:v>
                </c:pt>
                <c:pt idx="851">
                  <c:v>12.452598271564556</c:v>
                </c:pt>
                <c:pt idx="852">
                  <c:v>12.473166212729545</c:v>
                </c:pt>
                <c:pt idx="853">
                  <c:v>12.492351899783985</c:v>
                </c:pt>
                <c:pt idx="854">
                  <c:v>12.51017376278268</c:v>
                </c:pt>
                <c:pt idx="855">
                  <c:v>12.568928777508475</c:v>
                </c:pt>
                <c:pt idx="856">
                  <c:v>12.558478936432714</c:v>
                </c:pt>
                <c:pt idx="857">
                  <c:v>12.560432522242291</c:v>
                </c:pt>
                <c:pt idx="858">
                  <c:v>12.576042778664107</c:v>
                </c:pt>
                <c:pt idx="859">
                  <c:v>12.596500139500252</c:v>
                </c:pt>
                <c:pt idx="860">
                  <c:v>12.612349986634563</c:v>
                </c:pt>
                <c:pt idx="861">
                  <c:v>12.624089931546838</c:v>
                </c:pt>
                <c:pt idx="862">
                  <c:v>12.638944555721553</c:v>
                </c:pt>
                <c:pt idx="863">
                  <c:v>12.658572564091367</c:v>
                </c:pt>
                <c:pt idx="864">
                  <c:v>12.677500230378504</c:v>
                </c:pt>
                <c:pt idx="865">
                  <c:v>12.698731653516557</c:v>
                </c:pt>
                <c:pt idx="866">
                  <c:v>12.716387646021987</c:v>
                </c:pt>
                <c:pt idx="867">
                  <c:v>12.734559680062022</c:v>
                </c:pt>
                <c:pt idx="868">
                  <c:v>12.752694853992443</c:v>
                </c:pt>
                <c:pt idx="869">
                  <c:v>12.766627975426792</c:v>
                </c:pt>
                <c:pt idx="870">
                  <c:v>12.77785187880446</c:v>
                </c:pt>
                <c:pt idx="871">
                  <c:v>12.799857364244422</c:v>
                </c:pt>
                <c:pt idx="872">
                  <c:v>12.822729062260327</c:v>
                </c:pt>
                <c:pt idx="873">
                  <c:v>12.836477883146603</c:v>
                </c:pt>
                <c:pt idx="874">
                  <c:v>12.852309300226105</c:v>
                </c:pt>
                <c:pt idx="875">
                  <c:v>12.861524327629775</c:v>
                </c:pt>
                <c:pt idx="876">
                  <c:v>12.898863618669441</c:v>
                </c:pt>
                <c:pt idx="877">
                  <c:v>12.910234962485569</c:v>
                </c:pt>
                <c:pt idx="878">
                  <c:v>12.927927815100615</c:v>
                </c:pt>
                <c:pt idx="879">
                  <c:v>12.943390631083972</c:v>
                </c:pt>
                <c:pt idx="880">
                  <c:v>12.961433654740356</c:v>
                </c:pt>
                <c:pt idx="881">
                  <c:v>12.981743575138042</c:v>
                </c:pt>
                <c:pt idx="882">
                  <c:v>13.003896501016463</c:v>
                </c:pt>
                <c:pt idx="883">
                  <c:v>13.019082866177708</c:v>
                </c:pt>
                <c:pt idx="884">
                  <c:v>13.04005626854846</c:v>
                </c:pt>
                <c:pt idx="885">
                  <c:v>13.057859701492349</c:v>
                </c:pt>
                <c:pt idx="886">
                  <c:v>13.072013983584384</c:v>
                </c:pt>
                <c:pt idx="887">
                  <c:v>13.086039255292768</c:v>
                </c:pt>
                <c:pt idx="888">
                  <c:v>13.108597642376951</c:v>
                </c:pt>
                <c:pt idx="889">
                  <c:v>13.126769676416986</c:v>
                </c:pt>
                <c:pt idx="890">
                  <c:v>13.137551258479279</c:v>
                </c:pt>
                <c:pt idx="891">
                  <c:v>13.157179266849093</c:v>
                </c:pt>
                <c:pt idx="892">
                  <c:v>13.179018881795789</c:v>
                </c:pt>
                <c:pt idx="893">
                  <c:v>13.198130848630999</c:v>
                </c:pt>
                <c:pt idx="894">
                  <c:v>13.214017555874925</c:v>
                </c:pt>
                <c:pt idx="895">
                  <c:v>13.226494702979492</c:v>
                </c:pt>
                <c:pt idx="896">
                  <c:v>13.265861300047966</c:v>
                </c:pt>
                <c:pt idx="897">
                  <c:v>13.269897482050775</c:v>
                </c:pt>
                <c:pt idx="898">
                  <c:v>13.287627194775434</c:v>
                </c:pt>
                <c:pt idx="899">
                  <c:v>13.300343932592497</c:v>
                </c:pt>
                <c:pt idx="900">
                  <c:v>13.319216308715211</c:v>
                </c:pt>
                <c:pt idx="901">
                  <c:v>13.336135099028347</c:v>
                </c:pt>
                <c:pt idx="902">
                  <c:v>13.352611568026107</c:v>
                </c:pt>
                <c:pt idx="903">
                  <c:v>13.367650492748895</c:v>
                </c:pt>
                <c:pt idx="904">
                  <c:v>13.383131738787059</c:v>
                </c:pt>
                <c:pt idx="905">
                  <c:v>13.406114017131809</c:v>
                </c:pt>
                <c:pt idx="906">
                  <c:v>13.432229404793809</c:v>
                </c:pt>
                <c:pt idx="907">
                  <c:v>13.453976869466468</c:v>
                </c:pt>
                <c:pt idx="908">
                  <c:v>13.465882684872009</c:v>
                </c:pt>
                <c:pt idx="909">
                  <c:v>13.474894981672795</c:v>
                </c:pt>
                <c:pt idx="910">
                  <c:v>13.495591933221437</c:v>
                </c:pt>
                <c:pt idx="911">
                  <c:v>13.520048615950774</c:v>
                </c:pt>
                <c:pt idx="912">
                  <c:v>13.539842494813856</c:v>
                </c:pt>
                <c:pt idx="913">
                  <c:v>13.555471181290478</c:v>
                </c:pt>
                <c:pt idx="914">
                  <c:v>13.570159934971928</c:v>
                </c:pt>
                <c:pt idx="915">
                  <c:v>13.589677363012898</c:v>
                </c:pt>
                <c:pt idx="916">
                  <c:v>13.599095121019449</c:v>
                </c:pt>
                <c:pt idx="917">
                  <c:v>13.613968175248971</c:v>
                </c:pt>
                <c:pt idx="918">
                  <c:v>13.636434412059115</c:v>
                </c:pt>
                <c:pt idx="919">
                  <c:v>13.656818052676032</c:v>
                </c:pt>
                <c:pt idx="920">
                  <c:v>13.675579848469901</c:v>
                </c:pt>
                <c:pt idx="921">
                  <c:v>13.694175773770505</c:v>
                </c:pt>
                <c:pt idx="922">
                  <c:v>13.710467942220193</c:v>
                </c:pt>
                <c:pt idx="923">
                  <c:v>13.727018131437182</c:v>
                </c:pt>
                <c:pt idx="924">
                  <c:v>13.739255687829255</c:v>
                </c:pt>
                <c:pt idx="925">
                  <c:v>13.754497343154924</c:v>
                </c:pt>
                <c:pt idx="926">
                  <c:v>13.774383372292041</c:v>
                </c:pt>
                <c:pt idx="927">
                  <c:v>13.797144489979104</c:v>
                </c:pt>
                <c:pt idx="928">
                  <c:v>13.822983426818992</c:v>
                </c:pt>
                <c:pt idx="929">
                  <c:v>13.848380042343504</c:v>
                </c:pt>
                <c:pt idx="930">
                  <c:v>13.862552754490347</c:v>
                </c:pt>
                <c:pt idx="931">
                  <c:v>13.872173243099777</c:v>
                </c:pt>
                <c:pt idx="932">
                  <c:v>13.891064049277299</c:v>
                </c:pt>
                <c:pt idx="933">
                  <c:v>13.912111171867279</c:v>
                </c:pt>
                <c:pt idx="934">
                  <c:v>13.92532552116414</c:v>
                </c:pt>
                <c:pt idx="935">
                  <c:v>13.942520762299386</c:v>
                </c:pt>
                <c:pt idx="936">
                  <c:v>13.947773327919478</c:v>
                </c:pt>
                <c:pt idx="937">
                  <c:v>13.996981574255072</c:v>
                </c:pt>
                <c:pt idx="938">
                  <c:v>14.004316736068391</c:v>
                </c:pt>
                <c:pt idx="939">
                  <c:v>14.018968629640225</c:v>
                </c:pt>
                <c:pt idx="940">
                  <c:v>14.035463528692793</c:v>
                </c:pt>
                <c:pt idx="941">
                  <c:v>14.052621909718425</c:v>
                </c:pt>
                <c:pt idx="942">
                  <c:v>14.076931152009305</c:v>
                </c:pt>
                <c:pt idx="943">
                  <c:v>14.093057449965725</c:v>
                </c:pt>
                <c:pt idx="944">
                  <c:v>14.106714120577962</c:v>
                </c:pt>
                <c:pt idx="945">
                  <c:v>14.126931890701613</c:v>
                </c:pt>
                <c:pt idx="946">
                  <c:v>14.146154437865667</c:v>
                </c:pt>
                <c:pt idx="947">
                  <c:v>14.162759917247078</c:v>
                </c:pt>
                <c:pt idx="948">
                  <c:v>14.177798841969866</c:v>
                </c:pt>
                <c:pt idx="949">
                  <c:v>14.200080778231937</c:v>
                </c:pt>
                <c:pt idx="950">
                  <c:v>14.214548371255699</c:v>
                </c:pt>
                <c:pt idx="951">
                  <c:v>14.235577063790871</c:v>
                </c:pt>
                <c:pt idx="952">
                  <c:v>14.255481522982796</c:v>
                </c:pt>
                <c:pt idx="953">
                  <c:v>14.272953214940152</c:v>
                </c:pt>
                <c:pt idx="954">
                  <c:v>14.285596232537987</c:v>
                </c:pt>
                <c:pt idx="955">
                  <c:v>14.304892499921269</c:v>
                </c:pt>
                <c:pt idx="956">
                  <c:v>14.314660428969159</c:v>
                </c:pt>
                <c:pt idx="957">
                  <c:v>14.374613397257431</c:v>
                </c:pt>
                <c:pt idx="958">
                  <c:v>14.375866640984329</c:v>
                </c:pt>
                <c:pt idx="959">
                  <c:v>14.38624276184086</c:v>
                </c:pt>
                <c:pt idx="960">
                  <c:v>14.399033219877154</c:v>
                </c:pt>
                <c:pt idx="961">
                  <c:v>14.418071466493133</c:v>
                </c:pt>
                <c:pt idx="962">
                  <c:v>14.43845510711005</c:v>
                </c:pt>
                <c:pt idx="963">
                  <c:v>14.455023726381846</c:v>
                </c:pt>
                <c:pt idx="964">
                  <c:v>14.470081081159442</c:v>
                </c:pt>
                <c:pt idx="965">
                  <c:v>14.490225131063863</c:v>
                </c:pt>
                <c:pt idx="966">
                  <c:v>14.506627879842393</c:v>
                </c:pt>
                <c:pt idx="967">
                  <c:v>14.520395130783475</c:v>
                </c:pt>
                <c:pt idx="968">
                  <c:v>14.535692076273566</c:v>
                </c:pt>
                <c:pt idx="969">
                  <c:v>14.559061385769271</c:v>
                </c:pt>
                <c:pt idx="970">
                  <c:v>14.583241617676498</c:v>
                </c:pt>
                <c:pt idx="971">
                  <c:v>14.59846484294736</c:v>
                </c:pt>
                <c:pt idx="972">
                  <c:v>14.613798648547064</c:v>
                </c:pt>
                <c:pt idx="973">
                  <c:v>14.631952252532292</c:v>
                </c:pt>
                <c:pt idx="974">
                  <c:v>14.650216436846366</c:v>
                </c:pt>
                <c:pt idx="975">
                  <c:v>14.676387114672785</c:v>
                </c:pt>
                <c:pt idx="976">
                  <c:v>14.689361873257152</c:v>
                </c:pt>
                <c:pt idx="977">
                  <c:v>14.72495030909012</c:v>
                </c:pt>
                <c:pt idx="978">
                  <c:v>14.734036326110139</c:v>
                </c:pt>
                <c:pt idx="979">
                  <c:v>14.749241121326193</c:v>
                </c:pt>
                <c:pt idx="980">
                  <c:v>14.766620663009514</c:v>
                </c:pt>
                <c:pt idx="981">
                  <c:v>14.78263638063709</c:v>
                </c:pt>
                <c:pt idx="982">
                  <c:v>14.791611817328263</c:v>
                </c:pt>
                <c:pt idx="983">
                  <c:v>14.812714230082666</c:v>
                </c:pt>
                <c:pt idx="984">
                  <c:v>14.83269240949382</c:v>
                </c:pt>
                <c:pt idx="985">
                  <c:v>14.847657613997379</c:v>
                </c:pt>
                <c:pt idx="986">
                  <c:v>14.864613264420131</c:v>
                </c:pt>
                <c:pt idx="987">
                  <c:v>14.881679495171724</c:v>
                </c:pt>
                <c:pt idx="988">
                  <c:v>14.901381223760769</c:v>
                </c:pt>
                <c:pt idx="989">
                  <c:v>14.92159899388442</c:v>
                </c:pt>
                <c:pt idx="990">
                  <c:v>14.943014717570547</c:v>
                </c:pt>
                <c:pt idx="991">
                  <c:v>14.955768315497224</c:v>
                </c:pt>
                <c:pt idx="992">
                  <c:v>14.973442738057461</c:v>
                </c:pt>
                <c:pt idx="993">
                  <c:v>14.987928761136029</c:v>
                </c:pt>
                <c:pt idx="994">
                  <c:v>15.004018198982836</c:v>
                </c:pt>
                <c:pt idx="995">
                  <c:v>15.024512419928596</c:v>
                </c:pt>
                <c:pt idx="996">
                  <c:v>15.046683775861823</c:v>
                </c:pt>
                <c:pt idx="997">
                  <c:v>15.051659890659804</c:v>
                </c:pt>
                <c:pt idx="998">
                  <c:v>15.093993726552261</c:v>
                </c:pt>
                <c:pt idx="999">
                  <c:v>15.104775308614553</c:v>
                </c:pt>
                <c:pt idx="1000">
                  <c:v>15.120440855200791</c:v>
                </c:pt>
                <c:pt idx="1001">
                  <c:v>15.142833371791706</c:v>
                </c:pt>
                <c:pt idx="1002">
                  <c:v>15.161687317859613</c:v>
                </c:pt>
                <c:pt idx="1003">
                  <c:v>15.180246383050603</c:v>
                </c:pt>
                <c:pt idx="1004">
                  <c:v>15.200095552078107</c:v>
                </c:pt>
                <c:pt idx="1005">
                  <c:v>15.210821843975976</c:v>
                </c:pt>
                <c:pt idx="1006">
                  <c:v>15.226413670342986</c:v>
                </c:pt>
                <c:pt idx="1007">
                  <c:v>15.251275814278085</c:v>
                </c:pt>
                <c:pt idx="1008">
                  <c:v>15.269963889852725</c:v>
                </c:pt>
                <c:pt idx="1009">
                  <c:v>15.286679949562981</c:v>
                </c:pt>
                <c:pt idx="1010">
                  <c:v>15.302603516916522</c:v>
                </c:pt>
                <c:pt idx="1011">
                  <c:v>15.324332551534372</c:v>
                </c:pt>
                <c:pt idx="1012">
                  <c:v>15.342357145135949</c:v>
                </c:pt>
                <c:pt idx="1013">
                  <c:v>15.36001313764138</c:v>
                </c:pt>
                <c:pt idx="1014">
                  <c:v>15.382940125821708</c:v>
                </c:pt>
                <c:pt idx="1015">
                  <c:v>15.403563357151119</c:v>
                </c:pt>
                <c:pt idx="1016">
                  <c:v>15.420850748560403</c:v>
                </c:pt>
                <c:pt idx="1017">
                  <c:v>15.430379086895796</c:v>
                </c:pt>
                <c:pt idx="1018">
                  <c:v>15.478039208627573</c:v>
                </c:pt>
                <c:pt idx="1019">
                  <c:v>15.479513613012159</c:v>
                </c:pt>
                <c:pt idx="1020">
                  <c:v>15.491548438801352</c:v>
                </c:pt>
                <c:pt idx="1021">
                  <c:v>15.510568255362525</c:v>
                </c:pt>
                <c:pt idx="1022">
                  <c:v>15.536259751763954</c:v>
                </c:pt>
                <c:pt idx="1023">
                  <c:v>15.553086391803054</c:v>
                </c:pt>
                <c:pt idx="1024">
                  <c:v>15.56716695367586</c:v>
                </c:pt>
                <c:pt idx="1025">
                  <c:v>15.588564247307179</c:v>
                </c:pt>
                <c:pt idx="1026">
                  <c:v>15.610053691212537</c:v>
                </c:pt>
                <c:pt idx="1027">
                  <c:v>15.621038003877709</c:v>
                </c:pt>
                <c:pt idx="1028">
                  <c:v>15.64125577400136</c:v>
                </c:pt>
                <c:pt idx="1029">
                  <c:v>15.665436005908587</c:v>
                </c:pt>
                <c:pt idx="1030">
                  <c:v>15.683866060715925</c:v>
                </c:pt>
                <c:pt idx="1031">
                  <c:v>15.700139799110804</c:v>
                </c:pt>
                <c:pt idx="1032">
                  <c:v>15.717924801999887</c:v>
                </c:pt>
                <c:pt idx="1033">
                  <c:v>15.73576509505339</c:v>
                </c:pt>
                <c:pt idx="1034">
                  <c:v>15.75721767884913</c:v>
                </c:pt>
                <c:pt idx="1035">
                  <c:v>15.779831356097736</c:v>
                </c:pt>
                <c:pt idx="1036">
                  <c:v>15.795017721258981</c:v>
                </c:pt>
                <c:pt idx="1037">
                  <c:v>15.809393164008705</c:v>
                </c:pt>
                <c:pt idx="1038">
                  <c:v>15.872626682052683</c:v>
                </c:pt>
                <c:pt idx="1039">
                  <c:v>15.863116773772097</c:v>
                </c:pt>
                <c:pt idx="1040">
                  <c:v>15.87181575964116</c:v>
                </c:pt>
                <c:pt idx="1041">
                  <c:v>15.881325667921747</c:v>
                </c:pt>
                <c:pt idx="1042">
                  <c:v>15.896217152206075</c:v>
                </c:pt>
                <c:pt idx="1043">
                  <c:v>15.919254720715248</c:v>
                </c:pt>
                <c:pt idx="1044">
                  <c:v>15.942826760813833</c:v>
                </c:pt>
                <c:pt idx="1045">
                  <c:v>15.964942826582639</c:v>
                </c:pt>
                <c:pt idx="1046">
                  <c:v>15.982156497772694</c:v>
                </c:pt>
                <c:pt idx="1047">
                  <c:v>15.995942178768582</c:v>
                </c:pt>
                <c:pt idx="1048">
                  <c:v>16.013764041767278</c:v>
                </c:pt>
                <c:pt idx="1049">
                  <c:v>16.035677376933204</c:v>
                </c:pt>
                <c:pt idx="1050">
                  <c:v>16.057830302811624</c:v>
                </c:pt>
                <c:pt idx="1051">
                  <c:v>16.07751360134586</c:v>
                </c:pt>
                <c:pt idx="1052">
                  <c:v>16.100459019580995</c:v>
                </c:pt>
                <c:pt idx="1053">
                  <c:v>16.12349658809017</c:v>
                </c:pt>
                <c:pt idx="1054">
                  <c:v>16.137190118812022</c:v>
                </c:pt>
                <c:pt idx="1055">
                  <c:v>16.150257027670424</c:v>
                </c:pt>
                <c:pt idx="1056">
                  <c:v>16.176298695113193</c:v>
                </c:pt>
                <c:pt idx="1057">
                  <c:v>16.19334649580998</c:v>
                </c:pt>
                <c:pt idx="1058">
                  <c:v>16.248102188642584</c:v>
                </c:pt>
                <c:pt idx="1059">
                  <c:v>16.243623685324401</c:v>
                </c:pt>
                <c:pt idx="1060">
                  <c:v>16.250147924726196</c:v>
                </c:pt>
                <c:pt idx="1061">
                  <c:v>16.267195725422987</c:v>
                </c:pt>
                <c:pt idx="1062">
                  <c:v>16.283064002612104</c:v>
                </c:pt>
                <c:pt idx="1063">
                  <c:v>16.304184845421315</c:v>
                </c:pt>
                <c:pt idx="1064">
                  <c:v>16.320366433542155</c:v>
                </c:pt>
                <c:pt idx="1065">
                  <c:v>16.335792389415897</c:v>
                </c:pt>
                <c:pt idx="1066">
                  <c:v>16.3573924136501</c:v>
                </c:pt>
                <c:pt idx="1067">
                  <c:v>16.379158308377566</c:v>
                </c:pt>
                <c:pt idx="1068">
                  <c:v>16.401126933707911</c:v>
                </c:pt>
                <c:pt idx="1069">
                  <c:v>16.422210916407508</c:v>
                </c:pt>
                <c:pt idx="1070">
                  <c:v>16.440659401269652</c:v>
                </c:pt>
                <c:pt idx="1071">
                  <c:v>16.456232797581851</c:v>
                </c:pt>
                <c:pt idx="1072">
                  <c:v>16.470847831044072</c:v>
                </c:pt>
                <c:pt idx="1073">
                  <c:v>16.488522253604309</c:v>
                </c:pt>
                <c:pt idx="1074">
                  <c:v>16.504482681067465</c:v>
                </c:pt>
                <c:pt idx="1075">
                  <c:v>16.527778270343941</c:v>
                </c:pt>
                <c:pt idx="1076">
                  <c:v>16.546484775973386</c:v>
                </c:pt>
                <c:pt idx="1077">
                  <c:v>16.571310059798872</c:v>
                </c:pt>
                <c:pt idx="1078">
                  <c:v>16.578424060954504</c:v>
                </c:pt>
                <c:pt idx="1079">
                  <c:v>16.630083504579474</c:v>
                </c:pt>
                <c:pt idx="1080">
                  <c:v>16.627982478331436</c:v>
                </c:pt>
                <c:pt idx="1081">
                  <c:v>16.634801598610153</c:v>
                </c:pt>
                <c:pt idx="1082">
                  <c:v>16.655056228843417</c:v>
                </c:pt>
                <c:pt idx="1083">
                  <c:v>16.677135434502606</c:v>
                </c:pt>
                <c:pt idx="1084">
                  <c:v>16.694699276734003</c:v>
                </c:pt>
                <c:pt idx="1085">
                  <c:v>16.71237369929424</c:v>
                </c:pt>
                <c:pt idx="1086">
                  <c:v>16.729476790155449</c:v>
                </c:pt>
                <c:pt idx="1087">
                  <c:v>16.74698534222242</c:v>
                </c:pt>
                <c:pt idx="1088">
                  <c:v>16.770096630950821</c:v>
                </c:pt>
                <c:pt idx="1089">
                  <c:v>16.794590173789775</c:v>
                </c:pt>
                <c:pt idx="1090">
                  <c:v>16.814126031885554</c:v>
                </c:pt>
                <c:pt idx="1091">
                  <c:v>16.832924687789038</c:v>
                </c:pt>
                <c:pt idx="1092">
                  <c:v>16.845549275332065</c:v>
                </c:pt>
                <c:pt idx="1093">
                  <c:v>16.864366361290354</c:v>
                </c:pt>
                <c:pt idx="1094">
                  <c:v>16.884473551085161</c:v>
                </c:pt>
                <c:pt idx="1095">
                  <c:v>16.902866745782884</c:v>
                </c:pt>
                <c:pt idx="1096">
                  <c:v>16.922605334481545</c:v>
                </c:pt>
                <c:pt idx="1097">
                  <c:v>16.948628571869506</c:v>
                </c:pt>
                <c:pt idx="1098">
                  <c:v>16.961363739741376</c:v>
                </c:pt>
                <c:pt idx="1099">
                  <c:v>17.004711228648237</c:v>
                </c:pt>
                <c:pt idx="1100">
                  <c:v>17.013041613421152</c:v>
                </c:pt>
                <c:pt idx="1101">
                  <c:v>17.025887361621869</c:v>
                </c:pt>
                <c:pt idx="1102">
                  <c:v>17.041092156837923</c:v>
                </c:pt>
                <c:pt idx="1103">
                  <c:v>17.055541319806874</c:v>
                </c:pt>
                <c:pt idx="1104">
                  <c:v>17.078652608535275</c:v>
                </c:pt>
                <c:pt idx="1105">
                  <c:v>17.095350238190726</c:v>
                </c:pt>
                <c:pt idx="1106">
                  <c:v>17.107237623541458</c:v>
                </c:pt>
                <c:pt idx="1107">
                  <c:v>17.124285424238245</c:v>
                </c:pt>
                <c:pt idx="1108">
                  <c:v>17.146401490007051</c:v>
                </c:pt>
                <c:pt idx="1109">
                  <c:v>17.16267522840193</c:v>
                </c:pt>
                <c:pt idx="1110">
                  <c:v>17.191315533572535</c:v>
                </c:pt>
                <c:pt idx="1111">
                  <c:v>17.21171760424426</c:v>
                </c:pt>
                <c:pt idx="1112">
                  <c:v>17.233225478204421</c:v>
                </c:pt>
                <c:pt idx="1113">
                  <c:v>17.248430273420475</c:v>
                </c:pt>
                <c:pt idx="1114">
                  <c:v>17.266233706364364</c:v>
                </c:pt>
                <c:pt idx="1115">
                  <c:v>17.283502667718839</c:v>
                </c:pt>
                <c:pt idx="1116">
                  <c:v>17.306300645515517</c:v>
                </c:pt>
                <c:pt idx="1117">
                  <c:v>17.332084292190984</c:v>
                </c:pt>
                <c:pt idx="1118">
                  <c:v>17.34699420653012</c:v>
                </c:pt>
                <c:pt idx="1119">
                  <c:v>17.392866612945586</c:v>
                </c:pt>
                <c:pt idx="1120">
                  <c:v>17.394728048481127</c:v>
                </c:pt>
                <c:pt idx="1121">
                  <c:v>17.410338304902943</c:v>
                </c:pt>
                <c:pt idx="1122">
                  <c:v>17.423018182610392</c:v>
                </c:pt>
                <c:pt idx="1123">
                  <c:v>17.435900790920719</c:v>
                </c:pt>
                <c:pt idx="1124">
                  <c:v>17.456192281263601</c:v>
                </c:pt>
                <c:pt idx="1125">
                  <c:v>17.474530185796901</c:v>
                </c:pt>
                <c:pt idx="1126">
                  <c:v>17.499079018800273</c:v>
                </c:pt>
                <c:pt idx="1127">
                  <c:v>17.513012140234622</c:v>
                </c:pt>
                <c:pt idx="1128">
                  <c:v>17.53733981258031</c:v>
                </c:pt>
                <c:pt idx="1129">
                  <c:v>17.552305017083867</c:v>
                </c:pt>
                <c:pt idx="1130">
                  <c:v>17.572246336385408</c:v>
                </c:pt>
                <c:pt idx="1131">
                  <c:v>17.590363080261021</c:v>
                </c:pt>
                <c:pt idx="1132">
                  <c:v>17.608479824136634</c:v>
                </c:pt>
                <c:pt idx="1133">
                  <c:v>17.626651858176668</c:v>
                </c:pt>
                <c:pt idx="1134">
                  <c:v>17.648675773671439</c:v>
                </c:pt>
                <c:pt idx="1135">
                  <c:v>17.667216408807622</c:v>
                </c:pt>
                <c:pt idx="1136">
                  <c:v>17.683213696380392</c:v>
                </c:pt>
                <c:pt idx="1137">
                  <c:v>17.703652627161727</c:v>
                </c:pt>
                <c:pt idx="1138">
                  <c:v>17.729325693508351</c:v>
                </c:pt>
                <c:pt idx="1139">
                  <c:v>17.733361875511157</c:v>
                </c:pt>
                <c:pt idx="1140">
                  <c:v>17.784726438259209</c:v>
                </c:pt>
                <c:pt idx="1141">
                  <c:v>17.788744190207208</c:v>
                </c:pt>
                <c:pt idx="1142">
                  <c:v>17.804022705642492</c:v>
                </c:pt>
                <c:pt idx="1143">
                  <c:v>17.822047299244069</c:v>
                </c:pt>
                <c:pt idx="1144">
                  <c:v>17.841601587394653</c:v>
                </c:pt>
                <c:pt idx="1145">
                  <c:v>17.863938813821147</c:v>
                </c:pt>
                <c:pt idx="1146">
                  <c:v>17.884027573561148</c:v>
                </c:pt>
                <c:pt idx="1147">
                  <c:v>17.901222814696393</c:v>
                </c:pt>
                <c:pt idx="1148">
                  <c:v>17.92050065202487</c:v>
                </c:pt>
                <c:pt idx="1149">
                  <c:v>17.935631727021693</c:v>
                </c:pt>
                <c:pt idx="1150">
                  <c:v>17.951887035361764</c:v>
                </c:pt>
                <c:pt idx="1151">
                  <c:v>17.976454298419949</c:v>
                </c:pt>
                <c:pt idx="1152">
                  <c:v>18.000947841258899</c:v>
                </c:pt>
                <c:pt idx="1153">
                  <c:v>18.013701439185578</c:v>
                </c:pt>
                <c:pt idx="1154">
                  <c:v>18.034508971063062</c:v>
                </c:pt>
                <c:pt idx="1155">
                  <c:v>18.053012746089632</c:v>
                </c:pt>
                <c:pt idx="1156">
                  <c:v>18.074760210762289</c:v>
                </c:pt>
                <c:pt idx="1157">
                  <c:v>18.090757498335059</c:v>
                </c:pt>
                <c:pt idx="1158">
                  <c:v>18.110164346047185</c:v>
                </c:pt>
                <c:pt idx="1159">
                  <c:v>18.118273570162415</c:v>
                </c:pt>
                <c:pt idx="1160">
                  <c:v>18.162966453070212</c:v>
                </c:pt>
                <c:pt idx="1161">
                  <c:v>18.177341895819932</c:v>
                </c:pt>
                <c:pt idx="1162">
                  <c:v>18.193799934762886</c:v>
                </c:pt>
                <c:pt idx="1163">
                  <c:v>18.208636128882794</c:v>
                </c:pt>
                <c:pt idx="1164">
                  <c:v>18.220173343192187</c:v>
                </c:pt>
                <c:pt idx="1165">
                  <c:v>18.235802029668811</c:v>
                </c:pt>
                <c:pt idx="1166">
                  <c:v>18.25878430801356</c:v>
                </c:pt>
                <c:pt idx="1167">
                  <c:v>18.280292181973724</c:v>
                </c:pt>
                <c:pt idx="1168">
                  <c:v>18.296713360807061</c:v>
                </c:pt>
                <c:pt idx="1169">
                  <c:v>18.31812908449319</c:v>
                </c:pt>
                <c:pt idx="1170">
                  <c:v>18.338586445329334</c:v>
                </c:pt>
                <c:pt idx="1171">
                  <c:v>18.357034930191482</c:v>
                </c:pt>
                <c:pt idx="1172">
                  <c:v>18.370857471296983</c:v>
                </c:pt>
                <c:pt idx="1173">
                  <c:v>18.386910049034174</c:v>
                </c:pt>
                <c:pt idx="1174">
                  <c:v>18.410371508803916</c:v>
                </c:pt>
                <c:pt idx="1175">
                  <c:v>18.430755149420833</c:v>
                </c:pt>
                <c:pt idx="1176">
                  <c:v>18.446439126061879</c:v>
                </c:pt>
                <c:pt idx="1177">
                  <c:v>18.465200921855747</c:v>
                </c:pt>
                <c:pt idx="1178">
                  <c:v>18.48429445863615</c:v>
                </c:pt>
                <c:pt idx="1179">
                  <c:v>18.493712216642699</c:v>
                </c:pt>
                <c:pt idx="1180">
                  <c:v>18.521854910333506</c:v>
                </c:pt>
                <c:pt idx="1181">
                  <c:v>18.53893957113991</c:v>
                </c:pt>
                <c:pt idx="1182">
                  <c:v>18.560060413949117</c:v>
                </c:pt>
                <c:pt idx="1183">
                  <c:v>18.583319143115979</c:v>
                </c:pt>
                <c:pt idx="1184">
                  <c:v>18.598781959099334</c:v>
                </c:pt>
                <c:pt idx="1185">
                  <c:v>18.613526002945207</c:v>
                </c:pt>
                <c:pt idx="1186">
                  <c:v>18.632158788355426</c:v>
                </c:pt>
                <c:pt idx="1187">
                  <c:v>18.656449600591497</c:v>
                </c:pt>
                <c:pt idx="1188">
                  <c:v>18.675487847207478</c:v>
                </c:pt>
                <c:pt idx="1189">
                  <c:v>18.688849636942798</c:v>
                </c:pt>
                <c:pt idx="1190">
                  <c:v>18.715868097290354</c:v>
                </c:pt>
                <c:pt idx="1191">
                  <c:v>18.739034676183177</c:v>
                </c:pt>
                <c:pt idx="1192">
                  <c:v>18.755603295454975</c:v>
                </c:pt>
                <c:pt idx="1193">
                  <c:v>18.775581474866129</c:v>
                </c:pt>
                <c:pt idx="1194">
                  <c:v>18.792113234028314</c:v>
                </c:pt>
                <c:pt idx="1195">
                  <c:v>18.80936376532798</c:v>
                </c:pt>
                <c:pt idx="1196">
                  <c:v>18.823241596597907</c:v>
                </c:pt>
                <c:pt idx="1197">
                  <c:v>18.841911242117739</c:v>
                </c:pt>
                <c:pt idx="1198">
                  <c:v>18.863529696406747</c:v>
                </c:pt>
                <c:pt idx="1199">
                  <c:v>18.882678523351572</c:v>
                </c:pt>
                <c:pt idx="1200">
                  <c:v>18.927039665272837</c:v>
                </c:pt>
                <c:pt idx="1201">
                  <c:v>18.935370050045751</c:v>
                </c:pt>
                <c:pt idx="1202">
                  <c:v>18.947441735944558</c:v>
                </c:pt>
                <c:pt idx="1203">
                  <c:v>18.959568712007787</c:v>
                </c:pt>
                <c:pt idx="1204">
                  <c:v>18.973925724702703</c:v>
                </c:pt>
                <c:pt idx="1205">
                  <c:v>18.994733256580187</c:v>
                </c:pt>
                <c:pt idx="1206">
                  <c:v>19.018323726733581</c:v>
                </c:pt>
                <c:pt idx="1207">
                  <c:v>19.033473231785212</c:v>
                </c:pt>
                <c:pt idx="1208">
                  <c:v>19.051516255441598</c:v>
                </c:pt>
                <c:pt idx="1209">
                  <c:v>19.06756883317879</c:v>
                </c:pt>
                <c:pt idx="1210">
                  <c:v>19.091620054702364</c:v>
                </c:pt>
                <c:pt idx="1211">
                  <c:v>19.113422809539447</c:v>
                </c:pt>
                <c:pt idx="1212">
                  <c:v>19.132977097690031</c:v>
                </c:pt>
                <c:pt idx="1213">
                  <c:v>19.155259033952102</c:v>
                </c:pt>
                <c:pt idx="1214">
                  <c:v>19.171145741196028</c:v>
                </c:pt>
                <c:pt idx="1215">
                  <c:v>19.184065209615973</c:v>
                </c:pt>
                <c:pt idx="1216">
                  <c:v>19.201444751299292</c:v>
                </c:pt>
                <c:pt idx="1217">
                  <c:v>19.218492551996082</c:v>
                </c:pt>
                <c:pt idx="1218">
                  <c:v>19.240627047819693</c:v>
                </c:pt>
                <c:pt idx="1219">
                  <c:v>19.263037994465417</c:v>
                </c:pt>
                <c:pt idx="1220">
                  <c:v>19.27402230713059</c:v>
                </c:pt>
                <c:pt idx="1221">
                  <c:v>19.302220290985819</c:v>
                </c:pt>
                <c:pt idx="1222">
                  <c:v>19.316319282913433</c:v>
                </c:pt>
                <c:pt idx="1223">
                  <c:v>19.343098152548492</c:v>
                </c:pt>
                <c:pt idx="1224">
                  <c:v>19.361804658177942</c:v>
                </c:pt>
                <c:pt idx="1225">
                  <c:v>19.375369178516141</c:v>
                </c:pt>
                <c:pt idx="1226">
                  <c:v>19.390537113622582</c:v>
                </c:pt>
                <c:pt idx="1227">
                  <c:v>19.415012226406727</c:v>
                </c:pt>
                <c:pt idx="1228">
                  <c:v>19.436317369764009</c:v>
                </c:pt>
                <c:pt idx="1229">
                  <c:v>19.449107827800304</c:v>
                </c:pt>
                <c:pt idx="1230">
                  <c:v>19.464902384770191</c:v>
                </c:pt>
                <c:pt idx="1231">
                  <c:v>19.486649849442852</c:v>
                </c:pt>
                <c:pt idx="1232">
                  <c:v>19.503752940304061</c:v>
                </c:pt>
                <c:pt idx="1233">
                  <c:v>19.52743556073149</c:v>
                </c:pt>
                <c:pt idx="1234">
                  <c:v>19.546436947237854</c:v>
                </c:pt>
                <c:pt idx="1235">
                  <c:v>19.563466317879836</c:v>
                </c:pt>
                <c:pt idx="1236">
                  <c:v>19.579979646987212</c:v>
                </c:pt>
                <c:pt idx="1237">
                  <c:v>19.598243831301282</c:v>
                </c:pt>
                <c:pt idx="1238">
                  <c:v>19.627879359431482</c:v>
                </c:pt>
                <c:pt idx="1239">
                  <c:v>19.647304637198417</c:v>
                </c:pt>
                <c:pt idx="1240">
                  <c:v>19.65968963402895</c:v>
                </c:pt>
                <c:pt idx="1241">
                  <c:v>19.695959981889789</c:v>
                </c:pt>
                <c:pt idx="1242">
                  <c:v>19.702944972661772</c:v>
                </c:pt>
                <c:pt idx="1243">
                  <c:v>19.717818026891294</c:v>
                </c:pt>
                <c:pt idx="1244">
                  <c:v>19.737833066412062</c:v>
                </c:pt>
                <c:pt idx="1245">
                  <c:v>19.757184623959766</c:v>
                </c:pt>
                <c:pt idx="1246">
                  <c:v>19.774932766739234</c:v>
                </c:pt>
                <c:pt idx="1247">
                  <c:v>19.793805142861949</c:v>
                </c:pt>
                <c:pt idx="1248">
                  <c:v>19.815958068740368</c:v>
                </c:pt>
                <c:pt idx="1249">
                  <c:v>19.835788807713065</c:v>
                </c:pt>
                <c:pt idx="1250">
                  <c:v>19.854384733013671</c:v>
                </c:pt>
                <c:pt idx="1251">
                  <c:v>19.869239357188384</c:v>
                </c:pt>
                <c:pt idx="1252">
                  <c:v>19.883522649664069</c:v>
                </c:pt>
                <c:pt idx="1253">
                  <c:v>19.901878984252178</c:v>
                </c:pt>
                <c:pt idx="1254">
                  <c:v>19.929745227120875</c:v>
                </c:pt>
                <c:pt idx="1255">
                  <c:v>19.950221018011828</c:v>
                </c:pt>
                <c:pt idx="1256">
                  <c:v>19.967489979366302</c:v>
                </c:pt>
                <c:pt idx="1257">
                  <c:v>19.987689319435145</c:v>
                </c:pt>
                <c:pt idx="1258">
                  <c:v>20.006524835448246</c:v>
                </c:pt>
                <c:pt idx="1259">
                  <c:v>20.026466154749784</c:v>
                </c:pt>
                <c:pt idx="1260">
                  <c:v>20.041302348869692</c:v>
                </c:pt>
                <c:pt idx="1261">
                  <c:v>20.09303551271389</c:v>
                </c:pt>
                <c:pt idx="1262">
                  <c:v>20.088612299560129</c:v>
                </c:pt>
                <c:pt idx="1263">
                  <c:v>20.101181596938734</c:v>
                </c:pt>
                <c:pt idx="1264">
                  <c:v>20.113474443495228</c:v>
                </c:pt>
                <c:pt idx="1265">
                  <c:v>20.131922928357373</c:v>
                </c:pt>
                <c:pt idx="1266">
                  <c:v>20.152306568974289</c:v>
                </c:pt>
                <c:pt idx="1267">
                  <c:v>20.17134481559027</c:v>
                </c:pt>
                <c:pt idx="1268">
                  <c:v>20.187526403711114</c:v>
                </c:pt>
                <c:pt idx="1269">
                  <c:v>20.215355786470194</c:v>
                </c:pt>
                <c:pt idx="1270">
                  <c:v>20.229749659274724</c:v>
                </c:pt>
                <c:pt idx="1271">
                  <c:v>20.246355138656138</c:v>
                </c:pt>
                <c:pt idx="1272">
                  <c:v>20.265098504395201</c:v>
                </c:pt>
                <c:pt idx="1273">
                  <c:v>20.284026170682335</c:v>
                </c:pt>
                <c:pt idx="1274">
                  <c:v>20.30254837576371</c:v>
                </c:pt>
                <c:pt idx="1275">
                  <c:v>20.321678772653726</c:v>
                </c:pt>
                <c:pt idx="1276">
                  <c:v>20.344845351546553</c:v>
                </c:pt>
                <c:pt idx="1277">
                  <c:v>20.363201686134662</c:v>
                </c:pt>
                <c:pt idx="1278">
                  <c:v>20.379033103214166</c:v>
                </c:pt>
                <c:pt idx="1279">
                  <c:v>20.394735509910017</c:v>
                </c:pt>
                <c:pt idx="1280">
                  <c:v>20.414050207348108</c:v>
                </c:pt>
                <c:pt idx="1281">
                  <c:v>20.422343732011409</c:v>
                </c:pt>
                <c:pt idx="1282">
                  <c:v>20.421477519435463</c:v>
                </c:pt>
                <c:pt idx="1283">
                  <c:v>20.460125344366453</c:v>
                </c:pt>
                <c:pt idx="1284">
                  <c:v>20.489521281784157</c:v>
                </c:pt>
                <c:pt idx="1285">
                  <c:v>20.514862607144245</c:v>
                </c:pt>
                <c:pt idx="1286">
                  <c:v>20.535946589843842</c:v>
                </c:pt>
                <c:pt idx="1287">
                  <c:v>20.550819644073364</c:v>
                </c:pt>
                <c:pt idx="1288">
                  <c:v>20.571885196718149</c:v>
                </c:pt>
                <c:pt idx="1289">
                  <c:v>20.588748696866865</c:v>
                </c:pt>
                <c:pt idx="1290">
                  <c:v>20.602405367479104</c:v>
                </c:pt>
                <c:pt idx="1291">
                  <c:v>20.623010168753705</c:v>
                </c:pt>
                <c:pt idx="1292">
                  <c:v>20.640574010985102</c:v>
                </c:pt>
                <c:pt idx="1293">
                  <c:v>20.66038631990299</c:v>
                </c:pt>
                <c:pt idx="1294">
                  <c:v>20.688787034361095</c:v>
                </c:pt>
                <c:pt idx="1295">
                  <c:v>20.70585326511269</c:v>
                </c:pt>
                <c:pt idx="1296">
                  <c:v>20.719970687095113</c:v>
                </c:pt>
                <c:pt idx="1297">
                  <c:v>20.733922238584267</c:v>
                </c:pt>
                <c:pt idx="1298">
                  <c:v>20.755503832763662</c:v>
                </c:pt>
                <c:pt idx="1299">
                  <c:v>20.77938918379397</c:v>
                </c:pt>
                <c:pt idx="1300">
                  <c:v>20.795552341860006</c:v>
                </c:pt>
                <c:pt idx="1301">
                  <c:v>20.807071126114593</c:v>
                </c:pt>
                <c:pt idx="1302">
                  <c:v>20.848944210636866</c:v>
                </c:pt>
                <c:pt idx="1303">
                  <c:v>20.857772206889582</c:v>
                </c:pt>
                <c:pt idx="1304">
                  <c:v>20.875630929997889</c:v>
                </c:pt>
                <c:pt idx="1305">
                  <c:v>20.889914222473578</c:v>
                </c:pt>
                <c:pt idx="1306">
                  <c:v>20.908436427554953</c:v>
                </c:pt>
                <c:pt idx="1307">
                  <c:v>20.928893788391097</c:v>
                </c:pt>
                <c:pt idx="1308">
                  <c:v>20.948982548131095</c:v>
                </c:pt>
                <c:pt idx="1309">
                  <c:v>20.967117722061516</c:v>
                </c:pt>
                <c:pt idx="1310">
                  <c:v>20.981935486126616</c:v>
                </c:pt>
                <c:pt idx="1311">
                  <c:v>20.998282944740726</c:v>
                </c:pt>
                <c:pt idx="1312">
                  <c:v>21.017487061849973</c:v>
                </c:pt>
                <c:pt idx="1313">
                  <c:v>21.039197666413017</c:v>
                </c:pt>
                <c:pt idx="1314">
                  <c:v>21.060226358948189</c:v>
                </c:pt>
                <c:pt idx="1315">
                  <c:v>21.080665289729527</c:v>
                </c:pt>
                <c:pt idx="1316">
                  <c:v>21.093418887656206</c:v>
                </c:pt>
                <c:pt idx="1317">
                  <c:v>21.113194336464481</c:v>
                </c:pt>
                <c:pt idx="1318">
                  <c:v>21.13680323667268</c:v>
                </c:pt>
                <c:pt idx="1319">
                  <c:v>21.158292680578036</c:v>
                </c:pt>
                <c:pt idx="1320">
                  <c:v>21.18442649829484</c:v>
                </c:pt>
                <c:pt idx="1321">
                  <c:v>21.199944604442621</c:v>
                </c:pt>
                <c:pt idx="1322">
                  <c:v>21.247494145845554</c:v>
                </c:pt>
                <c:pt idx="1323">
                  <c:v>21.246941244201334</c:v>
                </c:pt>
                <c:pt idx="1324">
                  <c:v>21.258718049223223</c:v>
                </c:pt>
                <c:pt idx="1325">
                  <c:v>21.274217725316195</c:v>
                </c:pt>
                <c:pt idx="1326">
                  <c:v>21.291283956067787</c:v>
                </c:pt>
                <c:pt idx="1327">
                  <c:v>21.308626637641492</c:v>
                </c:pt>
                <c:pt idx="1328">
                  <c:v>21.322172727924887</c:v>
                </c:pt>
                <c:pt idx="1329">
                  <c:v>21.336769331332299</c:v>
                </c:pt>
                <c:pt idx="1330">
                  <c:v>21.35372498175505</c:v>
                </c:pt>
                <c:pt idx="1331">
                  <c:v>21.373408280289286</c:v>
                </c:pt>
                <c:pt idx="1332">
                  <c:v>21.401716844473359</c:v>
                </c:pt>
                <c:pt idx="1333">
                  <c:v>21.417511401443246</c:v>
                </c:pt>
                <c:pt idx="1334">
                  <c:v>21.434798792852529</c:v>
                </c:pt>
                <c:pt idx="1335">
                  <c:v>21.451164681521448</c:v>
                </c:pt>
                <c:pt idx="1336">
                  <c:v>21.469944907370124</c:v>
                </c:pt>
                <c:pt idx="1337">
                  <c:v>21.488356532122655</c:v>
                </c:pt>
                <c:pt idx="1338">
                  <c:v>21.512389323591425</c:v>
                </c:pt>
                <c:pt idx="1339">
                  <c:v>21.538099250047662</c:v>
                </c:pt>
                <c:pt idx="1340">
                  <c:v>21.552677423400265</c:v>
                </c:pt>
                <c:pt idx="1341">
                  <c:v>21.5708494574403</c:v>
                </c:pt>
                <c:pt idx="1342">
                  <c:v>21.594661088251382</c:v>
                </c:pt>
                <c:pt idx="1343">
                  <c:v>21.606530043547309</c:v>
                </c:pt>
                <c:pt idx="1344">
                  <c:v>21.624499346984461</c:v>
                </c:pt>
                <c:pt idx="1345">
                  <c:v>21.64313213239468</c:v>
                </c:pt>
                <c:pt idx="1346">
                  <c:v>21.651775828099321</c:v>
                </c:pt>
                <c:pt idx="1347">
                  <c:v>21.672141038661429</c:v>
                </c:pt>
                <c:pt idx="1348">
                  <c:v>21.695326047609061</c:v>
                </c:pt>
                <c:pt idx="1349">
                  <c:v>21.712244837922199</c:v>
                </c:pt>
                <c:pt idx="1350">
                  <c:v>21.734287183471775</c:v>
                </c:pt>
                <c:pt idx="1351">
                  <c:v>21.756550689679038</c:v>
                </c:pt>
                <c:pt idx="1352">
                  <c:v>21.781504983888176</c:v>
                </c:pt>
                <c:pt idx="1353">
                  <c:v>21.801243572586834</c:v>
                </c:pt>
                <c:pt idx="1354">
                  <c:v>21.821055881504723</c:v>
                </c:pt>
                <c:pt idx="1355">
                  <c:v>21.835984225898667</c:v>
                </c:pt>
                <c:pt idx="1356">
                  <c:v>21.849972637497437</c:v>
                </c:pt>
                <c:pt idx="1357">
                  <c:v>21.868863443674957</c:v>
                </c:pt>
                <c:pt idx="1358">
                  <c:v>21.890574048238005</c:v>
                </c:pt>
                <c:pt idx="1359">
                  <c:v>21.901503070738755</c:v>
                </c:pt>
                <c:pt idx="1360">
                  <c:v>21.922660773657579</c:v>
                </c:pt>
                <c:pt idx="1361">
                  <c:v>21.944500388604276</c:v>
                </c:pt>
                <c:pt idx="1362">
                  <c:v>21.951503809431063</c:v>
                </c:pt>
                <c:pt idx="1363">
                  <c:v>21.960737266889538</c:v>
                </c:pt>
                <c:pt idx="1364">
                  <c:v>21.994703857899463</c:v>
                </c:pt>
                <c:pt idx="1365">
                  <c:v>22.019142110573995</c:v>
                </c:pt>
                <c:pt idx="1366">
                  <c:v>22.039378310752451</c:v>
                </c:pt>
                <c:pt idx="1367">
                  <c:v>22.055910069914635</c:v>
                </c:pt>
                <c:pt idx="1368">
                  <c:v>22.073308041652762</c:v>
                </c:pt>
                <c:pt idx="1369">
                  <c:v>22.093341511228338</c:v>
                </c:pt>
                <c:pt idx="1370">
                  <c:v>22.11464665458562</c:v>
                </c:pt>
                <c:pt idx="1371">
                  <c:v>22.129519708815142</c:v>
                </c:pt>
                <c:pt idx="1372">
                  <c:v>22.150124510089746</c:v>
                </c:pt>
                <c:pt idx="1373">
                  <c:v>22.170710881309542</c:v>
                </c:pt>
                <c:pt idx="1374">
                  <c:v>22.19116824214569</c:v>
                </c:pt>
                <c:pt idx="1375">
                  <c:v>22.208455633554973</c:v>
                </c:pt>
                <c:pt idx="1376">
                  <c:v>22.228175792198822</c:v>
                </c:pt>
                <c:pt idx="1377">
                  <c:v>22.246034515307134</c:v>
                </c:pt>
                <c:pt idx="1378">
                  <c:v>22.26551508323849</c:v>
                </c:pt>
                <c:pt idx="1379">
                  <c:v>22.284203158813131</c:v>
                </c:pt>
                <c:pt idx="1380">
                  <c:v>22.304844820197349</c:v>
                </c:pt>
                <c:pt idx="1381">
                  <c:v>22.318759511576889</c:v>
                </c:pt>
                <c:pt idx="1382">
                  <c:v>22.33337454503911</c:v>
                </c:pt>
                <c:pt idx="1383">
                  <c:v>22.390028533516865</c:v>
                </c:pt>
                <c:pt idx="1384">
                  <c:v>22.387540476117877</c:v>
                </c:pt>
                <c:pt idx="1385">
                  <c:v>22.396294752151363</c:v>
                </c:pt>
                <c:pt idx="1386">
                  <c:v>22.409822412379949</c:v>
                </c:pt>
                <c:pt idx="1387">
                  <c:v>22.435716639384257</c:v>
                </c:pt>
                <c:pt idx="1388">
                  <c:v>22.457132363070386</c:v>
                </c:pt>
                <c:pt idx="1389">
                  <c:v>22.471470945710493</c:v>
                </c:pt>
                <c:pt idx="1390">
                  <c:v>22.484869595555431</c:v>
                </c:pt>
                <c:pt idx="1391">
                  <c:v>22.502488727951246</c:v>
                </c:pt>
                <c:pt idx="1392">
                  <c:v>22.527295581721923</c:v>
                </c:pt>
                <c:pt idx="1393">
                  <c:v>22.550388440395515</c:v>
                </c:pt>
                <c:pt idx="1394">
                  <c:v>22.567454671147111</c:v>
                </c:pt>
                <c:pt idx="1395">
                  <c:v>22.582069704609331</c:v>
                </c:pt>
                <c:pt idx="1396">
                  <c:v>22.599338665963806</c:v>
                </c:pt>
                <c:pt idx="1397">
                  <c:v>22.619077254662464</c:v>
                </c:pt>
                <c:pt idx="1398">
                  <c:v>22.64174622207549</c:v>
                </c:pt>
                <c:pt idx="1399">
                  <c:v>22.66087661896551</c:v>
                </c:pt>
                <c:pt idx="1400">
                  <c:v>22.673906667714295</c:v>
                </c:pt>
                <c:pt idx="1401">
                  <c:v>22.689203613204388</c:v>
                </c:pt>
                <c:pt idx="1402">
                  <c:v>22.708204999710752</c:v>
                </c:pt>
                <c:pt idx="1403">
                  <c:v>22.778497228745941</c:v>
                </c:pt>
                <c:pt idx="1404">
                  <c:v>22.774921798113319</c:v>
                </c:pt>
                <c:pt idx="1405">
                  <c:v>22.77302350246816</c:v>
                </c:pt>
                <c:pt idx="1406">
                  <c:v>22.787546385656345</c:v>
                </c:pt>
                <c:pt idx="1407">
                  <c:v>22.80481534701082</c:v>
                </c:pt>
                <c:pt idx="1408">
                  <c:v>22.819872701788416</c:v>
                </c:pt>
                <c:pt idx="1409">
                  <c:v>22.837676134732302</c:v>
                </c:pt>
                <c:pt idx="1410">
                  <c:v>22.85894441797997</c:v>
                </c:pt>
                <c:pt idx="1411">
                  <c:v>22.874812695169091</c:v>
                </c:pt>
                <c:pt idx="1412">
                  <c:v>22.895896677868684</c:v>
                </c:pt>
                <c:pt idx="1413">
                  <c:v>22.912502157250096</c:v>
                </c:pt>
                <c:pt idx="1414">
                  <c:v>22.934341772196792</c:v>
                </c:pt>
                <c:pt idx="1415">
                  <c:v>22.953748619908918</c:v>
                </c:pt>
                <c:pt idx="1416">
                  <c:v>22.974740452334476</c:v>
                </c:pt>
                <c:pt idx="1417">
                  <c:v>22.992322724620678</c:v>
                </c:pt>
                <c:pt idx="1418">
                  <c:v>23.011176670688585</c:v>
                </c:pt>
                <c:pt idx="1419">
                  <c:v>23.024501600314291</c:v>
                </c:pt>
                <c:pt idx="1420">
                  <c:v>23.043392406491812</c:v>
                </c:pt>
                <c:pt idx="1421">
                  <c:v>23.063941917601994</c:v>
                </c:pt>
                <c:pt idx="1422">
                  <c:v>23.07947845380458</c:v>
                </c:pt>
                <c:pt idx="1423">
                  <c:v>23.08849075060537</c:v>
                </c:pt>
                <c:pt idx="1424">
                  <c:v>23.125756321425808</c:v>
                </c:pt>
                <c:pt idx="1425">
                  <c:v>23.143928355465842</c:v>
                </c:pt>
                <c:pt idx="1426">
                  <c:v>23.162045099341455</c:v>
                </c:pt>
                <c:pt idx="1427">
                  <c:v>23.175480609296006</c:v>
                </c:pt>
                <c:pt idx="1428">
                  <c:v>23.190722264621673</c:v>
                </c:pt>
                <c:pt idx="1429">
                  <c:v>23.214202154446223</c:v>
                </c:pt>
                <c:pt idx="1430">
                  <c:v>23.229757120703614</c:v>
                </c:pt>
                <c:pt idx="1431">
                  <c:v>23.247818574414808</c:v>
                </c:pt>
                <c:pt idx="1432">
                  <c:v>23.270376961498989</c:v>
                </c:pt>
                <c:pt idx="1433">
                  <c:v>23.286742850167904</c:v>
                </c:pt>
                <c:pt idx="1434">
                  <c:v>23.305541506071389</c:v>
                </c:pt>
                <c:pt idx="1435">
                  <c:v>23.322110125343187</c:v>
                </c:pt>
                <c:pt idx="1436">
                  <c:v>23.337812532039038</c:v>
                </c:pt>
                <c:pt idx="1437">
                  <c:v>23.354454871530066</c:v>
                </c:pt>
                <c:pt idx="1438">
                  <c:v>23.371152501185513</c:v>
                </c:pt>
                <c:pt idx="1439">
                  <c:v>23.386854907881364</c:v>
                </c:pt>
                <c:pt idx="1440">
                  <c:v>23.402723185070485</c:v>
                </c:pt>
                <c:pt idx="1441">
                  <c:v>23.421355970480704</c:v>
                </c:pt>
                <c:pt idx="1442">
                  <c:v>23.443656336797581</c:v>
                </c:pt>
                <c:pt idx="1443">
                  <c:v>23.459635194315545</c:v>
                </c:pt>
                <c:pt idx="1444">
                  <c:v>23.488644100582295</c:v>
                </c:pt>
                <c:pt idx="1445">
                  <c:v>23.499720563521503</c:v>
                </c:pt>
                <c:pt idx="1446">
                  <c:v>23.520399085015338</c:v>
                </c:pt>
                <c:pt idx="1447">
                  <c:v>23.540487844755337</c:v>
                </c:pt>
                <c:pt idx="1448">
                  <c:v>23.562327459702033</c:v>
                </c:pt>
                <c:pt idx="1449">
                  <c:v>23.577163653821941</c:v>
                </c:pt>
                <c:pt idx="1450">
                  <c:v>23.595648998793699</c:v>
                </c:pt>
                <c:pt idx="1451">
                  <c:v>23.615350727382744</c:v>
                </c:pt>
                <c:pt idx="1452">
                  <c:v>23.630168491447844</c:v>
                </c:pt>
                <c:pt idx="1453">
                  <c:v>23.647548033131162</c:v>
                </c:pt>
                <c:pt idx="1454">
                  <c:v>23.665885937664466</c:v>
                </c:pt>
                <c:pt idx="1455">
                  <c:v>23.683892101211235</c:v>
                </c:pt>
                <c:pt idx="1456">
                  <c:v>23.706671648953105</c:v>
                </c:pt>
                <c:pt idx="1457">
                  <c:v>23.720328319565343</c:v>
                </c:pt>
                <c:pt idx="1458">
                  <c:v>23.734648472150646</c:v>
                </c:pt>
                <c:pt idx="1459">
                  <c:v>23.755640304576204</c:v>
                </c:pt>
                <c:pt idx="1460">
                  <c:v>23.775028722233522</c:v>
                </c:pt>
                <c:pt idx="1461">
                  <c:v>23.796057414768693</c:v>
                </c:pt>
                <c:pt idx="1462">
                  <c:v>23.813068355355867</c:v>
                </c:pt>
                <c:pt idx="1463">
                  <c:v>23.825011030871021</c:v>
                </c:pt>
                <c:pt idx="1464">
                  <c:v>23.867584457475974</c:v>
                </c:pt>
                <c:pt idx="1465">
                  <c:v>23.87425613731623</c:v>
                </c:pt>
                <c:pt idx="1466">
                  <c:v>23.886991305188101</c:v>
                </c:pt>
                <c:pt idx="1467">
                  <c:v>23.904315556706997</c:v>
                </c:pt>
                <c:pt idx="1468">
                  <c:v>23.921584518061476</c:v>
                </c:pt>
                <c:pt idx="1469">
                  <c:v>23.939332660840943</c:v>
                </c:pt>
                <c:pt idx="1470">
                  <c:v>23.957504694880978</c:v>
                </c:pt>
                <c:pt idx="1471">
                  <c:v>23.972801640371067</c:v>
                </c:pt>
                <c:pt idx="1472">
                  <c:v>23.990899954191875</c:v>
                </c:pt>
                <c:pt idx="1473">
                  <c:v>24.004538194749305</c:v>
                </c:pt>
                <c:pt idx="1474">
                  <c:v>24.032035836521853</c:v>
                </c:pt>
                <c:pt idx="1475">
                  <c:v>24.049415378205172</c:v>
                </c:pt>
                <c:pt idx="1476">
                  <c:v>24.067827002957703</c:v>
                </c:pt>
                <c:pt idx="1477">
                  <c:v>24.081852274666087</c:v>
                </c:pt>
                <c:pt idx="1478">
                  <c:v>24.101683013638784</c:v>
                </c:pt>
                <c:pt idx="1479">
                  <c:v>24.119468016527865</c:v>
                </c:pt>
                <c:pt idx="1480">
                  <c:v>24.141252341310139</c:v>
                </c:pt>
                <c:pt idx="1481">
                  <c:v>24.159240074802099</c:v>
                </c:pt>
                <c:pt idx="1482">
                  <c:v>24.175329512648908</c:v>
                </c:pt>
                <c:pt idx="1483">
                  <c:v>24.195565712827364</c:v>
                </c:pt>
                <c:pt idx="1484">
                  <c:v>24.201444900310904</c:v>
                </c:pt>
                <c:pt idx="1485">
                  <c:v>24.202532273544538</c:v>
                </c:pt>
                <c:pt idx="1486">
                  <c:v>24.228076329507509</c:v>
                </c:pt>
                <c:pt idx="1487">
                  <c:v>24.261397868599175</c:v>
                </c:pt>
                <c:pt idx="1488">
                  <c:v>24.281597208668018</c:v>
                </c:pt>
                <c:pt idx="1489">
                  <c:v>24.301888699010899</c:v>
                </c:pt>
                <c:pt idx="1490">
                  <c:v>24.325147428177758</c:v>
                </c:pt>
                <c:pt idx="1491">
                  <c:v>24.337643005337135</c:v>
                </c:pt>
                <c:pt idx="1492">
                  <c:v>24.355298997842564</c:v>
                </c:pt>
                <c:pt idx="1493">
                  <c:v>24.371240995250911</c:v>
                </c:pt>
                <c:pt idx="1494">
                  <c:v>24.38952360961979</c:v>
                </c:pt>
                <c:pt idx="1495">
                  <c:v>24.408893597222303</c:v>
                </c:pt>
                <c:pt idx="1496">
                  <c:v>24.428871776633457</c:v>
                </c:pt>
                <c:pt idx="1497">
                  <c:v>24.449882039113824</c:v>
                </c:pt>
                <c:pt idx="1498">
                  <c:v>24.471758514170133</c:v>
                </c:pt>
                <c:pt idx="1499">
                  <c:v>24.486502558016003</c:v>
                </c:pt>
                <c:pt idx="1500">
                  <c:v>24.498445233531161</c:v>
                </c:pt>
                <c:pt idx="1501">
                  <c:v>24.51589849543371</c:v>
                </c:pt>
                <c:pt idx="1502">
                  <c:v>24.537166778681378</c:v>
                </c:pt>
                <c:pt idx="1503">
                  <c:v>24.556407755900238</c:v>
                </c:pt>
                <c:pt idx="1504">
                  <c:v>24.564443259796239</c:v>
                </c:pt>
                <c:pt idx="1505">
                  <c:v>24.611753210486675</c:v>
                </c:pt>
                <c:pt idx="1506">
                  <c:v>24.61013136566363</c:v>
                </c:pt>
                <c:pt idx="1507">
                  <c:v>24.622700663042234</c:v>
                </c:pt>
                <c:pt idx="1508">
                  <c:v>24.64619898292159</c:v>
                </c:pt>
                <c:pt idx="1509">
                  <c:v>24.668222898416357</c:v>
                </c:pt>
                <c:pt idx="1510">
                  <c:v>24.685731450483331</c:v>
                </c:pt>
                <c:pt idx="1511">
                  <c:v>24.701102116192651</c:v>
                </c:pt>
                <c:pt idx="1512">
                  <c:v>24.719218860068263</c:v>
                </c:pt>
                <c:pt idx="1513">
                  <c:v>24.738939018712113</c:v>
                </c:pt>
                <c:pt idx="1514">
                  <c:v>24.759156788835764</c:v>
                </c:pt>
                <c:pt idx="1515">
                  <c:v>24.773274210818187</c:v>
                </c:pt>
                <c:pt idx="1516">
                  <c:v>24.786433269950624</c:v>
                </c:pt>
                <c:pt idx="1517">
                  <c:v>24.804881754812772</c:v>
                </c:pt>
                <c:pt idx="1518">
                  <c:v>24.823883141319136</c:v>
                </c:pt>
                <c:pt idx="1519">
                  <c:v>24.838866775877502</c:v>
                </c:pt>
                <c:pt idx="1520">
                  <c:v>24.859913898467482</c:v>
                </c:pt>
                <c:pt idx="1521">
                  <c:v>24.871100941735538</c:v>
                </c:pt>
                <c:pt idx="1522">
                  <c:v>24.89157673262649</c:v>
                </c:pt>
                <c:pt idx="1523">
                  <c:v>24.913508497847221</c:v>
                </c:pt>
                <c:pt idx="1524">
                  <c:v>24.927662779939258</c:v>
                </c:pt>
                <c:pt idx="1525">
                  <c:v>24.927939230761368</c:v>
                </c:pt>
                <c:pt idx="1526">
                  <c:v>24.952432773600322</c:v>
                </c:pt>
                <c:pt idx="1527">
                  <c:v>24.973240305477805</c:v>
                </c:pt>
                <c:pt idx="1528">
                  <c:v>24.994766609492775</c:v>
                </c:pt>
                <c:pt idx="1529">
                  <c:v>25.014873799287582</c:v>
                </c:pt>
                <c:pt idx="1530">
                  <c:v>25.039533212619801</c:v>
                </c:pt>
                <c:pt idx="1531">
                  <c:v>25.058405588742513</c:v>
                </c:pt>
                <c:pt idx="1532">
                  <c:v>25.0699243729971</c:v>
                </c:pt>
                <c:pt idx="1533">
                  <c:v>25.082456810266091</c:v>
                </c:pt>
                <c:pt idx="1534">
                  <c:v>25.106858202831006</c:v>
                </c:pt>
                <c:pt idx="1535">
                  <c:v>25.128089625969061</c:v>
                </c:pt>
                <c:pt idx="1536">
                  <c:v>25.146224799899482</c:v>
                </c:pt>
                <c:pt idx="1537">
                  <c:v>25.160213211498249</c:v>
                </c:pt>
                <c:pt idx="1538">
                  <c:v>25.175602307262377</c:v>
                </c:pt>
                <c:pt idx="1539">
                  <c:v>25.196925880674467</c:v>
                </c:pt>
                <c:pt idx="1540">
                  <c:v>25.216940920195238</c:v>
                </c:pt>
                <c:pt idx="1541">
                  <c:v>25.232901347658391</c:v>
                </c:pt>
                <c:pt idx="1542">
                  <c:v>25.243719789830301</c:v>
                </c:pt>
                <c:pt idx="1543">
                  <c:v>25.26262902606263</c:v>
                </c:pt>
                <c:pt idx="1544">
                  <c:v>25.282478195090132</c:v>
                </c:pt>
                <c:pt idx="1545">
                  <c:v>25.342449593433209</c:v>
                </c:pt>
                <c:pt idx="1546">
                  <c:v>25.336809996662165</c:v>
                </c:pt>
                <c:pt idx="1547">
                  <c:v>25.337344468251576</c:v>
                </c:pt>
                <c:pt idx="1548">
                  <c:v>25.346154034449484</c:v>
                </c:pt>
                <c:pt idx="1549">
                  <c:v>25.35595882360699</c:v>
                </c:pt>
                <c:pt idx="1550">
                  <c:v>25.384580698722786</c:v>
                </c:pt>
                <c:pt idx="1551">
                  <c:v>25.402586862269555</c:v>
                </c:pt>
                <c:pt idx="1552">
                  <c:v>25.42337596409223</c:v>
                </c:pt>
                <c:pt idx="1553">
                  <c:v>25.441289977364963</c:v>
                </c:pt>
                <c:pt idx="1554">
                  <c:v>25.457305694992542</c:v>
                </c:pt>
                <c:pt idx="1555">
                  <c:v>25.475274998429697</c:v>
                </c:pt>
                <c:pt idx="1556">
                  <c:v>25.498552157651364</c:v>
                </c:pt>
                <c:pt idx="1557">
                  <c:v>25.511121455029969</c:v>
                </c:pt>
                <c:pt idx="1558">
                  <c:v>25.527708504356575</c:v>
                </c:pt>
                <c:pt idx="1559">
                  <c:v>25.543613641655305</c:v>
                </c:pt>
                <c:pt idx="1560">
                  <c:v>25.565969298136608</c:v>
                </c:pt>
                <c:pt idx="1561">
                  <c:v>25.585781607054496</c:v>
                </c:pt>
                <c:pt idx="1562">
                  <c:v>25.602092205558989</c:v>
                </c:pt>
                <c:pt idx="1563">
                  <c:v>25.619379596968272</c:v>
                </c:pt>
                <c:pt idx="1564">
                  <c:v>25.633109987799742</c:v>
                </c:pt>
                <c:pt idx="1565">
                  <c:v>25.640205558900565</c:v>
                </c:pt>
                <c:pt idx="1566">
                  <c:v>25.702093682943605</c:v>
                </c:pt>
                <c:pt idx="1567">
                  <c:v>25.701467061080159</c:v>
                </c:pt>
                <c:pt idx="1568">
                  <c:v>25.711585161169385</c:v>
                </c:pt>
                <c:pt idx="1569">
                  <c:v>25.720763328463441</c:v>
                </c:pt>
                <c:pt idx="1570">
                  <c:v>25.729185863510395</c:v>
                </c:pt>
                <c:pt idx="1571">
                  <c:v>25.750656877360942</c:v>
                </c:pt>
                <c:pt idx="1572">
                  <c:v>25.767815258386573</c:v>
                </c:pt>
                <c:pt idx="1573">
                  <c:v>25.790834396840939</c:v>
                </c:pt>
                <c:pt idx="1574">
                  <c:v>25.816046711817378</c:v>
                </c:pt>
                <c:pt idx="1575">
                  <c:v>25.832117719609379</c:v>
                </c:pt>
                <c:pt idx="1576">
                  <c:v>25.846198281482184</c:v>
                </c:pt>
                <c:pt idx="1577">
                  <c:v>25.859044029682899</c:v>
                </c:pt>
                <c:pt idx="1578">
                  <c:v>25.88152869654785</c:v>
                </c:pt>
                <c:pt idx="1579">
                  <c:v>25.897544414175428</c:v>
                </c:pt>
                <c:pt idx="1580">
                  <c:v>25.912122587528032</c:v>
                </c:pt>
                <c:pt idx="1581">
                  <c:v>25.930755372938251</c:v>
                </c:pt>
                <c:pt idx="1582">
                  <c:v>25.945757437551425</c:v>
                </c:pt>
                <c:pt idx="1583">
                  <c:v>25.962455067206871</c:v>
                </c:pt>
                <c:pt idx="1584">
                  <c:v>25.982691267385331</c:v>
                </c:pt>
                <c:pt idx="1585">
                  <c:v>25.996476948381218</c:v>
                </c:pt>
                <c:pt idx="1586">
                  <c:v>26.044284510551453</c:v>
                </c:pt>
                <c:pt idx="1587">
                  <c:v>26.037170509395821</c:v>
                </c:pt>
                <c:pt idx="1588">
                  <c:v>26.046532977237948</c:v>
                </c:pt>
                <c:pt idx="1589">
                  <c:v>26.060687259329985</c:v>
                </c:pt>
                <c:pt idx="1590">
                  <c:v>26.08300605570167</c:v>
                </c:pt>
                <c:pt idx="1591">
                  <c:v>26.103039525277246</c:v>
                </c:pt>
                <c:pt idx="1592">
                  <c:v>26.122298932550915</c:v>
                </c:pt>
                <c:pt idx="1593">
                  <c:v>26.132417032640145</c:v>
                </c:pt>
                <c:pt idx="1594">
                  <c:v>26.141834790646694</c:v>
                </c:pt>
                <c:pt idx="1595">
                  <c:v>26.16214471104438</c:v>
                </c:pt>
                <c:pt idx="1596">
                  <c:v>26.183376134182435</c:v>
                </c:pt>
                <c:pt idx="1597">
                  <c:v>26.198193898247535</c:v>
                </c:pt>
                <c:pt idx="1598">
                  <c:v>26.20993384315981</c:v>
                </c:pt>
                <c:pt idx="1599">
                  <c:v>26.22882464933733</c:v>
                </c:pt>
                <c:pt idx="1600">
                  <c:v>26.249263580118669</c:v>
                </c:pt>
                <c:pt idx="1601">
                  <c:v>26.266053360048154</c:v>
                </c:pt>
                <c:pt idx="1602">
                  <c:v>26.290565332941913</c:v>
                </c:pt>
                <c:pt idx="1603">
                  <c:v>26.310082760982883</c:v>
                </c:pt>
                <c:pt idx="1604">
                  <c:v>26.316643860494299</c:v>
                </c:pt>
                <c:pt idx="1605">
                  <c:v>26.3385019054958</c:v>
                </c:pt>
                <c:pt idx="1606">
                  <c:v>26.377315600920056</c:v>
                </c:pt>
                <c:pt idx="1607">
                  <c:v>26.380301269798842</c:v>
                </c:pt>
                <c:pt idx="1608">
                  <c:v>26.39126715240921</c:v>
                </c:pt>
                <c:pt idx="1609">
                  <c:v>26.402251465074382</c:v>
                </c:pt>
                <c:pt idx="1610">
                  <c:v>26.421271281635555</c:v>
                </c:pt>
                <c:pt idx="1611">
                  <c:v>26.439701336442894</c:v>
                </c:pt>
                <c:pt idx="1612">
                  <c:v>26.459882246456928</c:v>
                </c:pt>
                <c:pt idx="1613">
                  <c:v>26.467862460188506</c:v>
                </c:pt>
                <c:pt idx="1614">
                  <c:v>26.484449509515112</c:v>
                </c:pt>
                <c:pt idx="1615">
                  <c:v>26.49263245384957</c:v>
                </c:pt>
                <c:pt idx="1616">
                  <c:v>26.517384017455825</c:v>
                </c:pt>
                <c:pt idx="1617">
                  <c:v>26.536219533468923</c:v>
                </c:pt>
                <c:pt idx="1618">
                  <c:v>26.554649588276263</c:v>
                </c:pt>
                <c:pt idx="1619">
                  <c:v>26.573208653467251</c:v>
                </c:pt>
                <c:pt idx="1620">
                  <c:v>26.579253711444061</c:v>
                </c:pt>
                <c:pt idx="1621">
                  <c:v>26.597038714333141</c:v>
                </c:pt>
                <c:pt idx="1622">
                  <c:v>26.616961603579874</c:v>
                </c:pt>
                <c:pt idx="1623">
                  <c:v>26.636055140360273</c:v>
                </c:pt>
                <c:pt idx="1624">
                  <c:v>26.658023765690622</c:v>
                </c:pt>
                <c:pt idx="1625">
                  <c:v>26.674205353811466</c:v>
                </c:pt>
                <c:pt idx="1626">
                  <c:v>26.679107748390216</c:v>
                </c:pt>
                <c:pt idx="1627">
                  <c:v>26.727947393629663</c:v>
                </c:pt>
                <c:pt idx="1628">
                  <c:v>26.725348755901827</c:v>
                </c:pt>
                <c:pt idx="1629">
                  <c:v>26.736720099717957</c:v>
                </c:pt>
                <c:pt idx="1630">
                  <c:v>26.75627438786854</c:v>
                </c:pt>
                <c:pt idx="1631">
                  <c:v>26.778114002815236</c:v>
                </c:pt>
                <c:pt idx="1632">
                  <c:v>26.796838938499494</c:v>
                </c:pt>
                <c:pt idx="1633">
                  <c:v>26.811564552290555</c:v>
                </c:pt>
                <c:pt idx="1634">
                  <c:v>26.825755694492205</c:v>
                </c:pt>
                <c:pt idx="1635">
                  <c:v>26.837827380391012</c:v>
                </c:pt>
                <c:pt idx="1636">
                  <c:v>26.856073134650277</c:v>
                </c:pt>
                <c:pt idx="1637">
                  <c:v>26.878207630473891</c:v>
                </c:pt>
                <c:pt idx="1638">
                  <c:v>26.887035626726608</c:v>
                </c:pt>
                <c:pt idx="1639">
                  <c:v>26.905023360218568</c:v>
                </c:pt>
                <c:pt idx="1640">
                  <c:v>26.91899334176253</c:v>
                </c:pt>
                <c:pt idx="1641">
                  <c:v>26.934751038622803</c:v>
                </c:pt>
                <c:pt idx="1642">
                  <c:v>26.959060280913683</c:v>
                </c:pt>
                <c:pt idx="1643">
                  <c:v>26.980217983832507</c:v>
                </c:pt>
                <c:pt idx="1644">
                  <c:v>26.998334727708119</c:v>
                </c:pt>
                <c:pt idx="1645">
                  <c:v>27.005338148534911</c:v>
                </c:pt>
                <c:pt idx="1646">
                  <c:v>27.014884916925112</c:v>
                </c:pt>
                <c:pt idx="1647">
                  <c:v>27.037000982693918</c:v>
                </c:pt>
                <c:pt idx="1648">
                  <c:v>27.055449467556063</c:v>
                </c:pt>
                <c:pt idx="1649">
                  <c:v>27.069769620141365</c:v>
                </c:pt>
                <c:pt idx="1650">
                  <c:v>27.081048813683456</c:v>
                </c:pt>
                <c:pt idx="1651">
                  <c:v>27.095719137310095</c:v>
                </c:pt>
                <c:pt idx="1652">
                  <c:v>27.112932808500151</c:v>
                </c:pt>
                <c:pt idx="1653">
                  <c:v>27.129224976949835</c:v>
                </c:pt>
                <c:pt idx="1654">
                  <c:v>27.148410664004274</c:v>
                </c:pt>
                <c:pt idx="1655">
                  <c:v>27.163099417685725</c:v>
                </c:pt>
                <c:pt idx="1656">
                  <c:v>27.177861891586403</c:v>
                </c:pt>
                <c:pt idx="1657">
                  <c:v>27.190412758910199</c:v>
                </c:pt>
                <c:pt idx="1658">
                  <c:v>27.210814829581924</c:v>
                </c:pt>
                <c:pt idx="1659">
                  <c:v>27.230737718828657</c:v>
                </c:pt>
                <c:pt idx="1660">
                  <c:v>27.249775965444634</c:v>
                </c:pt>
                <c:pt idx="1661">
                  <c:v>27.268113869977938</c:v>
                </c:pt>
                <c:pt idx="1662">
                  <c:v>27.285640852099714</c:v>
                </c:pt>
                <c:pt idx="1663">
                  <c:v>27.300716636932119</c:v>
                </c:pt>
                <c:pt idx="1664">
                  <c:v>27.316234743079896</c:v>
                </c:pt>
                <c:pt idx="1665">
                  <c:v>27.329559672705603</c:v>
                </c:pt>
                <c:pt idx="1666">
                  <c:v>27.344027265729363</c:v>
                </c:pt>
                <c:pt idx="1667">
                  <c:v>27.380518774247893</c:v>
                </c:pt>
                <c:pt idx="1668">
                  <c:v>27.386139940964132</c:v>
                </c:pt>
                <c:pt idx="1669">
                  <c:v>27.402579549852277</c:v>
                </c:pt>
                <c:pt idx="1670">
                  <c:v>27.421083324878843</c:v>
                </c:pt>
                <c:pt idx="1671">
                  <c:v>27.433007570339193</c:v>
                </c:pt>
                <c:pt idx="1672">
                  <c:v>27.442701779167852</c:v>
                </c:pt>
                <c:pt idx="1673">
                  <c:v>27.46035777167328</c:v>
                </c:pt>
                <c:pt idx="1674">
                  <c:v>27.476649940122968</c:v>
                </c:pt>
                <c:pt idx="1675">
                  <c:v>27.495411735916839</c:v>
                </c:pt>
                <c:pt idx="1676">
                  <c:v>27.510671821297315</c:v>
                </c:pt>
                <c:pt idx="1677">
                  <c:v>27.526226787554709</c:v>
                </c:pt>
                <c:pt idx="1678">
                  <c:v>27.538574924275625</c:v>
                </c:pt>
                <c:pt idx="1679">
                  <c:v>27.554996103108962</c:v>
                </c:pt>
                <c:pt idx="1680">
                  <c:v>27.574826842081659</c:v>
                </c:pt>
                <c:pt idx="1681">
                  <c:v>27.590326518174631</c:v>
                </c:pt>
                <c:pt idx="1682">
                  <c:v>27.606471246185858</c:v>
                </c:pt>
                <c:pt idx="1683">
                  <c:v>27.622450103703819</c:v>
                </c:pt>
                <c:pt idx="1684">
                  <c:v>27.636585955741047</c:v>
                </c:pt>
                <c:pt idx="1685">
                  <c:v>27.649431703941765</c:v>
                </c:pt>
                <c:pt idx="1686">
                  <c:v>27.65811225975602</c:v>
                </c:pt>
                <c:pt idx="1687">
                  <c:v>27.669999645106753</c:v>
                </c:pt>
                <c:pt idx="1688">
                  <c:v>27.688503420133319</c:v>
                </c:pt>
                <c:pt idx="1689">
                  <c:v>27.711522558587685</c:v>
                </c:pt>
                <c:pt idx="1690">
                  <c:v>27.731150566957499</c:v>
                </c:pt>
                <c:pt idx="1691">
                  <c:v>27.747737616284105</c:v>
                </c:pt>
                <c:pt idx="1692">
                  <c:v>27.768876889148121</c:v>
                </c:pt>
                <c:pt idx="1693">
                  <c:v>27.787067353242964</c:v>
                </c:pt>
                <c:pt idx="1694">
                  <c:v>27.801590236431146</c:v>
                </c:pt>
                <c:pt idx="1695">
                  <c:v>27.813754072603992</c:v>
                </c:pt>
                <c:pt idx="1696">
                  <c:v>27.823761592364374</c:v>
                </c:pt>
                <c:pt idx="1697">
                  <c:v>27.83728925259296</c:v>
                </c:pt>
                <c:pt idx="1698">
                  <c:v>27.856290639099328</c:v>
                </c:pt>
                <c:pt idx="1699">
                  <c:v>27.872988268754774</c:v>
                </c:pt>
                <c:pt idx="1700">
                  <c:v>27.892579417014975</c:v>
                </c:pt>
                <c:pt idx="1701">
                  <c:v>27.907360320970461</c:v>
                </c:pt>
                <c:pt idx="1702">
                  <c:v>27.91698080957989</c:v>
                </c:pt>
                <c:pt idx="1703">
                  <c:v>27.933494138687266</c:v>
                </c:pt>
                <c:pt idx="1704">
                  <c:v>27.957877101197376</c:v>
                </c:pt>
                <c:pt idx="1705">
                  <c:v>27.965046392517429</c:v>
                </c:pt>
                <c:pt idx="1706">
                  <c:v>27.978371322143136</c:v>
                </c:pt>
                <c:pt idx="1707">
                  <c:v>27.9858170642853</c:v>
                </c:pt>
                <c:pt idx="1708">
                  <c:v>27.986683276861243</c:v>
                </c:pt>
                <c:pt idx="1709">
                  <c:v>28.016613685868361</c:v>
                </c:pt>
                <c:pt idx="1710">
                  <c:v>28.037697668567958</c:v>
                </c:pt>
                <c:pt idx="1711">
                  <c:v>28.058026019020449</c:v>
                </c:pt>
                <c:pt idx="1712">
                  <c:v>28.073470404948999</c:v>
                </c:pt>
                <c:pt idx="1713">
                  <c:v>28.086758474465089</c:v>
                </c:pt>
                <c:pt idx="1714">
                  <c:v>28.099180331405236</c:v>
                </c:pt>
                <c:pt idx="1715">
                  <c:v>28.111454747906922</c:v>
                </c:pt>
                <c:pt idx="1716">
                  <c:v>28.130216543700794</c:v>
                </c:pt>
                <c:pt idx="1717">
                  <c:v>28.146840453137013</c:v>
                </c:pt>
                <c:pt idx="1718">
                  <c:v>28.149918272289838</c:v>
                </c:pt>
                <c:pt idx="1719">
                  <c:v>28.168587917809671</c:v>
                </c:pt>
                <c:pt idx="1720">
                  <c:v>28.187312853493928</c:v>
                </c:pt>
                <c:pt idx="1721">
                  <c:v>28.202130617559028</c:v>
                </c:pt>
                <c:pt idx="1722">
                  <c:v>28.218404355953908</c:v>
                </c:pt>
                <c:pt idx="1723">
                  <c:v>28.231618705250767</c:v>
                </c:pt>
                <c:pt idx="1724">
                  <c:v>28.253550470471502</c:v>
                </c:pt>
                <c:pt idx="1725">
                  <c:v>28.270745711606747</c:v>
                </c:pt>
                <c:pt idx="1726">
                  <c:v>28.287001019946821</c:v>
                </c:pt>
                <c:pt idx="1727">
                  <c:v>28.298648814585057</c:v>
                </c:pt>
                <c:pt idx="1728">
                  <c:v>28.307218790070468</c:v>
                </c:pt>
                <c:pt idx="1729">
                  <c:v>28.323363518081699</c:v>
                </c:pt>
                <c:pt idx="1730">
                  <c:v>28.339139644996781</c:v>
                </c:pt>
                <c:pt idx="1731">
                  <c:v>28.356021575200302</c:v>
                </c:pt>
                <c:pt idx="1732">
                  <c:v>28.364315099863603</c:v>
                </c:pt>
                <c:pt idx="1733">
                  <c:v>28.381049589628667</c:v>
                </c:pt>
                <c:pt idx="1734">
                  <c:v>28.399553364655233</c:v>
                </c:pt>
                <c:pt idx="1735">
                  <c:v>28.409800475128115</c:v>
                </c:pt>
                <c:pt idx="1736">
                  <c:v>28.423530865959581</c:v>
                </c:pt>
                <c:pt idx="1737">
                  <c:v>28.438846241504478</c:v>
                </c:pt>
                <c:pt idx="1738">
                  <c:v>28.457571177188733</c:v>
                </c:pt>
                <c:pt idx="1739">
                  <c:v>28.47242580136345</c:v>
                </c:pt>
                <c:pt idx="1740">
                  <c:v>28.483225813480548</c:v>
                </c:pt>
                <c:pt idx="1741">
                  <c:v>28.498485898861023</c:v>
                </c:pt>
                <c:pt idx="1742">
                  <c:v>28.513100932323244</c:v>
                </c:pt>
                <c:pt idx="1743">
                  <c:v>28.525983540633572</c:v>
                </c:pt>
                <c:pt idx="1744">
                  <c:v>28.544413595440911</c:v>
                </c:pt>
                <c:pt idx="1745">
                  <c:v>28.558383576984873</c:v>
                </c:pt>
                <c:pt idx="1746">
                  <c:v>28.576850491901826</c:v>
                </c:pt>
                <c:pt idx="1747">
                  <c:v>28.600256661507146</c:v>
                </c:pt>
                <c:pt idx="1748">
                  <c:v>28.612678518447293</c:v>
                </c:pt>
                <c:pt idx="1749">
                  <c:v>28.624787064455713</c:v>
                </c:pt>
                <c:pt idx="1750">
                  <c:v>28.638812336164097</c:v>
                </c:pt>
                <c:pt idx="1751">
                  <c:v>28.645391865730318</c:v>
                </c:pt>
                <c:pt idx="1752">
                  <c:v>28.655804846696462</c:v>
                </c:pt>
                <c:pt idx="1753">
                  <c:v>28.679321596630626</c:v>
                </c:pt>
                <c:pt idx="1754">
                  <c:v>28.692185774886148</c:v>
                </c:pt>
                <c:pt idx="1755">
                  <c:v>28.699834247631195</c:v>
                </c:pt>
                <c:pt idx="1756">
                  <c:v>28.723314137455741</c:v>
                </c:pt>
                <c:pt idx="1757">
                  <c:v>28.738758523384291</c:v>
                </c:pt>
                <c:pt idx="1758">
                  <c:v>28.756082774903192</c:v>
                </c:pt>
                <c:pt idx="1759">
                  <c:v>28.770347637324068</c:v>
                </c:pt>
                <c:pt idx="1760">
                  <c:v>28.775286892012435</c:v>
                </c:pt>
                <c:pt idx="1761">
                  <c:v>28.783709427059389</c:v>
                </c:pt>
                <c:pt idx="1762">
                  <c:v>28.796149714054344</c:v>
                </c:pt>
                <c:pt idx="1763">
                  <c:v>28.814690349190524</c:v>
                </c:pt>
                <c:pt idx="1764">
                  <c:v>28.832291051531534</c:v>
                </c:pt>
                <c:pt idx="1765">
                  <c:v>28.852287660997494</c:v>
                </c:pt>
                <c:pt idx="1766">
                  <c:v>28.870496555147145</c:v>
                </c:pt>
                <c:pt idx="1767">
                  <c:v>28.881941619182502</c:v>
                </c:pt>
                <c:pt idx="1768">
                  <c:v>28.887562785898741</c:v>
                </c:pt>
                <c:pt idx="1769">
                  <c:v>28.897127984343751</c:v>
                </c:pt>
                <c:pt idx="1770">
                  <c:v>28.916092510740501</c:v>
                </c:pt>
                <c:pt idx="1771">
                  <c:v>28.92786931576239</c:v>
                </c:pt>
                <c:pt idx="1772">
                  <c:v>28.943092541033252</c:v>
                </c:pt>
                <c:pt idx="1773">
                  <c:v>28.954353304520534</c:v>
                </c:pt>
                <c:pt idx="1774">
                  <c:v>28.966719871296259</c:v>
                </c:pt>
                <c:pt idx="1775">
                  <c:v>28.977556743522975</c:v>
                </c:pt>
                <c:pt idx="1776">
                  <c:v>28.998843456825448</c:v>
                </c:pt>
                <c:pt idx="1777">
                  <c:v>29.014877604507834</c:v>
                </c:pt>
                <c:pt idx="1778">
                  <c:v>29.031962265314235</c:v>
                </c:pt>
                <c:pt idx="1779">
                  <c:v>29.050042149080234</c:v>
                </c:pt>
                <c:pt idx="1780">
                  <c:v>29.063367078705941</c:v>
                </c:pt>
                <c:pt idx="1781">
                  <c:v>29.078129552606619</c:v>
                </c:pt>
                <c:pt idx="1782">
                  <c:v>29.089685196970819</c:v>
                </c:pt>
                <c:pt idx="1783">
                  <c:v>29.103157567034984</c:v>
                </c:pt>
                <c:pt idx="1784">
                  <c:v>29.114768501563606</c:v>
                </c:pt>
                <c:pt idx="1785">
                  <c:v>29.131244970561365</c:v>
                </c:pt>
                <c:pt idx="1786">
                  <c:v>29.147684579449511</c:v>
                </c:pt>
                <c:pt idx="1787">
                  <c:v>29.162207462637692</c:v>
                </c:pt>
                <c:pt idx="1788">
                  <c:v>29.171606790589436</c:v>
                </c:pt>
                <c:pt idx="1789">
                  <c:v>29.169487334286593</c:v>
                </c:pt>
                <c:pt idx="1790">
                  <c:v>29.192911933946718</c:v>
                </c:pt>
                <c:pt idx="1791">
                  <c:v>29.209535843382938</c:v>
                </c:pt>
                <c:pt idx="1792">
                  <c:v>29.224372037502846</c:v>
                </c:pt>
                <c:pt idx="1793">
                  <c:v>29.234268976934388</c:v>
                </c:pt>
                <c:pt idx="1794">
                  <c:v>29.251593228453284</c:v>
                </c:pt>
                <c:pt idx="1795">
                  <c:v>29.272069019344237</c:v>
                </c:pt>
                <c:pt idx="1796">
                  <c:v>29.283292922721905</c:v>
                </c:pt>
                <c:pt idx="1797">
                  <c:v>29.298737308650455</c:v>
                </c:pt>
                <c:pt idx="1798">
                  <c:v>29.312135958495389</c:v>
                </c:pt>
                <c:pt idx="1799">
                  <c:v>29.325958499600894</c:v>
                </c:pt>
                <c:pt idx="1800">
                  <c:v>29.335247247223791</c:v>
                </c:pt>
                <c:pt idx="1801">
                  <c:v>29.352129177427315</c:v>
                </c:pt>
                <c:pt idx="1802">
                  <c:v>29.362689598831917</c:v>
                </c:pt>
                <c:pt idx="1803">
                  <c:v>29.373342170510561</c:v>
                </c:pt>
                <c:pt idx="1804">
                  <c:v>29.391053453180412</c:v>
                </c:pt>
                <c:pt idx="1805">
                  <c:v>29.40616609812243</c:v>
                </c:pt>
                <c:pt idx="1806">
                  <c:v>29.414367472511696</c:v>
                </c:pt>
                <c:pt idx="1807">
                  <c:v>29.429498547508519</c:v>
                </c:pt>
                <c:pt idx="1808">
                  <c:v>29.442915627408262</c:v>
                </c:pt>
                <c:pt idx="1809">
                  <c:v>29.504895901725341</c:v>
                </c:pt>
                <c:pt idx="1810">
                  <c:v>29.487645370425671</c:v>
                </c:pt>
                <c:pt idx="1811">
                  <c:v>29.485470623958406</c:v>
                </c:pt>
                <c:pt idx="1812">
                  <c:v>29.496749817500497</c:v>
                </c:pt>
                <c:pt idx="1813">
                  <c:v>29.510535498496385</c:v>
                </c:pt>
                <c:pt idx="1814">
                  <c:v>29.52352868713556</c:v>
                </c:pt>
                <c:pt idx="1815">
                  <c:v>29.540668638106382</c:v>
                </c:pt>
                <c:pt idx="1816">
                  <c:v>29.553016774827299</c:v>
                </c:pt>
                <c:pt idx="1817">
                  <c:v>29.563411325738638</c:v>
                </c:pt>
                <c:pt idx="1818">
                  <c:v>29.581104178353684</c:v>
                </c:pt>
                <c:pt idx="1819">
                  <c:v>29.587683707919904</c:v>
                </c:pt>
                <c:pt idx="1820">
                  <c:v>29.604418197684964</c:v>
                </c:pt>
                <c:pt idx="1821">
                  <c:v>29.616692614186654</c:v>
                </c:pt>
                <c:pt idx="1822">
                  <c:v>29.627455766194139</c:v>
                </c:pt>
                <c:pt idx="1823">
                  <c:v>29.647046914454339</c:v>
                </c:pt>
                <c:pt idx="1824">
                  <c:v>29.659726792161788</c:v>
                </c:pt>
                <c:pt idx="1825">
                  <c:v>29.676995753516263</c:v>
                </c:pt>
                <c:pt idx="1826">
                  <c:v>29.685344568343986</c:v>
                </c:pt>
                <c:pt idx="1827">
                  <c:v>29.696937072817803</c:v>
                </c:pt>
                <c:pt idx="1828">
                  <c:v>29.717099552777032</c:v>
                </c:pt>
                <c:pt idx="1829">
                  <c:v>29.720582833135619</c:v>
                </c:pt>
                <c:pt idx="1830">
                  <c:v>29.744376033891893</c:v>
                </c:pt>
                <c:pt idx="1831">
                  <c:v>29.750218361265819</c:v>
                </c:pt>
                <c:pt idx="1832">
                  <c:v>29.759599259162751</c:v>
                </c:pt>
                <c:pt idx="1833">
                  <c:v>29.773292789884604</c:v>
                </c:pt>
                <c:pt idx="1834">
                  <c:v>29.79050646107466</c:v>
                </c:pt>
                <c:pt idx="1835">
                  <c:v>29.795316705379374</c:v>
                </c:pt>
                <c:pt idx="1836">
                  <c:v>29.80877064538873</c:v>
                </c:pt>
                <c:pt idx="1837">
                  <c:v>29.824399331865354</c:v>
                </c:pt>
                <c:pt idx="1838">
                  <c:v>29.842110614535205</c:v>
                </c:pt>
                <c:pt idx="1839">
                  <c:v>29.854495611365738</c:v>
                </c:pt>
                <c:pt idx="1840">
                  <c:v>29.867544090169332</c:v>
                </c:pt>
                <c:pt idx="1841">
                  <c:v>29.87156184211733</c:v>
                </c:pt>
                <c:pt idx="1842">
                  <c:v>29.880740009411387</c:v>
                </c:pt>
                <c:pt idx="1843">
                  <c:v>29.896423986052429</c:v>
                </c:pt>
                <c:pt idx="1844">
                  <c:v>29.911831511871366</c:v>
                </c:pt>
                <c:pt idx="1845">
                  <c:v>29.931146209309457</c:v>
                </c:pt>
                <c:pt idx="1846">
                  <c:v>29.941946221426555</c:v>
                </c:pt>
                <c:pt idx="1847">
                  <c:v>29.946037693593784</c:v>
                </c:pt>
                <c:pt idx="1848">
                  <c:v>29.96054214672716</c:v>
                </c:pt>
                <c:pt idx="1849">
                  <c:v>29.970789257200039</c:v>
                </c:pt>
                <c:pt idx="1850">
                  <c:v>29.99281317269481</c:v>
                </c:pt>
                <c:pt idx="1851">
                  <c:v>30.000129904453324</c:v>
                </c:pt>
                <c:pt idx="1852">
                  <c:v>30.014173606216513</c:v>
                </c:pt>
                <c:pt idx="1853">
                  <c:v>30.025526519977834</c:v>
                </c:pt>
                <c:pt idx="1854">
                  <c:v>30.033396153380568</c:v>
                </c:pt>
                <c:pt idx="1855">
                  <c:v>30.046776373170697</c:v>
                </c:pt>
                <c:pt idx="1856">
                  <c:v>30.061815297893485</c:v>
                </c:pt>
                <c:pt idx="1857">
                  <c:v>30.078218046672013</c:v>
                </c:pt>
                <c:pt idx="1858">
                  <c:v>30.087230343472804</c:v>
                </c:pt>
                <c:pt idx="1859">
                  <c:v>30.089681540762179</c:v>
                </c:pt>
                <c:pt idx="1860">
                  <c:v>30.101955957263865</c:v>
                </c:pt>
                <c:pt idx="1861">
                  <c:v>30.118487716426049</c:v>
                </c:pt>
                <c:pt idx="1862">
                  <c:v>30.135424936793992</c:v>
                </c:pt>
                <c:pt idx="1863">
                  <c:v>30.150703452229276</c:v>
                </c:pt>
                <c:pt idx="1864">
                  <c:v>30.163973091690558</c:v>
                </c:pt>
                <c:pt idx="1865">
                  <c:v>30.171916445312522</c:v>
                </c:pt>
                <c:pt idx="1866">
                  <c:v>30.184319872197861</c:v>
                </c:pt>
                <c:pt idx="1867">
                  <c:v>30.19193148483329</c:v>
                </c:pt>
                <c:pt idx="1868">
                  <c:v>30.206306927583014</c:v>
                </c:pt>
                <c:pt idx="1869">
                  <c:v>30.221161551757728</c:v>
                </c:pt>
                <c:pt idx="1870">
                  <c:v>30.241471472155418</c:v>
                </c:pt>
                <c:pt idx="1871">
                  <c:v>30.23763802075549</c:v>
                </c:pt>
                <c:pt idx="1872">
                  <c:v>30.245820965089948</c:v>
                </c:pt>
                <c:pt idx="1873">
                  <c:v>30.258574563016627</c:v>
                </c:pt>
                <c:pt idx="1874">
                  <c:v>30.271236010669266</c:v>
                </c:pt>
                <c:pt idx="1875">
                  <c:v>30.284763670897853</c:v>
                </c:pt>
                <c:pt idx="1876">
                  <c:v>30.293388936547689</c:v>
                </c:pt>
                <c:pt idx="1877">
                  <c:v>30.303875637733064</c:v>
                </c:pt>
                <c:pt idx="1878">
                  <c:v>30.319227873387575</c:v>
                </c:pt>
                <c:pt idx="1879">
                  <c:v>30.328756211722968</c:v>
                </c:pt>
                <c:pt idx="1880">
                  <c:v>30.340440866470821</c:v>
                </c:pt>
                <c:pt idx="1881">
                  <c:v>30.354853169330159</c:v>
                </c:pt>
                <c:pt idx="1882">
                  <c:v>30.361764439882911</c:v>
                </c:pt>
                <c:pt idx="1883">
                  <c:v>30.369799943778911</c:v>
                </c:pt>
                <c:pt idx="1884">
                  <c:v>30.38012077447102</c:v>
                </c:pt>
                <c:pt idx="1885">
                  <c:v>30.3896122526968</c:v>
                </c:pt>
                <c:pt idx="1886">
                  <c:v>30.404245716213826</c:v>
                </c:pt>
                <c:pt idx="1887">
                  <c:v>30.417754946387607</c:v>
                </c:pt>
                <c:pt idx="1888">
                  <c:v>30.435963840537255</c:v>
                </c:pt>
                <c:pt idx="1889">
                  <c:v>30.44127169632177</c:v>
                </c:pt>
                <c:pt idx="1890">
                  <c:v>30.532832208604624</c:v>
                </c:pt>
                <c:pt idx="1891">
                  <c:v>30.504781665187856</c:v>
                </c:pt>
                <c:pt idx="1892">
                  <c:v>30.485614408188226</c:v>
                </c:pt>
                <c:pt idx="1893">
                  <c:v>30.488673797286243</c:v>
                </c:pt>
                <c:pt idx="1894">
                  <c:v>30.502754359159049</c:v>
                </c:pt>
                <c:pt idx="1895">
                  <c:v>30.515397376756884</c:v>
                </c:pt>
                <c:pt idx="1896">
                  <c:v>30.525626057174957</c:v>
                </c:pt>
                <c:pt idx="1897">
                  <c:v>30.532224016795983</c:v>
                </c:pt>
                <c:pt idx="1898">
                  <c:v>30.54409297209191</c:v>
                </c:pt>
                <c:pt idx="1899">
                  <c:v>30.55668069952532</c:v>
                </c:pt>
                <c:pt idx="1900">
                  <c:v>30.57157218380965</c:v>
                </c:pt>
                <c:pt idx="1901">
                  <c:v>30.583385848941152</c:v>
                </c:pt>
                <c:pt idx="1902">
                  <c:v>30.592361285632329</c:v>
                </c:pt>
                <c:pt idx="1903">
                  <c:v>30.603990650215756</c:v>
                </c:pt>
                <c:pt idx="1904">
                  <c:v>30.608653454082013</c:v>
                </c:pt>
                <c:pt idx="1905">
                  <c:v>30.620135378226987</c:v>
                </c:pt>
                <c:pt idx="1906">
                  <c:v>30.636409116621866</c:v>
                </c:pt>
                <c:pt idx="1907">
                  <c:v>30.645273972984196</c:v>
                </c:pt>
                <c:pt idx="1908">
                  <c:v>30.654876031538819</c:v>
                </c:pt>
                <c:pt idx="1909">
                  <c:v>30.669472634946231</c:v>
                </c:pt>
                <c:pt idx="1910">
                  <c:v>30.673711547551918</c:v>
                </c:pt>
                <c:pt idx="1911">
                  <c:v>30.720468596598135</c:v>
                </c:pt>
                <c:pt idx="1912">
                  <c:v>30.713354595442503</c:v>
                </c:pt>
                <c:pt idx="1913">
                  <c:v>30.713723196538648</c:v>
                </c:pt>
                <c:pt idx="1914">
                  <c:v>30.724910239806704</c:v>
                </c:pt>
                <c:pt idx="1915">
                  <c:v>30.735747112033419</c:v>
                </c:pt>
                <c:pt idx="1916">
                  <c:v>30.746860435082244</c:v>
                </c:pt>
                <c:pt idx="1917">
                  <c:v>30.762267960901177</c:v>
                </c:pt>
                <c:pt idx="1918">
                  <c:v>30.772367630935598</c:v>
                </c:pt>
                <c:pt idx="1919">
                  <c:v>30.782319860531562</c:v>
                </c:pt>
                <c:pt idx="1920">
                  <c:v>30.78932328135835</c:v>
                </c:pt>
                <c:pt idx="1921">
                  <c:v>30.805228418657084</c:v>
                </c:pt>
                <c:pt idx="1922">
                  <c:v>30.812895321456935</c:v>
                </c:pt>
                <c:pt idx="1923">
                  <c:v>30.826257111192255</c:v>
                </c:pt>
                <c:pt idx="1924">
                  <c:v>30.839969071968916</c:v>
                </c:pt>
                <c:pt idx="1925">
                  <c:v>30.846659181863981</c:v>
                </c:pt>
                <c:pt idx="1926">
                  <c:v>30.856169090144565</c:v>
                </c:pt>
                <c:pt idx="1927">
                  <c:v>30.86672951154917</c:v>
                </c:pt>
                <c:pt idx="1928">
                  <c:v>30.874580714897096</c:v>
                </c:pt>
                <c:pt idx="1929">
                  <c:v>30.885767758165152</c:v>
                </c:pt>
                <c:pt idx="1930">
                  <c:v>30.890891313401589</c:v>
                </c:pt>
                <c:pt idx="1931">
                  <c:v>30.93748249195454</c:v>
                </c:pt>
                <c:pt idx="1932">
                  <c:v>30.929557568387388</c:v>
                </c:pt>
                <c:pt idx="1933">
                  <c:v>30.932377366772908</c:v>
                </c:pt>
                <c:pt idx="1934">
                  <c:v>30.946918680015898</c:v>
                </c:pt>
                <c:pt idx="1935">
                  <c:v>30.959635417832963</c:v>
                </c:pt>
                <c:pt idx="1936">
                  <c:v>30.970122119018338</c:v>
                </c:pt>
                <c:pt idx="1937">
                  <c:v>30.971412222854852</c:v>
                </c:pt>
                <c:pt idx="1938">
                  <c:v>30.983668209301729</c:v>
                </c:pt>
                <c:pt idx="1939">
                  <c:v>30.997638190845691</c:v>
                </c:pt>
                <c:pt idx="1940">
                  <c:v>31.011737182773306</c:v>
                </c:pt>
                <c:pt idx="1941">
                  <c:v>31.022113303629837</c:v>
                </c:pt>
                <c:pt idx="1942">
                  <c:v>31.022371324397142</c:v>
                </c:pt>
                <c:pt idx="1943">
                  <c:v>31.033982258925764</c:v>
                </c:pt>
                <c:pt idx="1944">
                  <c:v>31.041796602164077</c:v>
                </c:pt>
                <c:pt idx="1945">
                  <c:v>31.049905826279304</c:v>
                </c:pt>
                <c:pt idx="1946">
                  <c:v>31.062862154808862</c:v>
                </c:pt>
                <c:pt idx="1947">
                  <c:v>31.081015758794091</c:v>
                </c:pt>
                <c:pt idx="1948">
                  <c:v>31.095114750721706</c:v>
                </c:pt>
                <c:pt idx="1949">
                  <c:v>31.103242404891741</c:v>
                </c:pt>
                <c:pt idx="1950">
                  <c:v>31.103058104343667</c:v>
                </c:pt>
                <c:pt idx="1951">
                  <c:v>31.141447908507352</c:v>
                </c:pt>
                <c:pt idx="1952">
                  <c:v>31.134518207899795</c:v>
                </c:pt>
                <c:pt idx="1953">
                  <c:v>31.143419924371738</c:v>
                </c:pt>
                <c:pt idx="1954">
                  <c:v>31.155546900434967</c:v>
                </c:pt>
                <c:pt idx="1955">
                  <c:v>31.166310052442451</c:v>
                </c:pt>
                <c:pt idx="1956">
                  <c:v>31.170659545376985</c:v>
                </c:pt>
                <c:pt idx="1957">
                  <c:v>31.178529178779716</c:v>
                </c:pt>
                <c:pt idx="1958">
                  <c:v>31.185532599606507</c:v>
                </c:pt>
                <c:pt idx="1959">
                  <c:v>31.195300528654396</c:v>
                </c:pt>
                <c:pt idx="1960">
                  <c:v>31.211039795459861</c:v>
                </c:pt>
                <c:pt idx="1961">
                  <c:v>31.221452776426009</c:v>
                </c:pt>
                <c:pt idx="1962">
                  <c:v>31.232879410406557</c:v>
                </c:pt>
                <c:pt idx="1963">
                  <c:v>31.241688976604465</c:v>
                </c:pt>
                <c:pt idx="1964">
                  <c:v>31.244729935647676</c:v>
                </c:pt>
                <c:pt idx="1965">
                  <c:v>31.250830283788904</c:v>
                </c:pt>
                <c:pt idx="1966">
                  <c:v>31.259529269657968</c:v>
                </c:pt>
                <c:pt idx="1967">
                  <c:v>31.267104022183783</c:v>
                </c:pt>
                <c:pt idx="1968">
                  <c:v>31.284151822880574</c:v>
                </c:pt>
                <c:pt idx="1969">
                  <c:v>31.296260368888994</c:v>
                </c:pt>
                <c:pt idx="1970">
                  <c:v>31.309511578295471</c:v>
                </c:pt>
                <c:pt idx="1971">
                  <c:v>31.311096563008899</c:v>
                </c:pt>
                <c:pt idx="1972">
                  <c:v>31.306138878265727</c:v>
                </c:pt>
                <c:pt idx="1973">
                  <c:v>31.328936856062406</c:v>
                </c:pt>
                <c:pt idx="1974">
                  <c:v>31.346261107581302</c:v>
                </c:pt>
                <c:pt idx="1975">
                  <c:v>31.354941663395557</c:v>
                </c:pt>
                <c:pt idx="1976">
                  <c:v>31.362811296798291</c:v>
                </c:pt>
                <c:pt idx="1977">
                  <c:v>31.365778535622272</c:v>
                </c:pt>
                <c:pt idx="1978">
                  <c:v>31.370699360255831</c:v>
                </c:pt>
                <c:pt idx="1979">
                  <c:v>31.377794931356657</c:v>
                </c:pt>
                <c:pt idx="1980">
                  <c:v>31.38940586588528</c:v>
                </c:pt>
                <c:pt idx="1981">
                  <c:v>31.402988816278288</c:v>
                </c:pt>
                <c:pt idx="1982">
                  <c:v>31.413291216915592</c:v>
                </c:pt>
                <c:pt idx="1983">
                  <c:v>31.42707689791148</c:v>
                </c:pt>
                <c:pt idx="1984">
                  <c:v>31.435075541697863</c:v>
                </c:pt>
                <c:pt idx="1985">
                  <c:v>31.44217111279869</c:v>
                </c:pt>
                <c:pt idx="1986">
                  <c:v>31.450630507955257</c:v>
                </c:pt>
                <c:pt idx="1987">
                  <c:v>31.463992297690577</c:v>
                </c:pt>
                <c:pt idx="1988">
                  <c:v>31.474663299424027</c:v>
                </c:pt>
                <c:pt idx="1989">
                  <c:v>31.480063305482577</c:v>
                </c:pt>
                <c:pt idx="1990">
                  <c:v>31.486734985322833</c:v>
                </c:pt>
                <c:pt idx="1991">
                  <c:v>31.483251704964246</c:v>
                </c:pt>
                <c:pt idx="1992">
                  <c:v>31.518692700358759</c:v>
                </c:pt>
                <c:pt idx="1993">
                  <c:v>31.520517275784684</c:v>
                </c:pt>
                <c:pt idx="1994">
                  <c:v>31.517310446248207</c:v>
                </c:pt>
                <c:pt idx="1995">
                  <c:v>31.524516597677877</c:v>
                </c:pt>
                <c:pt idx="1996">
                  <c:v>31.532994422889253</c:v>
                </c:pt>
                <c:pt idx="1997">
                  <c:v>31.546374642679378</c:v>
                </c:pt>
                <c:pt idx="1998">
                  <c:v>31.556419022549377</c:v>
                </c:pt>
                <c:pt idx="1999">
                  <c:v>31.569725522120276</c:v>
                </c:pt>
                <c:pt idx="2000">
                  <c:v>31.575236108507671</c:v>
                </c:pt>
                <c:pt idx="2001">
                  <c:v>31.582276389444075</c:v>
                </c:pt>
                <c:pt idx="2002">
                  <c:v>31.595767189563045</c:v>
                </c:pt>
                <c:pt idx="2003">
                  <c:v>31.606935802776292</c:v>
                </c:pt>
                <c:pt idx="2004">
                  <c:v>31.613404752013668</c:v>
                </c:pt>
                <c:pt idx="2005">
                  <c:v>31.61753308429051</c:v>
                </c:pt>
                <c:pt idx="2006">
                  <c:v>31.625513298022089</c:v>
                </c:pt>
                <c:pt idx="2007">
                  <c:v>31.63126347512198</c:v>
                </c:pt>
                <c:pt idx="2008">
                  <c:v>31.641952906910234</c:v>
                </c:pt>
                <c:pt idx="2009">
                  <c:v>31.65411674308308</c:v>
                </c:pt>
                <c:pt idx="2010">
                  <c:v>31.660382961717573</c:v>
                </c:pt>
                <c:pt idx="2011">
                  <c:v>31.672307207177923</c:v>
                </c:pt>
                <c:pt idx="2012">
                  <c:v>31.62918087892875</c:v>
                </c:pt>
                <c:pt idx="2013">
                  <c:v>31.660014360621428</c:v>
                </c:pt>
                <c:pt idx="2014">
                  <c:v>31.681135203430635</c:v>
                </c:pt>
                <c:pt idx="2015">
                  <c:v>31.697261501387057</c:v>
                </c:pt>
                <c:pt idx="2016">
                  <c:v>31.708411684545496</c:v>
                </c:pt>
                <c:pt idx="2017">
                  <c:v>31.71537824526267</c:v>
                </c:pt>
                <c:pt idx="2018">
                  <c:v>31.719672448032782</c:v>
                </c:pt>
                <c:pt idx="2019">
                  <c:v>31.734674512645952</c:v>
                </c:pt>
                <c:pt idx="2020">
                  <c:v>31.750487499670651</c:v>
                </c:pt>
                <c:pt idx="2021">
                  <c:v>31.757730511209932</c:v>
                </c:pt>
                <c:pt idx="2022">
                  <c:v>31.762835636391568</c:v>
                </c:pt>
                <c:pt idx="2023">
                  <c:v>31.769378305848171</c:v>
                </c:pt>
                <c:pt idx="2024">
                  <c:v>31.782095043665233</c:v>
                </c:pt>
                <c:pt idx="2025">
                  <c:v>31.790978330082371</c:v>
                </c:pt>
                <c:pt idx="2026">
                  <c:v>31.795843864551507</c:v>
                </c:pt>
                <c:pt idx="2027">
                  <c:v>31.800838409404296</c:v>
                </c:pt>
                <c:pt idx="2028">
                  <c:v>31.805280052612865</c:v>
                </c:pt>
                <c:pt idx="2029">
                  <c:v>31.815711463633818</c:v>
                </c:pt>
                <c:pt idx="2030">
                  <c:v>31.833275305865211</c:v>
                </c:pt>
                <c:pt idx="2031">
                  <c:v>31.842822074255412</c:v>
                </c:pt>
                <c:pt idx="2032">
                  <c:v>31.86770264824532</c:v>
                </c:pt>
                <c:pt idx="2033">
                  <c:v>31.86119683889833</c:v>
                </c:pt>
                <c:pt idx="2034">
                  <c:v>31.86480912964057</c:v>
                </c:pt>
                <c:pt idx="2035">
                  <c:v>31.86480912964057</c:v>
                </c:pt>
                <c:pt idx="2036">
                  <c:v>31.875295830825944</c:v>
                </c:pt>
                <c:pt idx="2037">
                  <c:v>31.886353863710347</c:v>
                </c:pt>
                <c:pt idx="2038">
                  <c:v>31.894481517880383</c:v>
                </c:pt>
                <c:pt idx="2039">
                  <c:v>31.896840564895722</c:v>
                </c:pt>
                <c:pt idx="2040">
                  <c:v>31.902203710844656</c:v>
                </c:pt>
                <c:pt idx="2041">
                  <c:v>31.913575054660786</c:v>
                </c:pt>
                <c:pt idx="2042">
                  <c:v>31.923803735078856</c:v>
                </c:pt>
                <c:pt idx="2043">
                  <c:v>31.927987357520124</c:v>
                </c:pt>
                <c:pt idx="2044">
                  <c:v>31.941957339064086</c:v>
                </c:pt>
                <c:pt idx="2045">
                  <c:v>31.954766227155186</c:v>
                </c:pt>
                <c:pt idx="2046">
                  <c:v>31.960166233213737</c:v>
                </c:pt>
                <c:pt idx="2047">
                  <c:v>31.962820161105991</c:v>
                </c:pt>
                <c:pt idx="2048">
                  <c:v>31.969049519630872</c:v>
                </c:pt>
                <c:pt idx="2049">
                  <c:v>31.966764192834763</c:v>
                </c:pt>
                <c:pt idx="2050">
                  <c:v>31.978485707692229</c:v>
                </c:pt>
                <c:pt idx="2051">
                  <c:v>31.985489128519017</c:v>
                </c:pt>
                <c:pt idx="2052">
                  <c:v>31.986668652026687</c:v>
                </c:pt>
                <c:pt idx="2053">
                  <c:v>32.000638633570652</c:v>
                </c:pt>
                <c:pt idx="2054">
                  <c:v>32.011696666455052</c:v>
                </c:pt>
                <c:pt idx="2055">
                  <c:v>32.020874833749104</c:v>
                </c:pt>
                <c:pt idx="2056">
                  <c:v>32.032522628387348</c:v>
                </c:pt>
                <c:pt idx="2057">
                  <c:v>32.033904882497893</c:v>
                </c:pt>
                <c:pt idx="2058">
                  <c:v>32.039341748666061</c:v>
                </c:pt>
                <c:pt idx="2059">
                  <c:v>32.044483733957307</c:v>
                </c:pt>
                <c:pt idx="2060">
                  <c:v>32.054141082676352</c:v>
                </c:pt>
                <c:pt idx="2061">
                  <c:v>32.064296042875199</c:v>
                </c:pt>
                <c:pt idx="2062">
                  <c:v>32.071262603592373</c:v>
                </c:pt>
                <c:pt idx="2063">
                  <c:v>32.072755438031763</c:v>
                </c:pt>
                <c:pt idx="2064">
                  <c:v>32.079721998748937</c:v>
                </c:pt>
                <c:pt idx="2065">
                  <c:v>32.085914497164204</c:v>
                </c:pt>
                <c:pt idx="2066">
                  <c:v>32.098907685803376</c:v>
                </c:pt>
                <c:pt idx="2067">
                  <c:v>32.101653763969672</c:v>
                </c:pt>
                <c:pt idx="2068">
                  <c:v>32.109689267865669</c:v>
                </c:pt>
                <c:pt idx="2069">
                  <c:v>32.113356848772334</c:v>
                </c:pt>
                <c:pt idx="2070">
                  <c:v>32.116047636774205</c:v>
                </c:pt>
                <c:pt idx="2071">
                  <c:v>32.124341161437506</c:v>
                </c:pt>
                <c:pt idx="2072">
                  <c:v>32.130773250565262</c:v>
                </c:pt>
                <c:pt idx="2073">
                  <c:v>32.165827214808822</c:v>
                </c:pt>
                <c:pt idx="2074">
                  <c:v>32.154584881376344</c:v>
                </c:pt>
                <c:pt idx="2075">
                  <c:v>32.153331637649444</c:v>
                </c:pt>
                <c:pt idx="2076">
                  <c:v>32.161680452477171</c:v>
                </c:pt>
                <c:pt idx="2077">
                  <c:v>32.165458613712673</c:v>
                </c:pt>
                <c:pt idx="2078">
                  <c:v>32.172738485361577</c:v>
                </c:pt>
                <c:pt idx="2079">
                  <c:v>32.178193781584547</c:v>
                </c:pt>
                <c:pt idx="2080">
                  <c:v>32.174765791390378</c:v>
                </c:pt>
                <c:pt idx="2081">
                  <c:v>32.185105052137295</c:v>
                </c:pt>
                <c:pt idx="2082">
                  <c:v>32.193380146745795</c:v>
                </c:pt>
                <c:pt idx="2083">
                  <c:v>32.200899609107189</c:v>
                </c:pt>
                <c:pt idx="2084">
                  <c:v>32.207276408070527</c:v>
                </c:pt>
                <c:pt idx="2085">
                  <c:v>32.210040916291625</c:v>
                </c:pt>
                <c:pt idx="2086">
                  <c:v>32.215385632185757</c:v>
                </c:pt>
                <c:pt idx="2087">
                  <c:v>32.226075063974008</c:v>
                </c:pt>
                <c:pt idx="2088">
                  <c:v>32.232488723046963</c:v>
                </c:pt>
                <c:pt idx="2089">
                  <c:v>32.235345381542103</c:v>
                </c:pt>
                <c:pt idx="2090">
                  <c:v>32.242533102916966</c:v>
                </c:pt>
                <c:pt idx="2091">
                  <c:v>32.252135161471585</c:v>
                </c:pt>
                <c:pt idx="2092">
                  <c:v>32.258511960434923</c:v>
                </c:pt>
                <c:pt idx="2093">
                  <c:v>32.240376786504505</c:v>
                </c:pt>
                <c:pt idx="2094">
                  <c:v>32.256447794296506</c:v>
                </c:pt>
                <c:pt idx="2095">
                  <c:v>32.266086712960742</c:v>
                </c:pt>
                <c:pt idx="2096">
                  <c:v>32.265128350110757</c:v>
                </c:pt>
                <c:pt idx="2097">
                  <c:v>32.273090133787534</c:v>
                </c:pt>
                <c:pt idx="2098">
                  <c:v>32.280499015820077</c:v>
                </c:pt>
                <c:pt idx="2099">
                  <c:v>32.293584354733291</c:v>
                </c:pt>
                <c:pt idx="2100">
                  <c:v>32.309581642306057</c:v>
                </c:pt>
                <c:pt idx="2101">
                  <c:v>32.312880622116573</c:v>
                </c:pt>
                <c:pt idx="2102">
                  <c:v>32.311995979485822</c:v>
                </c:pt>
                <c:pt idx="2103">
                  <c:v>32.315165948912686</c:v>
                </c:pt>
                <c:pt idx="2104">
                  <c:v>32.329246510785488</c:v>
                </c:pt>
                <c:pt idx="2105">
                  <c:v>32.343382362822716</c:v>
                </c:pt>
                <c:pt idx="2106">
                  <c:v>32.337945496654555</c:v>
                </c:pt>
                <c:pt idx="2107">
                  <c:v>32.333577573665217</c:v>
                </c:pt>
                <c:pt idx="2108">
                  <c:v>32.336765973146882</c:v>
                </c:pt>
                <c:pt idx="2109">
                  <c:v>32.336858123420917</c:v>
                </c:pt>
                <c:pt idx="2110">
                  <c:v>32.338350957860314</c:v>
                </c:pt>
                <c:pt idx="2111">
                  <c:v>32.352652680390811</c:v>
                </c:pt>
                <c:pt idx="2112">
                  <c:v>32.3656827291396</c:v>
                </c:pt>
                <c:pt idx="2113">
                  <c:v>32.368484097470315</c:v>
                </c:pt>
                <c:pt idx="2114">
                  <c:v>32.40871690711473</c:v>
                </c:pt>
                <c:pt idx="2115">
                  <c:v>32.389162618964143</c:v>
                </c:pt>
                <c:pt idx="2116">
                  <c:v>32.387135312935335</c:v>
                </c:pt>
                <c:pt idx="2117">
                  <c:v>32.387172173044952</c:v>
                </c:pt>
                <c:pt idx="2118">
                  <c:v>32.392903920090035</c:v>
                </c:pt>
                <c:pt idx="2119">
                  <c:v>32.402800859521577</c:v>
                </c:pt>
                <c:pt idx="2120">
                  <c:v>32.406726461195539</c:v>
                </c:pt>
                <c:pt idx="2121">
                  <c:v>32.405860248619597</c:v>
                </c:pt>
                <c:pt idx="2122">
                  <c:v>32.403353761165796</c:v>
                </c:pt>
                <c:pt idx="2123">
                  <c:v>32.410412472157006</c:v>
                </c:pt>
                <c:pt idx="2124">
                  <c:v>32.419756509944328</c:v>
                </c:pt>
                <c:pt idx="2125">
                  <c:v>32.433818641762329</c:v>
                </c:pt>
                <c:pt idx="2126">
                  <c:v>32.437357212285335</c:v>
                </c:pt>
                <c:pt idx="2127">
                  <c:v>32.444213192673665</c:v>
                </c:pt>
                <c:pt idx="2128">
                  <c:v>32.450055520047592</c:v>
                </c:pt>
                <c:pt idx="2129">
                  <c:v>32.444139472454438</c:v>
                </c:pt>
                <c:pt idx="2130">
                  <c:v>32.449410468129336</c:v>
                </c:pt>
                <c:pt idx="2131">
                  <c:v>32.454368152872512</c:v>
                </c:pt>
                <c:pt idx="2132">
                  <c:v>32.462145636001203</c:v>
                </c:pt>
                <c:pt idx="2133">
                  <c:v>32.455658256709022</c:v>
                </c:pt>
                <c:pt idx="2134">
                  <c:v>32.49871086473896</c:v>
                </c:pt>
                <c:pt idx="2135">
                  <c:v>32.478677395163388</c:v>
                </c:pt>
                <c:pt idx="2136">
                  <c:v>32.471729264501022</c:v>
                </c:pt>
                <c:pt idx="2137">
                  <c:v>32.478880125766267</c:v>
                </c:pt>
                <c:pt idx="2138">
                  <c:v>32.482215965686393</c:v>
                </c:pt>
                <c:pt idx="2139">
                  <c:v>32.487523821470909</c:v>
                </c:pt>
                <c:pt idx="2140">
                  <c:v>32.494453522078466</c:v>
                </c:pt>
                <c:pt idx="2141">
                  <c:v>32.494232361420778</c:v>
                </c:pt>
                <c:pt idx="2142">
                  <c:v>32.492702666871772</c:v>
                </c:pt>
                <c:pt idx="2143">
                  <c:v>32.500019398630286</c:v>
                </c:pt>
                <c:pt idx="2144">
                  <c:v>32.505400974634028</c:v>
                </c:pt>
                <c:pt idx="2145">
                  <c:v>32.51223852496755</c:v>
                </c:pt>
                <c:pt idx="2146">
                  <c:v>32.506488347867659</c:v>
                </c:pt>
                <c:pt idx="2147">
                  <c:v>32.508349783403204</c:v>
                </c:pt>
                <c:pt idx="2148">
                  <c:v>32.515629655052102</c:v>
                </c:pt>
                <c:pt idx="2149">
                  <c:v>32.522835806481773</c:v>
                </c:pt>
                <c:pt idx="2150">
                  <c:v>32.529378475938373</c:v>
                </c:pt>
                <c:pt idx="2151">
                  <c:v>32.533175067228683</c:v>
                </c:pt>
                <c:pt idx="2152">
                  <c:v>32.532511585255619</c:v>
                </c:pt>
                <c:pt idx="2153">
                  <c:v>32.529286325664337</c:v>
                </c:pt>
                <c:pt idx="2154">
                  <c:v>32.5241627704279</c:v>
                </c:pt>
                <c:pt idx="2155">
                  <c:v>32.534188720243087</c:v>
                </c:pt>
                <c:pt idx="2156">
                  <c:v>32.545910235100557</c:v>
                </c:pt>
                <c:pt idx="2157">
                  <c:v>32.557852910615715</c:v>
                </c:pt>
                <c:pt idx="2158">
                  <c:v>32.561133460371416</c:v>
                </c:pt>
                <c:pt idx="2159">
                  <c:v>32.56139148113872</c:v>
                </c:pt>
                <c:pt idx="2160">
                  <c:v>32.559456325383948</c:v>
                </c:pt>
                <c:pt idx="2161">
                  <c:v>32.570975109638539</c:v>
                </c:pt>
                <c:pt idx="2162">
                  <c:v>32.574900711312502</c:v>
                </c:pt>
                <c:pt idx="2163">
                  <c:v>32.578089110794167</c:v>
                </c:pt>
                <c:pt idx="2164">
                  <c:v>32.576540986190352</c:v>
                </c:pt>
                <c:pt idx="2165">
                  <c:v>32.577075457779763</c:v>
                </c:pt>
                <c:pt idx="2166">
                  <c:v>32.576743716793231</c:v>
                </c:pt>
                <c:pt idx="2167">
                  <c:v>32.576540986190352</c:v>
                </c:pt>
                <c:pt idx="2168">
                  <c:v>32.587267278088227</c:v>
                </c:pt>
                <c:pt idx="2169">
                  <c:v>32.584594920141157</c:v>
                </c:pt>
                <c:pt idx="2170">
                  <c:v>32.588815402692042</c:v>
                </c:pt>
                <c:pt idx="2171">
                  <c:v>32.597680259054371</c:v>
                </c:pt>
                <c:pt idx="2172">
                  <c:v>32.602803814290809</c:v>
                </c:pt>
                <c:pt idx="2173">
                  <c:v>32.600942378755271</c:v>
                </c:pt>
                <c:pt idx="2174">
                  <c:v>32.597938279821669</c:v>
                </c:pt>
                <c:pt idx="2175">
                  <c:v>32.62521476093653</c:v>
                </c:pt>
                <c:pt idx="2176">
                  <c:v>32.612958774489655</c:v>
                </c:pt>
                <c:pt idx="2177">
                  <c:v>32.611042048789692</c:v>
                </c:pt>
                <c:pt idx="2178">
                  <c:v>32.612774473941577</c:v>
                </c:pt>
                <c:pt idx="2179">
                  <c:v>32.615004510573264</c:v>
                </c:pt>
                <c:pt idx="2180">
                  <c:v>32.622947864195233</c:v>
                </c:pt>
                <c:pt idx="2181">
                  <c:v>32.627426367513415</c:v>
                </c:pt>
                <c:pt idx="2182">
                  <c:v>32.62897449211723</c:v>
                </c:pt>
                <c:pt idx="2183">
                  <c:v>32.627463227623025</c:v>
                </c:pt>
                <c:pt idx="2184">
                  <c:v>32.61666321550593</c:v>
                </c:pt>
                <c:pt idx="2185">
                  <c:v>32.626799745649961</c:v>
                </c:pt>
                <c:pt idx="2186">
                  <c:v>32.635590881793064</c:v>
                </c:pt>
                <c:pt idx="2187">
                  <c:v>32.635037980148844</c:v>
                </c:pt>
                <c:pt idx="2188">
                  <c:v>32.635996342998823</c:v>
                </c:pt>
                <c:pt idx="2189">
                  <c:v>32.63888986160358</c:v>
                </c:pt>
                <c:pt idx="2190">
                  <c:v>32.645192940347691</c:v>
                </c:pt>
                <c:pt idx="2191">
                  <c:v>32.644474168210202</c:v>
                </c:pt>
                <c:pt idx="2192">
                  <c:v>32.647883728349562</c:v>
                </c:pt>
                <c:pt idx="2193">
                  <c:v>32.649874174268753</c:v>
                </c:pt>
                <c:pt idx="2194">
                  <c:v>32.646096013033244</c:v>
                </c:pt>
                <c:pt idx="2195">
                  <c:v>32.619132842850114</c:v>
                </c:pt>
                <c:pt idx="2196">
                  <c:v>32.633545145709448</c:v>
                </c:pt>
                <c:pt idx="2197">
                  <c:v>32.640087815166055</c:v>
                </c:pt>
                <c:pt idx="2198">
                  <c:v>32.65335745462734</c:v>
                </c:pt>
                <c:pt idx="2199">
                  <c:v>32.65934722243972</c:v>
                </c:pt>
                <c:pt idx="2200">
                  <c:v>32.660434595673358</c:v>
                </c:pt>
                <c:pt idx="2201">
                  <c:v>32.658222989096473</c:v>
                </c:pt>
                <c:pt idx="2202">
                  <c:v>32.655366330601339</c:v>
                </c:pt>
                <c:pt idx="2203">
                  <c:v>32.66041616561855</c:v>
                </c:pt>
                <c:pt idx="2204">
                  <c:v>32.660065994577209</c:v>
                </c:pt>
                <c:pt idx="2205">
                  <c:v>32.662867362907924</c:v>
                </c:pt>
                <c:pt idx="2206">
                  <c:v>32.662369751428123</c:v>
                </c:pt>
                <c:pt idx="2207">
                  <c:v>32.663917876031945</c:v>
                </c:pt>
                <c:pt idx="2208">
                  <c:v>32.668304229076092</c:v>
                </c:pt>
                <c:pt idx="2209">
                  <c:v>32.667567026883795</c:v>
                </c:pt>
                <c:pt idx="2210">
                  <c:v>32.66765917715783</c:v>
                </c:pt>
                <c:pt idx="2211">
                  <c:v>32.666405933430937</c:v>
                </c:pt>
                <c:pt idx="2212">
                  <c:v>32.668451669514546</c:v>
                </c:pt>
                <c:pt idx="2213">
                  <c:v>32.664949959101158</c:v>
                </c:pt>
                <c:pt idx="2214">
                  <c:v>32.670073514337595</c:v>
                </c:pt>
                <c:pt idx="2215">
                  <c:v>32.668783410501078</c:v>
                </c:pt>
                <c:pt idx="2216">
                  <c:v>32.666387503376129</c:v>
                </c:pt>
                <c:pt idx="2217">
                  <c:v>32.664249617018477</c:v>
                </c:pt>
                <c:pt idx="2218">
                  <c:v>32.6633096842233</c:v>
                </c:pt>
                <c:pt idx="2219">
                  <c:v>32.670515835652971</c:v>
                </c:pt>
                <c:pt idx="2220">
                  <c:v>32.677371816041301</c:v>
                </c:pt>
                <c:pt idx="2221">
                  <c:v>32.673409354257721</c:v>
                </c:pt>
                <c:pt idx="2222">
                  <c:v>32.672690582120239</c:v>
                </c:pt>
                <c:pt idx="2223">
                  <c:v>32.675639390889408</c:v>
                </c:pt>
                <c:pt idx="2224">
                  <c:v>32.666940405020348</c:v>
                </c:pt>
                <c:pt idx="2225">
                  <c:v>32.664083746525208</c:v>
                </c:pt>
                <c:pt idx="2226">
                  <c:v>32.666479653650164</c:v>
                </c:pt>
                <c:pt idx="2227">
                  <c:v>32.675676250999025</c:v>
                </c:pt>
                <c:pt idx="2228">
                  <c:v>32.678367039000896</c:v>
                </c:pt>
                <c:pt idx="2229">
                  <c:v>32.670681706146233</c:v>
                </c:pt>
                <c:pt idx="2230">
                  <c:v>32.668746550391468</c:v>
                </c:pt>
                <c:pt idx="2231">
                  <c:v>32.675104919299997</c:v>
                </c:pt>
                <c:pt idx="2232">
                  <c:v>32.673575224750991</c:v>
                </c:pt>
                <c:pt idx="2233">
                  <c:v>32.669262591926071</c:v>
                </c:pt>
                <c:pt idx="2234">
                  <c:v>32.672672152065431</c:v>
                </c:pt>
                <c:pt idx="2235">
                  <c:v>32.645524681334223</c:v>
                </c:pt>
                <c:pt idx="2236">
                  <c:v>32.65284141309273</c:v>
                </c:pt>
                <c:pt idx="2237">
                  <c:v>32.660950637207961</c:v>
                </c:pt>
                <c:pt idx="2238">
                  <c:v>32.669281021980879</c:v>
                </c:pt>
                <c:pt idx="2239">
                  <c:v>32.66856224984339</c:v>
                </c:pt>
                <c:pt idx="2240">
                  <c:v>32.664397057456931</c:v>
                </c:pt>
                <c:pt idx="2241">
                  <c:v>32.656048242629211</c:v>
                </c:pt>
                <c:pt idx="2242">
                  <c:v>32.655329470491722</c:v>
                </c:pt>
                <c:pt idx="2243">
                  <c:v>32.663291254168492</c:v>
                </c:pt>
                <c:pt idx="2244">
                  <c:v>32.653228444243688</c:v>
                </c:pt>
                <c:pt idx="2245">
                  <c:v>32.643700105908295</c:v>
                </c:pt>
                <c:pt idx="2246">
                  <c:v>32.652601822380241</c:v>
                </c:pt>
                <c:pt idx="2247">
                  <c:v>32.652896703257156</c:v>
                </c:pt>
                <c:pt idx="2248">
                  <c:v>32.652528102161007</c:v>
                </c:pt>
                <c:pt idx="2249">
                  <c:v>32.650427075912972</c:v>
                </c:pt>
                <c:pt idx="2250">
                  <c:v>32.64198611081121</c:v>
                </c:pt>
                <c:pt idx="2251">
                  <c:v>32.643036623935231</c:v>
                </c:pt>
                <c:pt idx="2252">
                  <c:v>32.646943795554385</c:v>
                </c:pt>
                <c:pt idx="2253">
                  <c:v>32.651588169365837</c:v>
                </c:pt>
                <c:pt idx="2254">
                  <c:v>32.650961547502384</c:v>
                </c:pt>
                <c:pt idx="2255">
                  <c:v>32.647386116869761</c:v>
                </c:pt>
                <c:pt idx="2256">
                  <c:v>32.642373141962167</c:v>
                </c:pt>
                <c:pt idx="2257">
                  <c:v>32.649616153501448</c:v>
                </c:pt>
                <c:pt idx="2258">
                  <c:v>32.645782702101521</c:v>
                </c:pt>
                <c:pt idx="2259">
                  <c:v>32.641912390591983</c:v>
                </c:pt>
                <c:pt idx="2260">
                  <c:v>32.643147204264075</c:v>
                </c:pt>
                <c:pt idx="2261">
                  <c:v>32.637212726616113</c:v>
                </c:pt>
                <c:pt idx="2262">
                  <c:v>32.636272793820936</c:v>
                </c:pt>
                <c:pt idx="2263">
                  <c:v>32.645708981882294</c:v>
                </c:pt>
                <c:pt idx="2264">
                  <c:v>32.644197717388089</c:v>
                </c:pt>
                <c:pt idx="2265">
                  <c:v>32.640272115714126</c:v>
                </c:pt>
                <c:pt idx="2266">
                  <c:v>32.635885762669979</c:v>
                </c:pt>
                <c:pt idx="2267">
                  <c:v>32.629048212336457</c:v>
                </c:pt>
                <c:pt idx="2268">
                  <c:v>32.625122610662494</c:v>
                </c:pt>
                <c:pt idx="2269">
                  <c:v>32.624735579511544</c:v>
                </c:pt>
                <c:pt idx="2270">
                  <c:v>32.625859812854792</c:v>
                </c:pt>
                <c:pt idx="2271">
                  <c:v>32.624901450004806</c:v>
                </c:pt>
                <c:pt idx="2272">
                  <c:v>32.626117833622089</c:v>
                </c:pt>
                <c:pt idx="2273">
                  <c:v>32.618801101863582</c:v>
                </c:pt>
                <c:pt idx="2274">
                  <c:v>32.615299391450186</c:v>
                </c:pt>
                <c:pt idx="2275">
                  <c:v>32.617179257040533</c:v>
                </c:pt>
                <c:pt idx="2276">
                  <c:v>32.613143075037726</c:v>
                </c:pt>
                <c:pt idx="2277">
                  <c:v>32.617510998027065</c:v>
                </c:pt>
                <c:pt idx="2278">
                  <c:v>32.614599049367506</c:v>
                </c:pt>
                <c:pt idx="2279">
                  <c:v>32.610267986487784</c:v>
                </c:pt>
                <c:pt idx="2280">
                  <c:v>32.606176514320552</c:v>
                </c:pt>
                <c:pt idx="2281">
                  <c:v>32.60330142577061</c:v>
                </c:pt>
                <c:pt idx="2282">
                  <c:v>32.605586752566715</c:v>
                </c:pt>
                <c:pt idx="2283">
                  <c:v>32.603633166757142</c:v>
                </c:pt>
                <c:pt idx="2284">
                  <c:v>32.594178548640976</c:v>
                </c:pt>
                <c:pt idx="2285">
                  <c:v>32.590252946967013</c:v>
                </c:pt>
                <c:pt idx="2286">
                  <c:v>32.590621548063162</c:v>
                </c:pt>
                <c:pt idx="2287">
                  <c:v>32.588723252418006</c:v>
                </c:pt>
                <c:pt idx="2288">
                  <c:v>32.584594920141157</c:v>
                </c:pt>
                <c:pt idx="2289">
                  <c:v>32.585866593922866</c:v>
                </c:pt>
                <c:pt idx="2290">
                  <c:v>32.581922562194094</c:v>
                </c:pt>
                <c:pt idx="2291">
                  <c:v>32.572467944077928</c:v>
                </c:pt>
                <c:pt idx="2292">
                  <c:v>32.567215378457838</c:v>
                </c:pt>
                <c:pt idx="2293">
                  <c:v>32.559953936863749</c:v>
                </c:pt>
                <c:pt idx="2294">
                  <c:v>32.562552574591585</c:v>
                </c:pt>
                <c:pt idx="2295">
                  <c:v>32.56716008829342</c:v>
                </c:pt>
                <c:pt idx="2296">
                  <c:v>32.578402421725897</c:v>
                </c:pt>
                <c:pt idx="2297">
                  <c:v>32.569390124925107</c:v>
                </c:pt>
                <c:pt idx="2298">
                  <c:v>32.556728677272467</c:v>
                </c:pt>
                <c:pt idx="2299">
                  <c:v>32.552950516036958</c:v>
                </c:pt>
                <c:pt idx="2300">
                  <c:v>32.552452904557164</c:v>
                </c:pt>
                <c:pt idx="2301">
                  <c:v>32.543090436715033</c:v>
                </c:pt>
                <c:pt idx="2302">
                  <c:v>32.537358689669951</c:v>
                </c:pt>
                <c:pt idx="2303">
                  <c:v>32.53481534210654</c:v>
                </c:pt>
                <c:pt idx="2304">
                  <c:v>32.523978469879822</c:v>
                </c:pt>
                <c:pt idx="2305">
                  <c:v>32.52705628903265</c:v>
                </c:pt>
                <c:pt idx="2306">
                  <c:v>32.531553222405641</c:v>
                </c:pt>
                <c:pt idx="2307">
                  <c:v>32.532198274323896</c:v>
                </c:pt>
                <c:pt idx="2308">
                  <c:v>32.51856003376647</c:v>
                </c:pt>
                <c:pt idx="2309">
                  <c:v>32.508368213458006</c:v>
                </c:pt>
                <c:pt idx="2310">
                  <c:v>32.510929991076232</c:v>
                </c:pt>
                <c:pt idx="2311">
                  <c:v>32.509842617842594</c:v>
                </c:pt>
                <c:pt idx="2312">
                  <c:v>32.498618714464925</c:v>
                </c:pt>
                <c:pt idx="2313">
                  <c:v>32.495577755421714</c:v>
                </c:pt>
                <c:pt idx="2314">
                  <c:v>32.494269221530395</c:v>
                </c:pt>
                <c:pt idx="2315">
                  <c:v>32.483745660235407</c:v>
                </c:pt>
                <c:pt idx="2316">
                  <c:v>32.484482862427697</c:v>
                </c:pt>
                <c:pt idx="2317">
                  <c:v>32.489495837335298</c:v>
                </c:pt>
                <c:pt idx="2318">
                  <c:v>32.488758635143</c:v>
                </c:pt>
                <c:pt idx="2319">
                  <c:v>32.484482862427697</c:v>
                </c:pt>
                <c:pt idx="2320">
                  <c:v>32.478271933957629</c:v>
                </c:pt>
                <c:pt idx="2321">
                  <c:v>32.468411854635697</c:v>
                </c:pt>
                <c:pt idx="2322">
                  <c:v>32.469941549184711</c:v>
                </c:pt>
                <c:pt idx="2323">
                  <c:v>32.467232331128031</c:v>
                </c:pt>
                <c:pt idx="2324">
                  <c:v>32.461666454576218</c:v>
                </c:pt>
                <c:pt idx="2325">
                  <c:v>32.456506039230156</c:v>
                </c:pt>
                <c:pt idx="2326">
                  <c:v>32.442941518891956</c:v>
                </c:pt>
                <c:pt idx="2327">
                  <c:v>32.43529304614691</c:v>
                </c:pt>
                <c:pt idx="2328">
                  <c:v>32.440306021054511</c:v>
                </c:pt>
                <c:pt idx="2329">
                  <c:v>32.437301922120916</c:v>
                </c:pt>
                <c:pt idx="2330">
                  <c:v>32.434260963077705</c:v>
                </c:pt>
                <c:pt idx="2331">
                  <c:v>32.429893040088366</c:v>
                </c:pt>
                <c:pt idx="2332">
                  <c:v>32.423626821453865</c:v>
                </c:pt>
                <c:pt idx="2333">
                  <c:v>32.420714872794306</c:v>
                </c:pt>
                <c:pt idx="2334">
                  <c:v>32.412918959610806</c:v>
                </c:pt>
                <c:pt idx="2335">
                  <c:v>32.396774231599579</c:v>
                </c:pt>
                <c:pt idx="2336">
                  <c:v>32.393014500418879</c:v>
                </c:pt>
                <c:pt idx="2337">
                  <c:v>32.401639766068712</c:v>
                </c:pt>
                <c:pt idx="2338">
                  <c:v>32.39515238677653</c:v>
                </c:pt>
                <c:pt idx="2339">
                  <c:v>32.381624726547948</c:v>
                </c:pt>
                <c:pt idx="2340">
                  <c:v>32.375524378406716</c:v>
                </c:pt>
                <c:pt idx="2341">
                  <c:v>32.36968205103279</c:v>
                </c:pt>
                <c:pt idx="2342">
                  <c:v>32.363268391959835</c:v>
                </c:pt>
                <c:pt idx="2343">
                  <c:v>32.361406956424297</c:v>
                </c:pt>
                <c:pt idx="2344">
                  <c:v>32.350920255238918</c:v>
                </c:pt>
                <c:pt idx="2345">
                  <c:v>32.346331171591892</c:v>
                </c:pt>
                <c:pt idx="2346">
                  <c:v>32.337779626161286</c:v>
                </c:pt>
                <c:pt idx="2347">
                  <c:v>32.331494977471984</c:v>
                </c:pt>
                <c:pt idx="2348">
                  <c:v>32.322095649520243</c:v>
                </c:pt>
                <c:pt idx="2349">
                  <c:v>32.319257421079911</c:v>
                </c:pt>
                <c:pt idx="2350">
                  <c:v>32.309692222634901</c:v>
                </c:pt>
                <c:pt idx="2351">
                  <c:v>32.301214397423529</c:v>
                </c:pt>
                <c:pt idx="2352">
                  <c:v>32.297731117064941</c:v>
                </c:pt>
                <c:pt idx="2353">
                  <c:v>32.294358417035198</c:v>
                </c:pt>
                <c:pt idx="2354">
                  <c:v>32.287705167249747</c:v>
                </c:pt>
                <c:pt idx="2355">
                  <c:v>32.27736590650283</c:v>
                </c:pt>
                <c:pt idx="2356">
                  <c:v>32.267524257235713</c:v>
                </c:pt>
                <c:pt idx="2357">
                  <c:v>32.214242968787701</c:v>
                </c:pt>
                <c:pt idx="2358">
                  <c:v>32.239436853709329</c:v>
                </c:pt>
                <c:pt idx="2359">
                  <c:v>32.249296933031253</c:v>
                </c:pt>
                <c:pt idx="2360">
                  <c:v>32.2433808854381</c:v>
                </c:pt>
                <c:pt idx="2361">
                  <c:v>32.22727301753649</c:v>
                </c:pt>
                <c:pt idx="2362">
                  <c:v>32.21155218078583</c:v>
                </c:pt>
                <c:pt idx="2363">
                  <c:v>32.204401319520578</c:v>
                </c:pt>
                <c:pt idx="2364">
                  <c:v>32.202834764861954</c:v>
                </c:pt>
                <c:pt idx="2365">
                  <c:v>32.190412907921811</c:v>
                </c:pt>
                <c:pt idx="2366">
                  <c:v>32.178783543338383</c:v>
                </c:pt>
                <c:pt idx="2367">
                  <c:v>32.172849065690421</c:v>
                </c:pt>
                <c:pt idx="2368">
                  <c:v>32.173438827444251</c:v>
                </c:pt>
                <c:pt idx="2369">
                  <c:v>32.166085235576126</c:v>
                </c:pt>
                <c:pt idx="2370">
                  <c:v>32.151801943100438</c:v>
                </c:pt>
                <c:pt idx="2371">
                  <c:v>32.130072908482589</c:v>
                </c:pt>
                <c:pt idx="2372">
                  <c:v>32.124636042314421</c:v>
                </c:pt>
                <c:pt idx="2373">
                  <c:v>32.117356170665524</c:v>
                </c:pt>
                <c:pt idx="2374">
                  <c:v>32.109818278249321</c:v>
                </c:pt>
                <c:pt idx="2375">
                  <c:v>32.10532134487633</c:v>
                </c:pt>
                <c:pt idx="2376">
                  <c:v>32.092770477552534</c:v>
                </c:pt>
                <c:pt idx="2377">
                  <c:v>32.048648926343766</c:v>
                </c:pt>
                <c:pt idx="2378">
                  <c:v>32.059412078351251</c:v>
                </c:pt>
                <c:pt idx="2379">
                  <c:v>32.059356788186832</c:v>
                </c:pt>
                <c:pt idx="2380">
                  <c:v>32.051173843852375</c:v>
                </c:pt>
                <c:pt idx="2381">
                  <c:v>32.040336971625656</c:v>
                </c:pt>
                <c:pt idx="2382">
                  <c:v>32.023952652901933</c:v>
                </c:pt>
                <c:pt idx="2383">
                  <c:v>32.007347173520522</c:v>
                </c:pt>
                <c:pt idx="2384">
                  <c:v>31.999938291487972</c:v>
                </c:pt>
                <c:pt idx="2385">
                  <c:v>31.98749800449302</c:v>
                </c:pt>
                <c:pt idx="2386">
                  <c:v>31.971095255714488</c:v>
                </c:pt>
                <c:pt idx="2387">
                  <c:v>31.96165906765313</c:v>
                </c:pt>
                <c:pt idx="2388">
                  <c:v>31.952278169756195</c:v>
                </c:pt>
                <c:pt idx="2389">
                  <c:v>31.94096211610449</c:v>
                </c:pt>
                <c:pt idx="2390">
                  <c:v>31.929664492507591</c:v>
                </c:pt>
                <c:pt idx="2391">
                  <c:v>31.916026251950161</c:v>
                </c:pt>
                <c:pt idx="2392">
                  <c:v>31.90690337482053</c:v>
                </c:pt>
                <c:pt idx="2393">
                  <c:v>31.88965284352086</c:v>
                </c:pt>
                <c:pt idx="2394">
                  <c:v>31.878539520472035</c:v>
                </c:pt>
                <c:pt idx="2395">
                  <c:v>31.867463057532824</c:v>
                </c:pt>
                <c:pt idx="2396">
                  <c:v>31.853142904947521</c:v>
                </c:pt>
                <c:pt idx="2397">
                  <c:v>31.842324462775615</c:v>
                </c:pt>
                <c:pt idx="2398">
                  <c:v>31.780712789554684</c:v>
                </c:pt>
                <c:pt idx="2399">
                  <c:v>31.784472520735381</c:v>
                </c:pt>
                <c:pt idx="2400">
                  <c:v>31.775589234318243</c:v>
                </c:pt>
                <c:pt idx="2401">
                  <c:v>31.773340767631748</c:v>
                </c:pt>
                <c:pt idx="2402">
                  <c:v>31.761471812335824</c:v>
                </c:pt>
                <c:pt idx="2403">
                  <c:v>31.747059509476486</c:v>
                </c:pt>
                <c:pt idx="2404">
                  <c:v>31.737107279880522</c:v>
                </c:pt>
                <c:pt idx="2405">
                  <c:v>31.717221250743403</c:v>
                </c:pt>
                <c:pt idx="2406">
                  <c:v>31.697335221606288</c:v>
                </c:pt>
                <c:pt idx="2407">
                  <c:v>31.687991183818966</c:v>
                </c:pt>
                <c:pt idx="2408">
                  <c:v>31.674739974412489</c:v>
                </c:pt>
                <c:pt idx="2409">
                  <c:v>31.656862821249373</c:v>
                </c:pt>
                <c:pt idx="2410">
                  <c:v>31.635944709043041</c:v>
                </c:pt>
                <c:pt idx="2411">
                  <c:v>31.615468918152089</c:v>
                </c:pt>
                <c:pt idx="2412">
                  <c:v>31.599582210908164</c:v>
                </c:pt>
                <c:pt idx="2413">
                  <c:v>31.58437741569211</c:v>
                </c:pt>
                <c:pt idx="2414">
                  <c:v>31.566518692583799</c:v>
                </c:pt>
                <c:pt idx="2415">
                  <c:v>31.546135051966885</c:v>
                </c:pt>
                <c:pt idx="2416">
                  <c:v>31.529806023407584</c:v>
                </c:pt>
                <c:pt idx="2417">
                  <c:v>31.508814190982026</c:v>
                </c:pt>
                <c:pt idx="2418">
                  <c:v>31.443774527566926</c:v>
                </c:pt>
                <c:pt idx="2419">
                  <c:v>31.450225046749495</c:v>
                </c:pt>
                <c:pt idx="2420">
                  <c:v>31.438448241727606</c:v>
                </c:pt>
                <c:pt idx="2421">
                  <c:v>31.423317166730783</c:v>
                </c:pt>
                <c:pt idx="2422">
                  <c:v>31.407964931076268</c:v>
                </c:pt>
                <c:pt idx="2423">
                  <c:v>31.389110985008362</c:v>
                </c:pt>
                <c:pt idx="2424">
                  <c:v>31.365170343813631</c:v>
                </c:pt>
                <c:pt idx="2425">
                  <c:v>31.341690453989081</c:v>
                </c:pt>
                <c:pt idx="2426">
                  <c:v>31.319242647233743</c:v>
                </c:pt>
                <c:pt idx="2427">
                  <c:v>31.292261046995801</c:v>
                </c:pt>
                <c:pt idx="2428">
                  <c:v>31.275397546847085</c:v>
                </c:pt>
                <c:pt idx="2429">
                  <c:v>31.252009807296574</c:v>
                </c:pt>
                <c:pt idx="2430">
                  <c:v>31.222116258399073</c:v>
                </c:pt>
                <c:pt idx="2431">
                  <c:v>31.190527144459296</c:v>
                </c:pt>
                <c:pt idx="2432">
                  <c:v>31.170327804390453</c:v>
                </c:pt>
                <c:pt idx="2433">
                  <c:v>31.153703894954234</c:v>
                </c:pt>
                <c:pt idx="2434">
                  <c:v>31.124823999071133</c:v>
                </c:pt>
                <c:pt idx="2435">
                  <c:v>31.098505880806254</c:v>
                </c:pt>
                <c:pt idx="2436">
                  <c:v>31.065479222591506</c:v>
                </c:pt>
                <c:pt idx="2437">
                  <c:v>31.037705129996848</c:v>
                </c:pt>
                <c:pt idx="2438">
                  <c:v>30.972407445814447</c:v>
                </c:pt>
                <c:pt idx="2439">
                  <c:v>30.957110500324358</c:v>
                </c:pt>
                <c:pt idx="2440">
                  <c:v>30.939049046613164</c:v>
                </c:pt>
                <c:pt idx="2441">
                  <c:v>30.915550726733809</c:v>
                </c:pt>
                <c:pt idx="2442">
                  <c:v>30.881731576162345</c:v>
                </c:pt>
                <c:pt idx="2443">
                  <c:v>30.844963616821705</c:v>
                </c:pt>
                <c:pt idx="2444">
                  <c:v>30.800952645941781</c:v>
                </c:pt>
                <c:pt idx="2445">
                  <c:v>30.762636561997326</c:v>
                </c:pt>
                <c:pt idx="2446">
                  <c:v>30.726513654574941</c:v>
                </c:pt>
                <c:pt idx="2447">
                  <c:v>30.689524534576613</c:v>
                </c:pt>
                <c:pt idx="2448">
                  <c:v>30.663114266037699</c:v>
                </c:pt>
                <c:pt idx="2449">
                  <c:v>30.629626856452767</c:v>
                </c:pt>
                <c:pt idx="2450">
                  <c:v>30.584823393216126</c:v>
                </c:pt>
                <c:pt idx="2451">
                  <c:v>30.544996044777466</c:v>
                </c:pt>
                <c:pt idx="2452">
                  <c:v>30.498533876608168</c:v>
                </c:pt>
                <c:pt idx="2453">
                  <c:v>30.458430077347401</c:v>
                </c:pt>
                <c:pt idx="2454">
                  <c:v>30.431927658534448</c:v>
                </c:pt>
                <c:pt idx="2455">
                  <c:v>30.398421818894708</c:v>
                </c:pt>
                <c:pt idx="2456">
                  <c:v>30.358778771004122</c:v>
                </c:pt>
                <c:pt idx="2457">
                  <c:v>30.324627879446126</c:v>
                </c:pt>
                <c:pt idx="2458">
                  <c:v>30.309515234504108</c:v>
                </c:pt>
                <c:pt idx="2459">
                  <c:v>30.199377226975457</c:v>
                </c:pt>
                <c:pt idx="2460">
                  <c:v>30.20059361059274</c:v>
                </c:pt>
                <c:pt idx="2461">
                  <c:v>30.166977190624156</c:v>
                </c:pt>
                <c:pt idx="2462">
                  <c:v>30.120054271084673</c:v>
                </c:pt>
                <c:pt idx="2463">
                  <c:v>30.083747063114217</c:v>
                </c:pt>
                <c:pt idx="2464">
                  <c:v>30.049061699966806</c:v>
                </c:pt>
                <c:pt idx="2465">
                  <c:v>30.006267112704165</c:v>
                </c:pt>
                <c:pt idx="2466">
                  <c:v>29.953741456503252</c:v>
                </c:pt>
                <c:pt idx="2467">
                  <c:v>29.916752336504924</c:v>
                </c:pt>
                <c:pt idx="2468">
                  <c:v>29.871137950856763</c:v>
                </c:pt>
                <c:pt idx="2469">
                  <c:v>29.836083986613207</c:v>
                </c:pt>
                <c:pt idx="2470">
                  <c:v>29.796072337626477</c:v>
                </c:pt>
                <c:pt idx="2471">
                  <c:v>29.75283542904846</c:v>
                </c:pt>
                <c:pt idx="2472">
                  <c:v>29.705175307316683</c:v>
                </c:pt>
                <c:pt idx="2473">
                  <c:v>29.661532937532908</c:v>
                </c:pt>
                <c:pt idx="2474">
                  <c:v>29.614831178651112</c:v>
                </c:pt>
                <c:pt idx="2475">
                  <c:v>29.566728735603959</c:v>
                </c:pt>
                <c:pt idx="2476">
                  <c:v>29.507641979891634</c:v>
                </c:pt>
                <c:pt idx="2477">
                  <c:v>29.458286293117581</c:v>
                </c:pt>
                <c:pt idx="2478">
                  <c:v>29.430180459536391</c:v>
                </c:pt>
                <c:pt idx="2479">
                  <c:v>29.32957079034313</c:v>
                </c:pt>
                <c:pt idx="2480">
                  <c:v>29.312430839372308</c:v>
                </c:pt>
                <c:pt idx="2481">
                  <c:v>29.27481509751053</c:v>
                </c:pt>
                <c:pt idx="2482">
                  <c:v>29.231080577452715</c:v>
                </c:pt>
                <c:pt idx="2483">
                  <c:v>29.178462770977767</c:v>
                </c:pt>
                <c:pt idx="2484">
                  <c:v>29.118122771538541</c:v>
                </c:pt>
                <c:pt idx="2485">
                  <c:v>29.078627164086416</c:v>
                </c:pt>
                <c:pt idx="2486">
                  <c:v>29.029934959285427</c:v>
                </c:pt>
                <c:pt idx="2487">
                  <c:v>28.982016816786349</c:v>
                </c:pt>
                <c:pt idx="2488">
                  <c:v>28.931850207600775</c:v>
                </c:pt>
                <c:pt idx="2489">
                  <c:v>28.884908858006483</c:v>
                </c:pt>
                <c:pt idx="2490">
                  <c:v>28.832309481586339</c:v>
                </c:pt>
                <c:pt idx="2491">
                  <c:v>28.780650037961372</c:v>
                </c:pt>
                <c:pt idx="2492">
                  <c:v>28.72360901833266</c:v>
                </c:pt>
                <c:pt idx="2493">
                  <c:v>28.668816465390446</c:v>
                </c:pt>
                <c:pt idx="2494">
                  <c:v>28.615369306449164</c:v>
                </c:pt>
                <c:pt idx="2495">
                  <c:v>28.567524884169313</c:v>
                </c:pt>
                <c:pt idx="2496">
                  <c:v>28.521799918192308</c:v>
                </c:pt>
                <c:pt idx="2497">
                  <c:v>28.475724781173962</c:v>
                </c:pt>
                <c:pt idx="2498">
                  <c:v>28.42518957089224</c:v>
                </c:pt>
                <c:pt idx="2499">
                  <c:v>28.315457024569351</c:v>
                </c:pt>
                <c:pt idx="2500">
                  <c:v>28.302869297135938</c:v>
                </c:pt>
                <c:pt idx="2501">
                  <c:v>28.257826243186802</c:v>
                </c:pt>
                <c:pt idx="2502">
                  <c:v>28.204471234519559</c:v>
                </c:pt>
                <c:pt idx="2503">
                  <c:v>28.154323055388794</c:v>
                </c:pt>
                <c:pt idx="2504">
                  <c:v>28.10634962272529</c:v>
                </c:pt>
                <c:pt idx="2505">
                  <c:v>28.052460142468636</c:v>
                </c:pt>
                <c:pt idx="2506">
                  <c:v>27.992304443577481</c:v>
                </c:pt>
                <c:pt idx="2507">
                  <c:v>27.941842953514989</c:v>
                </c:pt>
                <c:pt idx="2508">
                  <c:v>27.891713204439032</c:v>
                </c:pt>
                <c:pt idx="2509">
                  <c:v>27.843039429692851</c:v>
                </c:pt>
                <c:pt idx="2510">
                  <c:v>27.798420267004285</c:v>
                </c:pt>
                <c:pt idx="2511">
                  <c:v>27.755717830015683</c:v>
                </c:pt>
                <c:pt idx="2512">
                  <c:v>27.706988765105081</c:v>
                </c:pt>
                <c:pt idx="2513">
                  <c:v>27.654315668465706</c:v>
                </c:pt>
                <c:pt idx="2514">
                  <c:v>27.607871930351216</c:v>
                </c:pt>
                <c:pt idx="2515">
                  <c:v>27.564303280786667</c:v>
                </c:pt>
                <c:pt idx="2516">
                  <c:v>27.502304576414783</c:v>
                </c:pt>
                <c:pt idx="2517">
                  <c:v>27.455713397861832</c:v>
                </c:pt>
                <c:pt idx="2518">
                  <c:v>27.415406867998183</c:v>
                </c:pt>
                <c:pt idx="2519">
                  <c:v>27.403408902318606</c:v>
                </c:pt>
                <c:pt idx="2520">
                  <c:v>27.306761694908925</c:v>
                </c:pt>
                <c:pt idx="2521">
                  <c:v>27.285216960839147</c:v>
                </c:pt>
                <c:pt idx="2522">
                  <c:v>27.241445580671719</c:v>
                </c:pt>
                <c:pt idx="2523">
                  <c:v>27.195296723434144</c:v>
                </c:pt>
                <c:pt idx="2524">
                  <c:v>27.154142411049357</c:v>
                </c:pt>
                <c:pt idx="2525">
                  <c:v>27.109873419402131</c:v>
                </c:pt>
                <c:pt idx="2526">
                  <c:v>27.056592130954115</c:v>
                </c:pt>
                <c:pt idx="2527">
                  <c:v>27.010793444757883</c:v>
                </c:pt>
                <c:pt idx="2528">
                  <c:v>26.959134001132913</c:v>
                </c:pt>
                <c:pt idx="2529">
                  <c:v>26.920154435215391</c:v>
                </c:pt>
                <c:pt idx="2530">
                  <c:v>26.883110025052645</c:v>
                </c:pt>
                <c:pt idx="2531">
                  <c:v>26.853750947744555</c:v>
                </c:pt>
                <c:pt idx="2532">
                  <c:v>26.812006873605931</c:v>
                </c:pt>
                <c:pt idx="2533">
                  <c:v>26.779975438350778</c:v>
                </c:pt>
                <c:pt idx="2534">
                  <c:v>26.733218389304561</c:v>
                </c:pt>
                <c:pt idx="2535">
                  <c:v>26.694478414099535</c:v>
                </c:pt>
                <c:pt idx="2536">
                  <c:v>26.653766423030127</c:v>
                </c:pt>
                <c:pt idx="2537">
                  <c:v>26.618048976813505</c:v>
                </c:pt>
                <c:pt idx="2538">
                  <c:v>26.5791062710056</c:v>
                </c:pt>
                <c:pt idx="2539">
                  <c:v>26.555884401948354</c:v>
                </c:pt>
                <c:pt idx="2540">
                  <c:v>26.46832321155869</c:v>
                </c:pt>
                <c:pt idx="2541">
                  <c:v>26.447257658913902</c:v>
                </c:pt>
                <c:pt idx="2542">
                  <c:v>26.412203694670346</c:v>
                </c:pt>
                <c:pt idx="2543">
                  <c:v>26.378863725523871</c:v>
                </c:pt>
                <c:pt idx="2544">
                  <c:v>26.334023402177618</c:v>
                </c:pt>
                <c:pt idx="2545">
                  <c:v>26.288114135652538</c:v>
                </c:pt>
                <c:pt idx="2546">
                  <c:v>26.228087447145036</c:v>
                </c:pt>
                <c:pt idx="2547">
                  <c:v>26.191006176872673</c:v>
                </c:pt>
                <c:pt idx="2548">
                  <c:v>26.155675761807007</c:v>
                </c:pt>
                <c:pt idx="2549">
                  <c:v>26.12310985496244</c:v>
                </c:pt>
                <c:pt idx="2550">
                  <c:v>26.088866813130405</c:v>
                </c:pt>
                <c:pt idx="2551">
                  <c:v>26.055010802449324</c:v>
                </c:pt>
                <c:pt idx="2552">
                  <c:v>26.011460582939584</c:v>
                </c:pt>
                <c:pt idx="2553">
                  <c:v>25.978378634560414</c:v>
                </c:pt>
                <c:pt idx="2554">
                  <c:v>25.935952648393922</c:v>
                </c:pt>
                <c:pt idx="2555">
                  <c:v>25.904216094015684</c:v>
                </c:pt>
                <c:pt idx="2556">
                  <c:v>25.874156674624917</c:v>
                </c:pt>
                <c:pt idx="2557">
                  <c:v>25.843968244850497</c:v>
                </c:pt>
                <c:pt idx="2558">
                  <c:v>25.811605068608809</c:v>
                </c:pt>
                <c:pt idx="2559">
                  <c:v>25.784494457987215</c:v>
                </c:pt>
                <c:pt idx="2560">
                  <c:v>25.714884140979898</c:v>
                </c:pt>
                <c:pt idx="2561">
                  <c:v>25.711032259525165</c:v>
                </c:pt>
                <c:pt idx="2562">
                  <c:v>25.686815167508325</c:v>
                </c:pt>
                <c:pt idx="2563">
                  <c:v>25.658580323543482</c:v>
                </c:pt>
                <c:pt idx="2564">
                  <c:v>25.620172089324988</c:v>
                </c:pt>
                <c:pt idx="2565">
                  <c:v>25.590038949714991</c:v>
                </c:pt>
                <c:pt idx="2566">
                  <c:v>25.561030043448241</c:v>
                </c:pt>
                <c:pt idx="2567">
                  <c:v>25.538619096802517</c:v>
                </c:pt>
                <c:pt idx="2568">
                  <c:v>25.510881864317472</c:v>
                </c:pt>
                <c:pt idx="2569">
                  <c:v>25.470704344837475</c:v>
                </c:pt>
                <c:pt idx="2570">
                  <c:v>25.436258572402561</c:v>
                </c:pt>
                <c:pt idx="2571">
                  <c:v>25.411470148686693</c:v>
                </c:pt>
                <c:pt idx="2572">
                  <c:v>25.38288513368051</c:v>
                </c:pt>
                <c:pt idx="2573">
                  <c:v>25.347757449217724</c:v>
                </c:pt>
                <c:pt idx="2574">
                  <c:v>25.324535580160479</c:v>
                </c:pt>
                <c:pt idx="2575">
                  <c:v>25.289407895697689</c:v>
                </c:pt>
                <c:pt idx="2576">
                  <c:v>25.26109933151362</c:v>
                </c:pt>
                <c:pt idx="2577">
                  <c:v>25.231684964041108</c:v>
                </c:pt>
                <c:pt idx="2578">
                  <c:v>25.201791415143607</c:v>
                </c:pt>
                <c:pt idx="2579">
                  <c:v>25.176966131318121</c:v>
                </c:pt>
                <c:pt idx="2580">
                  <c:v>25.121417946128805</c:v>
                </c:pt>
                <c:pt idx="2581">
                  <c:v>25.106379021406017</c:v>
                </c:pt>
                <c:pt idx="2582">
                  <c:v>25.086843163310238</c:v>
                </c:pt>
                <c:pt idx="2583">
                  <c:v>25.054996028603156</c:v>
                </c:pt>
                <c:pt idx="2584">
                  <c:v>25.023056743622039</c:v>
                </c:pt>
                <c:pt idx="2585">
                  <c:v>25.001272418839765</c:v>
                </c:pt>
                <c:pt idx="2586">
                  <c:v>24.982436902826667</c:v>
                </c:pt>
                <c:pt idx="2587">
                  <c:v>24.952193182887825</c:v>
                </c:pt>
                <c:pt idx="2588">
                  <c:v>24.917894850891368</c:v>
                </c:pt>
                <c:pt idx="2589">
                  <c:v>24.890599939721699</c:v>
                </c:pt>
                <c:pt idx="2590">
                  <c:v>24.859950758577096</c:v>
                </c:pt>
                <c:pt idx="2591">
                  <c:v>24.83943810757653</c:v>
                </c:pt>
                <c:pt idx="2592">
                  <c:v>24.817672212849065</c:v>
                </c:pt>
                <c:pt idx="2593">
                  <c:v>24.788571156308276</c:v>
                </c:pt>
                <c:pt idx="2594">
                  <c:v>24.755231187161801</c:v>
                </c:pt>
                <c:pt idx="2595">
                  <c:v>24.724047534427786</c:v>
                </c:pt>
                <c:pt idx="2596">
                  <c:v>24.690707565281311</c:v>
                </c:pt>
                <c:pt idx="2597">
                  <c:v>24.671300717569185</c:v>
                </c:pt>
                <c:pt idx="2598">
                  <c:v>24.652833802652232</c:v>
                </c:pt>
                <c:pt idx="2599">
                  <c:v>24.625428311153719</c:v>
                </c:pt>
                <c:pt idx="2600">
                  <c:v>24.613209184816455</c:v>
                </c:pt>
                <c:pt idx="2601">
                  <c:v>24.498758544462884</c:v>
                </c:pt>
                <c:pt idx="2602">
                  <c:v>24.516930578502919</c:v>
                </c:pt>
                <c:pt idx="2603">
                  <c:v>24.505374934138718</c:v>
                </c:pt>
                <c:pt idx="2604">
                  <c:v>24.488566724154428</c:v>
                </c:pt>
                <c:pt idx="2605">
                  <c:v>24.472200835485509</c:v>
                </c:pt>
                <c:pt idx="2606">
                  <c:v>24.447670432536942</c:v>
                </c:pt>
                <c:pt idx="2607">
                  <c:v>24.421241733943219</c:v>
                </c:pt>
                <c:pt idx="2608">
                  <c:v>24.398904507516725</c:v>
                </c:pt>
                <c:pt idx="2609">
                  <c:v>24.366043719795243</c:v>
                </c:pt>
                <c:pt idx="2610">
                  <c:v>24.327488045138292</c:v>
                </c:pt>
                <c:pt idx="2611">
                  <c:v>24.300911906106109</c:v>
                </c:pt>
                <c:pt idx="2612">
                  <c:v>24.26843814953558</c:v>
                </c:pt>
                <c:pt idx="2613">
                  <c:v>24.240682486995727</c:v>
                </c:pt>
                <c:pt idx="2614">
                  <c:v>24.2177554988154</c:v>
                </c:pt>
                <c:pt idx="2615">
                  <c:v>24.190276287097657</c:v>
                </c:pt>
                <c:pt idx="2616">
                  <c:v>24.163018236037605</c:v>
                </c:pt>
                <c:pt idx="2617">
                  <c:v>24.137916501390009</c:v>
                </c:pt>
                <c:pt idx="2618">
                  <c:v>24.113662549263552</c:v>
                </c:pt>
                <c:pt idx="2619">
                  <c:v>24.089408597137098</c:v>
                </c:pt>
                <c:pt idx="2620">
                  <c:v>24.072268646166272</c:v>
                </c:pt>
                <c:pt idx="2621">
                  <c:v>24.020148451171121</c:v>
                </c:pt>
                <c:pt idx="2622">
                  <c:v>23.997332043319634</c:v>
                </c:pt>
                <c:pt idx="2623">
                  <c:v>23.975934749688314</c:v>
                </c:pt>
                <c:pt idx="2624">
                  <c:v>23.948197517203273</c:v>
                </c:pt>
                <c:pt idx="2625">
                  <c:v>23.913051402685678</c:v>
                </c:pt>
                <c:pt idx="2626">
                  <c:v>23.8890001811621</c:v>
                </c:pt>
                <c:pt idx="2627">
                  <c:v>23.860396736101112</c:v>
                </c:pt>
                <c:pt idx="2628">
                  <c:v>23.832770083944911</c:v>
                </c:pt>
                <c:pt idx="2629">
                  <c:v>23.80099666945706</c:v>
                </c:pt>
                <c:pt idx="2630">
                  <c:v>23.779562515716126</c:v>
                </c:pt>
                <c:pt idx="2631">
                  <c:v>23.754608221506992</c:v>
                </c:pt>
                <c:pt idx="2632">
                  <c:v>23.726502387925802</c:v>
                </c:pt>
                <c:pt idx="2633">
                  <c:v>23.706413628185803</c:v>
                </c:pt>
                <c:pt idx="2634">
                  <c:v>23.674879804410445</c:v>
                </c:pt>
                <c:pt idx="2635">
                  <c:v>23.644728234745642</c:v>
                </c:pt>
                <c:pt idx="2636">
                  <c:v>23.615848338862541</c:v>
                </c:pt>
                <c:pt idx="2637">
                  <c:v>23.58894045884383</c:v>
                </c:pt>
                <c:pt idx="2638">
                  <c:v>23.567322004554821</c:v>
                </c:pt>
                <c:pt idx="2639">
                  <c:v>23.536193641985228</c:v>
                </c:pt>
                <c:pt idx="2640">
                  <c:v>23.497508956944625</c:v>
                </c:pt>
                <c:pt idx="2641">
                  <c:v>23.407146398224246</c:v>
                </c:pt>
                <c:pt idx="2642">
                  <c:v>23.419807845876885</c:v>
                </c:pt>
                <c:pt idx="2643">
                  <c:v>23.419660405438428</c:v>
                </c:pt>
                <c:pt idx="2644">
                  <c:v>23.39811567136865</c:v>
                </c:pt>
                <c:pt idx="2645">
                  <c:v>23.364112220249112</c:v>
                </c:pt>
                <c:pt idx="2646">
                  <c:v>23.331398872966084</c:v>
                </c:pt>
                <c:pt idx="2647">
                  <c:v>23.302482116973373</c:v>
                </c:pt>
                <c:pt idx="2648">
                  <c:v>23.279960589998804</c:v>
                </c:pt>
                <c:pt idx="2649">
                  <c:v>23.253108000144511</c:v>
                </c:pt>
                <c:pt idx="2650">
                  <c:v>23.225168037056587</c:v>
                </c:pt>
                <c:pt idx="2651">
                  <c:v>23.198923639010939</c:v>
                </c:pt>
                <c:pt idx="2652">
                  <c:v>23.161916088957803</c:v>
                </c:pt>
                <c:pt idx="2653">
                  <c:v>23.131469638416082</c:v>
                </c:pt>
                <c:pt idx="2654">
                  <c:v>23.100064825024376</c:v>
                </c:pt>
                <c:pt idx="2655">
                  <c:v>23.073488685992196</c:v>
                </c:pt>
                <c:pt idx="2656">
                  <c:v>23.047336438220583</c:v>
                </c:pt>
                <c:pt idx="2657">
                  <c:v>23.009923426961684</c:v>
                </c:pt>
                <c:pt idx="2658">
                  <c:v>22.975496084581579</c:v>
                </c:pt>
                <c:pt idx="2659">
                  <c:v>22.94521550453312</c:v>
                </c:pt>
                <c:pt idx="2660">
                  <c:v>22.916077587882722</c:v>
                </c:pt>
                <c:pt idx="2661">
                  <c:v>22.906973140807896</c:v>
                </c:pt>
                <c:pt idx="2662">
                  <c:v>22.854281614113717</c:v>
                </c:pt>
                <c:pt idx="2663">
                  <c:v>22.821641987049919</c:v>
                </c:pt>
                <c:pt idx="2664">
                  <c:v>22.792393490070673</c:v>
                </c:pt>
                <c:pt idx="2665">
                  <c:v>22.76325557342027</c:v>
                </c:pt>
                <c:pt idx="2666">
                  <c:v>22.733288304303539</c:v>
                </c:pt>
                <c:pt idx="2667">
                  <c:v>22.697386557538845</c:v>
                </c:pt>
                <c:pt idx="2668">
                  <c:v>22.662185152856829</c:v>
                </c:pt>
                <c:pt idx="2669">
                  <c:v>22.634079319275639</c:v>
                </c:pt>
                <c:pt idx="2670">
                  <c:v>22.598380303113824</c:v>
                </c:pt>
                <c:pt idx="2671">
                  <c:v>22.561796644321259</c:v>
                </c:pt>
                <c:pt idx="2672">
                  <c:v>22.526945410680582</c:v>
                </c:pt>
                <c:pt idx="2673">
                  <c:v>22.505253236172344</c:v>
                </c:pt>
                <c:pt idx="2674">
                  <c:v>22.474419754479669</c:v>
                </c:pt>
                <c:pt idx="2675">
                  <c:v>22.432528239902588</c:v>
                </c:pt>
                <c:pt idx="2676">
                  <c:v>22.397087244508079</c:v>
                </c:pt>
                <c:pt idx="2677">
                  <c:v>22.365774581390411</c:v>
                </c:pt>
                <c:pt idx="2678">
                  <c:v>22.326260543883478</c:v>
                </c:pt>
                <c:pt idx="2679">
                  <c:v>22.290874838653387</c:v>
                </c:pt>
                <c:pt idx="2680">
                  <c:v>22.262879585401041</c:v>
                </c:pt>
                <c:pt idx="2681">
                  <c:v>22.246145095635978</c:v>
                </c:pt>
                <c:pt idx="2682">
                  <c:v>22.187021479814039</c:v>
                </c:pt>
                <c:pt idx="2683">
                  <c:v>22.157883563163637</c:v>
                </c:pt>
                <c:pt idx="2684">
                  <c:v>22.120912873220114</c:v>
                </c:pt>
                <c:pt idx="2685">
                  <c:v>22.087425463635181</c:v>
                </c:pt>
                <c:pt idx="2686">
                  <c:v>22.050768084623385</c:v>
                </c:pt>
                <c:pt idx="2687">
                  <c:v>22.01724381492884</c:v>
                </c:pt>
                <c:pt idx="2688">
                  <c:v>21.975628751173868</c:v>
                </c:pt>
                <c:pt idx="2689">
                  <c:v>21.938455330627466</c:v>
                </c:pt>
                <c:pt idx="2690">
                  <c:v>21.898849142846498</c:v>
                </c:pt>
                <c:pt idx="2691">
                  <c:v>21.867941940934593</c:v>
                </c:pt>
                <c:pt idx="2692">
                  <c:v>21.828685924194961</c:v>
                </c:pt>
                <c:pt idx="2693">
                  <c:v>21.788600554988999</c:v>
                </c:pt>
                <c:pt idx="2694">
                  <c:v>21.756347959076159</c:v>
                </c:pt>
                <c:pt idx="2695">
                  <c:v>21.719192968584565</c:v>
                </c:pt>
                <c:pt idx="2696">
                  <c:v>21.676048210280587</c:v>
                </c:pt>
                <c:pt idx="2697">
                  <c:v>21.63572325036213</c:v>
                </c:pt>
                <c:pt idx="2698">
                  <c:v>21.600024234200315</c:v>
                </c:pt>
                <c:pt idx="2699">
                  <c:v>21.571936830673934</c:v>
                </c:pt>
                <c:pt idx="2700">
                  <c:v>21.531943611742008</c:v>
                </c:pt>
                <c:pt idx="2701">
                  <c:v>21.498585212540728</c:v>
                </c:pt>
                <c:pt idx="2702">
                  <c:v>21.447312800066712</c:v>
                </c:pt>
                <c:pt idx="2703">
                  <c:v>21.423206288378715</c:v>
                </c:pt>
                <c:pt idx="2704">
                  <c:v>21.380817162321836</c:v>
                </c:pt>
                <c:pt idx="2705">
                  <c:v>21.336161139523657</c:v>
                </c:pt>
                <c:pt idx="2706">
                  <c:v>21.294048464288888</c:v>
                </c:pt>
                <c:pt idx="2707">
                  <c:v>21.25886548966168</c:v>
                </c:pt>
                <c:pt idx="2708">
                  <c:v>21.21892756089418</c:v>
                </c:pt>
                <c:pt idx="2709">
                  <c:v>21.175948673083465</c:v>
                </c:pt>
                <c:pt idx="2710">
                  <c:v>21.142147952566809</c:v>
                </c:pt>
                <c:pt idx="2711">
                  <c:v>21.108291941885728</c:v>
                </c:pt>
                <c:pt idx="2712">
                  <c:v>21.070547189640298</c:v>
                </c:pt>
                <c:pt idx="2713">
                  <c:v>21.026554648815182</c:v>
                </c:pt>
                <c:pt idx="2714">
                  <c:v>20.983096579579481</c:v>
                </c:pt>
                <c:pt idx="2715">
                  <c:v>20.956446720328067</c:v>
                </c:pt>
                <c:pt idx="2716">
                  <c:v>20.925263067594052</c:v>
                </c:pt>
                <c:pt idx="2717">
                  <c:v>20.891167466200478</c:v>
                </c:pt>
                <c:pt idx="2718">
                  <c:v>20.851929879515655</c:v>
                </c:pt>
                <c:pt idx="2719">
                  <c:v>20.814645878640409</c:v>
                </c:pt>
                <c:pt idx="2720">
                  <c:v>20.783775536838117</c:v>
                </c:pt>
                <c:pt idx="2721">
                  <c:v>20.752960485200248</c:v>
                </c:pt>
                <c:pt idx="2722">
                  <c:v>20.690445739293757</c:v>
                </c:pt>
                <c:pt idx="2723">
                  <c:v>20.674411591611374</c:v>
                </c:pt>
                <c:pt idx="2724">
                  <c:v>20.646434768413833</c:v>
                </c:pt>
                <c:pt idx="2725">
                  <c:v>20.61794190368169</c:v>
                </c:pt>
                <c:pt idx="2726">
                  <c:v>20.583846302288112</c:v>
                </c:pt>
                <c:pt idx="2727">
                  <c:v>20.55244148889641</c:v>
                </c:pt>
                <c:pt idx="2728">
                  <c:v>20.523303572246007</c:v>
                </c:pt>
                <c:pt idx="2729">
                  <c:v>20.487309675207275</c:v>
                </c:pt>
                <c:pt idx="2730">
                  <c:v>20.456033872199225</c:v>
                </c:pt>
                <c:pt idx="2731">
                  <c:v>20.433696645772731</c:v>
                </c:pt>
                <c:pt idx="2732">
                  <c:v>20.406751905644402</c:v>
                </c:pt>
                <c:pt idx="2733">
                  <c:v>20.37372524742965</c:v>
                </c:pt>
                <c:pt idx="2734">
                  <c:v>20.34617231549268</c:v>
                </c:pt>
                <c:pt idx="2735">
                  <c:v>20.318379792843213</c:v>
                </c:pt>
                <c:pt idx="2736">
                  <c:v>20.289665767453382</c:v>
                </c:pt>
                <c:pt idx="2737">
                  <c:v>20.261191332776043</c:v>
                </c:pt>
                <c:pt idx="2738">
                  <c:v>20.227869793684377</c:v>
                </c:pt>
                <c:pt idx="2739">
                  <c:v>20.201477955200268</c:v>
                </c:pt>
                <c:pt idx="2740">
                  <c:v>20.174146183920985</c:v>
                </c:pt>
                <c:pt idx="2741">
                  <c:v>20.140658774336053</c:v>
                </c:pt>
                <c:pt idx="2742">
                  <c:v>20.123463533200805</c:v>
                </c:pt>
                <c:pt idx="2743">
                  <c:v>20.063787015734643</c:v>
                </c:pt>
                <c:pt idx="2744">
                  <c:v>20.04089688766393</c:v>
                </c:pt>
                <c:pt idx="2745">
                  <c:v>20.022319392418133</c:v>
                </c:pt>
                <c:pt idx="2746">
                  <c:v>19.990545977930282</c:v>
                </c:pt>
                <c:pt idx="2747">
                  <c:v>19.947732960612836</c:v>
                </c:pt>
                <c:pt idx="2748">
                  <c:v>19.922852386622932</c:v>
                </c:pt>
                <c:pt idx="2749">
                  <c:v>19.903334958581958</c:v>
                </c:pt>
                <c:pt idx="2750">
                  <c:v>19.864318532554826</c:v>
                </c:pt>
                <c:pt idx="2751">
                  <c:v>19.834019522451559</c:v>
                </c:pt>
                <c:pt idx="2752">
                  <c:v>19.805637238048259</c:v>
                </c:pt>
                <c:pt idx="2753">
                  <c:v>19.785640628582296</c:v>
                </c:pt>
                <c:pt idx="2754">
                  <c:v>19.759543670975106</c:v>
                </c:pt>
                <c:pt idx="2755">
                  <c:v>19.728065137364172</c:v>
                </c:pt>
                <c:pt idx="2756">
                  <c:v>19.699185241481075</c:v>
                </c:pt>
                <c:pt idx="2757">
                  <c:v>19.662804313291389</c:v>
                </c:pt>
                <c:pt idx="2758">
                  <c:v>19.63766571853418</c:v>
                </c:pt>
                <c:pt idx="2759">
                  <c:v>19.614204258764438</c:v>
                </c:pt>
                <c:pt idx="2760">
                  <c:v>19.581269750823726</c:v>
                </c:pt>
                <c:pt idx="2761">
                  <c:v>19.557255389409764</c:v>
                </c:pt>
                <c:pt idx="2762">
                  <c:v>19.539341376137031</c:v>
                </c:pt>
                <c:pt idx="2763">
                  <c:v>19.472366556967163</c:v>
                </c:pt>
                <c:pt idx="2764">
                  <c:v>19.465916037784595</c:v>
                </c:pt>
                <c:pt idx="2765">
                  <c:v>19.444334443605204</c:v>
                </c:pt>
                <c:pt idx="2766">
                  <c:v>19.420946704054689</c:v>
                </c:pt>
                <c:pt idx="2767">
                  <c:v>19.38922857973126</c:v>
                </c:pt>
                <c:pt idx="2768">
                  <c:v>19.359298170724145</c:v>
                </c:pt>
                <c:pt idx="2769">
                  <c:v>19.338011457421668</c:v>
                </c:pt>
                <c:pt idx="2770">
                  <c:v>19.313112453376956</c:v>
                </c:pt>
                <c:pt idx="2771">
                  <c:v>19.280214805545857</c:v>
                </c:pt>
                <c:pt idx="2772">
                  <c:v>19.247906919468594</c:v>
                </c:pt>
                <c:pt idx="2773">
                  <c:v>19.219174464023951</c:v>
                </c:pt>
                <c:pt idx="2774">
                  <c:v>19.197261128858027</c:v>
                </c:pt>
                <c:pt idx="2775">
                  <c:v>19.168565533523001</c:v>
                </c:pt>
                <c:pt idx="2776">
                  <c:v>19.135373004814987</c:v>
                </c:pt>
                <c:pt idx="2777">
                  <c:v>19.109276047207796</c:v>
                </c:pt>
                <c:pt idx="2778">
                  <c:v>19.07669171030842</c:v>
                </c:pt>
                <c:pt idx="2779">
                  <c:v>19.050078711166623</c:v>
                </c:pt>
                <c:pt idx="2780">
                  <c:v>19.026101209862279</c:v>
                </c:pt>
                <c:pt idx="2781">
                  <c:v>18.99664998228015</c:v>
                </c:pt>
                <c:pt idx="2782">
                  <c:v>18.973428113222905</c:v>
                </c:pt>
                <c:pt idx="2783">
                  <c:v>18.890529726699498</c:v>
                </c:pt>
                <c:pt idx="2784">
                  <c:v>18.892372732180231</c:v>
                </c:pt>
                <c:pt idx="2785">
                  <c:v>18.883378865434253</c:v>
                </c:pt>
                <c:pt idx="2786">
                  <c:v>18.862774064159648</c:v>
                </c:pt>
                <c:pt idx="2787">
                  <c:v>18.83291737537176</c:v>
                </c:pt>
                <c:pt idx="2788">
                  <c:v>18.805087992612677</c:v>
                </c:pt>
                <c:pt idx="2789">
                  <c:v>18.779617656868936</c:v>
                </c:pt>
                <c:pt idx="2790">
                  <c:v>18.751419673013711</c:v>
                </c:pt>
                <c:pt idx="2791">
                  <c:v>18.724309062392116</c:v>
                </c:pt>
                <c:pt idx="2792">
                  <c:v>18.694839404755182</c:v>
                </c:pt>
                <c:pt idx="2793">
                  <c:v>18.672465318219071</c:v>
                </c:pt>
                <c:pt idx="2794">
                  <c:v>18.642369038718691</c:v>
                </c:pt>
                <c:pt idx="2795">
                  <c:v>18.613949894205774</c:v>
                </c:pt>
                <c:pt idx="2796">
                  <c:v>18.589493211476437</c:v>
                </c:pt>
                <c:pt idx="2797">
                  <c:v>18.572353260505611</c:v>
                </c:pt>
                <c:pt idx="2798">
                  <c:v>18.54266244221099</c:v>
                </c:pt>
                <c:pt idx="2799">
                  <c:v>18.509525203667398</c:v>
                </c:pt>
                <c:pt idx="2800">
                  <c:v>18.480903328551602</c:v>
                </c:pt>
                <c:pt idx="2801">
                  <c:v>18.458326511412611</c:v>
                </c:pt>
                <c:pt idx="2802">
                  <c:v>18.436560616685146</c:v>
                </c:pt>
                <c:pt idx="2803">
                  <c:v>18.429723066351624</c:v>
                </c:pt>
                <c:pt idx="2804">
                  <c:v>18.353699090271352</c:v>
                </c:pt>
                <c:pt idx="2805">
                  <c:v>18.350363250351226</c:v>
                </c:pt>
                <c:pt idx="2806">
                  <c:v>18.329408278035281</c:v>
                </c:pt>
                <c:pt idx="2807">
                  <c:v>18.306149548868419</c:v>
                </c:pt>
                <c:pt idx="2808">
                  <c:v>18.288088095157228</c:v>
                </c:pt>
                <c:pt idx="2809">
                  <c:v>18.255651198696313</c:v>
                </c:pt>
                <c:pt idx="2810">
                  <c:v>18.21965730165758</c:v>
                </c:pt>
                <c:pt idx="2811">
                  <c:v>18.195477069750353</c:v>
                </c:pt>
                <c:pt idx="2812">
                  <c:v>18.171517998500814</c:v>
                </c:pt>
                <c:pt idx="2813">
                  <c:v>18.14413093705711</c:v>
                </c:pt>
                <c:pt idx="2814">
                  <c:v>18.123010094247899</c:v>
                </c:pt>
                <c:pt idx="2815">
                  <c:v>18.090868078663902</c:v>
                </c:pt>
                <c:pt idx="2816">
                  <c:v>18.066558836373023</c:v>
                </c:pt>
                <c:pt idx="2817">
                  <c:v>18.044516490823447</c:v>
                </c:pt>
                <c:pt idx="2818">
                  <c:v>18.018161512448955</c:v>
                </c:pt>
                <c:pt idx="2819">
                  <c:v>17.986848849331288</c:v>
                </c:pt>
                <c:pt idx="2820">
                  <c:v>17.959885679148151</c:v>
                </c:pt>
                <c:pt idx="2821">
                  <c:v>17.938101354365877</c:v>
                </c:pt>
                <c:pt idx="2822">
                  <c:v>17.914197573280759</c:v>
                </c:pt>
                <c:pt idx="2823">
                  <c:v>17.891528605867734</c:v>
                </c:pt>
                <c:pt idx="2824">
                  <c:v>17.866168850452837</c:v>
                </c:pt>
                <c:pt idx="2825">
                  <c:v>17.830230243578526</c:v>
                </c:pt>
                <c:pt idx="2826">
                  <c:v>17.800447275009869</c:v>
                </c:pt>
                <c:pt idx="2827">
                  <c:v>17.779049981378549</c:v>
                </c:pt>
                <c:pt idx="2828">
                  <c:v>17.747718888206073</c:v>
                </c:pt>
                <c:pt idx="2829">
                  <c:v>17.718525681391249</c:v>
                </c:pt>
                <c:pt idx="2830">
                  <c:v>17.688171381123563</c:v>
                </c:pt>
                <c:pt idx="2831">
                  <c:v>17.661963843187529</c:v>
                </c:pt>
                <c:pt idx="2832">
                  <c:v>17.634152890483257</c:v>
                </c:pt>
                <c:pt idx="2833">
                  <c:v>17.608148083150102</c:v>
                </c:pt>
                <c:pt idx="2834">
                  <c:v>17.584078431571719</c:v>
                </c:pt>
                <c:pt idx="2835">
                  <c:v>17.548416275519518</c:v>
                </c:pt>
                <c:pt idx="2836">
                  <c:v>17.522761639227703</c:v>
                </c:pt>
                <c:pt idx="2837">
                  <c:v>17.481994357993873</c:v>
                </c:pt>
                <c:pt idx="2838">
                  <c:v>17.452948591617506</c:v>
                </c:pt>
                <c:pt idx="2839">
                  <c:v>17.431385427492923</c:v>
                </c:pt>
                <c:pt idx="2840">
                  <c:v>17.409343081943344</c:v>
                </c:pt>
                <c:pt idx="2841">
                  <c:v>17.388259099243751</c:v>
                </c:pt>
                <c:pt idx="2842">
                  <c:v>17.363009924157698</c:v>
                </c:pt>
                <c:pt idx="2843">
                  <c:v>17.328877462654507</c:v>
                </c:pt>
                <c:pt idx="2844">
                  <c:v>17.236450737795707</c:v>
                </c:pt>
                <c:pt idx="2845">
                  <c:v>17.24542617448688</c:v>
                </c:pt>
                <c:pt idx="2846">
                  <c:v>17.23731695037165</c:v>
                </c:pt>
                <c:pt idx="2847">
                  <c:v>17.216583138713396</c:v>
                </c:pt>
                <c:pt idx="2848">
                  <c:v>17.198208374070479</c:v>
                </c:pt>
                <c:pt idx="2849">
                  <c:v>17.178893676632388</c:v>
                </c:pt>
                <c:pt idx="2850">
                  <c:v>17.157717543658759</c:v>
                </c:pt>
                <c:pt idx="2851">
                  <c:v>17.139047898138923</c:v>
                </c:pt>
                <c:pt idx="2852">
                  <c:v>17.11108950499619</c:v>
                </c:pt>
                <c:pt idx="2853">
                  <c:v>17.078689468644892</c:v>
                </c:pt>
                <c:pt idx="2854">
                  <c:v>17.057697636219334</c:v>
                </c:pt>
                <c:pt idx="2855">
                  <c:v>17.036668943684159</c:v>
                </c:pt>
                <c:pt idx="2856">
                  <c:v>17.014903048956693</c:v>
                </c:pt>
                <c:pt idx="2857">
                  <c:v>16.98620745362167</c:v>
                </c:pt>
                <c:pt idx="2858">
                  <c:v>16.962985584564422</c:v>
                </c:pt>
                <c:pt idx="2859">
                  <c:v>16.943652457071526</c:v>
                </c:pt>
                <c:pt idx="2860">
                  <c:v>16.91593365464129</c:v>
                </c:pt>
                <c:pt idx="2861">
                  <c:v>16.889670826540833</c:v>
                </c:pt>
                <c:pt idx="2862">
                  <c:v>16.867112439456651</c:v>
                </c:pt>
                <c:pt idx="2863">
                  <c:v>16.850101498869478</c:v>
                </c:pt>
                <c:pt idx="2864">
                  <c:v>16.788434535484122</c:v>
                </c:pt>
                <c:pt idx="2865">
                  <c:v>16.78437992342651</c:v>
                </c:pt>
                <c:pt idx="2866">
                  <c:v>16.773027009665189</c:v>
                </c:pt>
                <c:pt idx="2867">
                  <c:v>16.754431084364583</c:v>
                </c:pt>
                <c:pt idx="2868">
                  <c:v>16.732480889089043</c:v>
                </c:pt>
                <c:pt idx="2869">
                  <c:v>16.713848103678824</c:v>
                </c:pt>
                <c:pt idx="2870">
                  <c:v>16.690331353744661</c:v>
                </c:pt>
                <c:pt idx="2871">
                  <c:v>16.671901298937325</c:v>
                </c:pt>
                <c:pt idx="2872">
                  <c:v>16.647260315659913</c:v>
                </c:pt>
                <c:pt idx="2873">
                  <c:v>16.625623431316097</c:v>
                </c:pt>
                <c:pt idx="2874">
                  <c:v>16.603986546972283</c:v>
                </c:pt>
                <c:pt idx="2875">
                  <c:v>16.580322356599659</c:v>
                </c:pt>
                <c:pt idx="2876">
                  <c:v>16.554391269485734</c:v>
                </c:pt>
                <c:pt idx="2877">
                  <c:v>16.530469058345812</c:v>
                </c:pt>
                <c:pt idx="2878">
                  <c:v>16.508076541754896</c:v>
                </c:pt>
                <c:pt idx="2879">
                  <c:v>16.482808936614035</c:v>
                </c:pt>
                <c:pt idx="2880">
                  <c:v>16.459347476844293</c:v>
                </c:pt>
                <c:pt idx="2881">
                  <c:v>16.444124251573431</c:v>
                </c:pt>
                <c:pt idx="2882">
                  <c:v>16.424975424628606</c:v>
                </c:pt>
                <c:pt idx="2883">
                  <c:v>16.401716695461747</c:v>
                </c:pt>
                <c:pt idx="2884">
                  <c:v>16.386235449423584</c:v>
                </c:pt>
                <c:pt idx="2885">
                  <c:v>16.373371271168061</c:v>
                </c:pt>
                <c:pt idx="2886">
                  <c:v>16.347587624492594</c:v>
                </c:pt>
                <c:pt idx="2887">
                  <c:v>16.326135040696851</c:v>
                </c:pt>
                <c:pt idx="2888">
                  <c:v>16.299061290184873</c:v>
                </c:pt>
                <c:pt idx="2889">
                  <c:v>16.275470820031479</c:v>
                </c:pt>
                <c:pt idx="2890">
                  <c:v>16.252396391412692</c:v>
                </c:pt>
                <c:pt idx="2891">
                  <c:v>16.232418212001537</c:v>
                </c:pt>
                <c:pt idx="2892">
                  <c:v>16.209712384478898</c:v>
                </c:pt>
                <c:pt idx="2893">
                  <c:v>16.182601773857304</c:v>
                </c:pt>
                <c:pt idx="2894">
                  <c:v>16.163213356199982</c:v>
                </c:pt>
                <c:pt idx="2895">
                  <c:v>16.147676819997397</c:v>
                </c:pt>
                <c:pt idx="2896">
                  <c:v>16.124418090830538</c:v>
                </c:pt>
                <c:pt idx="2897">
                  <c:v>16.10009041848485</c:v>
                </c:pt>
                <c:pt idx="2898">
                  <c:v>16.075209844494943</c:v>
                </c:pt>
                <c:pt idx="2899">
                  <c:v>16.060207779881772</c:v>
                </c:pt>
                <c:pt idx="2900">
                  <c:v>16.039934719593699</c:v>
                </c:pt>
                <c:pt idx="2901">
                  <c:v>16.018316265304691</c:v>
                </c:pt>
                <c:pt idx="2902">
                  <c:v>15.990394732271573</c:v>
                </c:pt>
                <c:pt idx="2903">
                  <c:v>15.959966711784658</c:v>
                </c:pt>
                <c:pt idx="2904">
                  <c:v>15.940744164620604</c:v>
                </c:pt>
                <c:pt idx="2905">
                  <c:v>15.923143462279597</c:v>
                </c:pt>
                <c:pt idx="2906">
                  <c:v>15.89522192924648</c:v>
                </c:pt>
                <c:pt idx="2907">
                  <c:v>15.868092888570077</c:v>
                </c:pt>
                <c:pt idx="2908">
                  <c:v>15.84092698778406</c:v>
                </c:pt>
                <c:pt idx="2909">
                  <c:v>15.815014330724944</c:v>
                </c:pt>
                <c:pt idx="2910">
                  <c:v>15.795386322355128</c:v>
                </c:pt>
                <c:pt idx="2911">
                  <c:v>15.77876241291891</c:v>
                </c:pt>
                <c:pt idx="2912">
                  <c:v>15.755448393587626</c:v>
                </c:pt>
                <c:pt idx="2913">
                  <c:v>15.727784881321812</c:v>
                </c:pt>
                <c:pt idx="2914">
                  <c:v>15.71014731887119</c:v>
                </c:pt>
                <c:pt idx="2915">
                  <c:v>15.691901564611925</c:v>
                </c:pt>
                <c:pt idx="2916">
                  <c:v>15.669011436541211</c:v>
                </c:pt>
                <c:pt idx="2917">
                  <c:v>15.641218913891745</c:v>
                </c:pt>
                <c:pt idx="2918">
                  <c:v>15.617130832258553</c:v>
                </c:pt>
                <c:pt idx="2919">
                  <c:v>15.600654363260794</c:v>
                </c:pt>
                <c:pt idx="2920">
                  <c:v>15.581800417192886</c:v>
                </c:pt>
                <c:pt idx="2921">
                  <c:v>15.558357387477953</c:v>
                </c:pt>
                <c:pt idx="2922">
                  <c:v>15.538508218450449</c:v>
                </c:pt>
                <c:pt idx="2923">
                  <c:v>15.524869977893019</c:v>
                </c:pt>
                <c:pt idx="2924">
                  <c:v>15.501334797904049</c:v>
                </c:pt>
                <c:pt idx="2925">
                  <c:v>15.494331377077259</c:v>
                </c:pt>
                <c:pt idx="2926">
                  <c:v>15.465193460426859</c:v>
                </c:pt>
                <c:pt idx="2927">
                  <c:v>15.441566130163851</c:v>
                </c:pt>
                <c:pt idx="2928">
                  <c:v>15.420113546368109</c:v>
                </c:pt>
                <c:pt idx="2929">
                  <c:v>15.397757889886808</c:v>
                </c:pt>
                <c:pt idx="2930">
                  <c:v>15.380636368970791</c:v>
                </c:pt>
                <c:pt idx="2931">
                  <c:v>15.360326448573105</c:v>
                </c:pt>
                <c:pt idx="2932">
                  <c:v>15.331428122635199</c:v>
                </c:pt>
                <c:pt idx="2933">
                  <c:v>15.31438032193841</c:v>
                </c:pt>
                <c:pt idx="2934">
                  <c:v>15.295747536528191</c:v>
                </c:pt>
                <c:pt idx="2935">
                  <c:v>15.281464244052504</c:v>
                </c:pt>
                <c:pt idx="2936">
                  <c:v>15.270443071277716</c:v>
                </c:pt>
                <c:pt idx="2937">
                  <c:v>15.247405502768544</c:v>
                </c:pt>
                <c:pt idx="2938">
                  <c:v>15.227611623905462</c:v>
                </c:pt>
                <c:pt idx="2939">
                  <c:v>15.204076443916492</c:v>
                </c:pt>
                <c:pt idx="2940">
                  <c:v>15.181757647544805</c:v>
                </c:pt>
                <c:pt idx="2941">
                  <c:v>15.165557629369154</c:v>
                </c:pt>
                <c:pt idx="2942">
                  <c:v>15.149707782234843</c:v>
                </c:pt>
                <c:pt idx="2943">
                  <c:v>15.125840861259341</c:v>
                </c:pt>
                <c:pt idx="2944">
                  <c:v>15.105973262177031</c:v>
                </c:pt>
                <c:pt idx="2945">
                  <c:v>15.099522742994463</c:v>
                </c:pt>
                <c:pt idx="2946">
                  <c:v>15.032253042947678</c:v>
                </c:pt>
                <c:pt idx="2947">
                  <c:v>15.039459194377347</c:v>
                </c:pt>
                <c:pt idx="2948">
                  <c:v>15.033598436948614</c:v>
                </c:pt>
                <c:pt idx="2949">
                  <c:v>15.017287838444119</c:v>
                </c:pt>
                <c:pt idx="2950">
                  <c:v>14.996609316950286</c:v>
                </c:pt>
                <c:pt idx="2951">
                  <c:v>14.974382670852636</c:v>
                </c:pt>
                <c:pt idx="2952">
                  <c:v>14.951050221466545</c:v>
                </c:pt>
                <c:pt idx="2953">
                  <c:v>14.936287747565867</c:v>
                </c:pt>
                <c:pt idx="2954">
                  <c:v>14.92222561574787</c:v>
                </c:pt>
                <c:pt idx="2955">
                  <c:v>14.90248702704921</c:v>
                </c:pt>
                <c:pt idx="2956">
                  <c:v>14.887687693038917</c:v>
                </c:pt>
                <c:pt idx="2957">
                  <c:v>14.865737497763376</c:v>
                </c:pt>
                <c:pt idx="2958">
                  <c:v>14.844598224899361</c:v>
                </c:pt>
                <c:pt idx="2959">
                  <c:v>14.833134730809196</c:v>
                </c:pt>
                <c:pt idx="2960">
                  <c:v>14.815552458522996</c:v>
                </c:pt>
                <c:pt idx="2961">
                  <c:v>14.796661652345474</c:v>
                </c:pt>
                <c:pt idx="2962">
                  <c:v>14.773679374000723</c:v>
                </c:pt>
                <c:pt idx="2963">
                  <c:v>14.764851377748009</c:v>
                </c:pt>
                <c:pt idx="2964">
                  <c:v>14.745886851351257</c:v>
                </c:pt>
                <c:pt idx="2965">
                  <c:v>14.730110724436177</c:v>
                </c:pt>
                <c:pt idx="2966">
                  <c:v>14.693011024109005</c:v>
                </c:pt>
                <c:pt idx="2967">
                  <c:v>14.687942759036986</c:v>
                </c:pt>
                <c:pt idx="2968">
                  <c:v>14.674746839794931</c:v>
                </c:pt>
                <c:pt idx="2969">
                  <c:v>14.657293577892382</c:v>
                </c:pt>
                <c:pt idx="2970">
                  <c:v>14.638384341660053</c:v>
                </c:pt>
                <c:pt idx="2971">
                  <c:v>14.623511287430532</c:v>
                </c:pt>
                <c:pt idx="2972">
                  <c:v>14.595534464232992</c:v>
                </c:pt>
                <c:pt idx="2973">
                  <c:v>14.583886669594754</c:v>
                </c:pt>
                <c:pt idx="2974">
                  <c:v>14.576477787562204</c:v>
                </c:pt>
                <c:pt idx="2975">
                  <c:v>14.562249785250939</c:v>
                </c:pt>
                <c:pt idx="2976">
                  <c:v>14.544704373074355</c:v>
                </c:pt>
                <c:pt idx="2977">
                  <c:v>14.535544635835107</c:v>
                </c:pt>
                <c:pt idx="2978">
                  <c:v>14.509539828501953</c:v>
                </c:pt>
                <c:pt idx="2979">
                  <c:v>14.483037409689</c:v>
                </c:pt>
                <c:pt idx="2980">
                  <c:v>14.465842168553754</c:v>
                </c:pt>
                <c:pt idx="2981">
                  <c:v>14.457898814931792</c:v>
                </c:pt>
                <c:pt idx="2982">
                  <c:v>14.445421667827224</c:v>
                </c:pt>
                <c:pt idx="2983">
                  <c:v>14.42522232775838</c:v>
                </c:pt>
                <c:pt idx="2984">
                  <c:v>14.410681014515392</c:v>
                </c:pt>
                <c:pt idx="2985">
                  <c:v>14.395162908367613</c:v>
                </c:pt>
                <c:pt idx="2986">
                  <c:v>14.345604490990681</c:v>
                </c:pt>
                <c:pt idx="2987">
                  <c:v>14.351649548967487</c:v>
                </c:pt>
                <c:pt idx="2988">
                  <c:v>14.346636574059891</c:v>
                </c:pt>
                <c:pt idx="2989">
                  <c:v>14.334786048818772</c:v>
                </c:pt>
                <c:pt idx="2990">
                  <c:v>14.314955309846077</c:v>
                </c:pt>
                <c:pt idx="2991">
                  <c:v>14.300063825561747</c:v>
                </c:pt>
                <c:pt idx="2992">
                  <c:v>14.288821492129271</c:v>
                </c:pt>
                <c:pt idx="2993">
                  <c:v>14.270649458089236</c:v>
                </c:pt>
                <c:pt idx="2994">
                  <c:v>14.252366843720356</c:v>
                </c:pt>
                <c:pt idx="2995">
                  <c:v>14.238396862176394</c:v>
                </c:pt>
                <c:pt idx="2996">
                  <c:v>14.229237124937146</c:v>
                </c:pt>
                <c:pt idx="2997">
                  <c:v>14.213682158679754</c:v>
                </c:pt>
                <c:pt idx="2998">
                  <c:v>14.196689648147387</c:v>
                </c:pt>
                <c:pt idx="2999">
                  <c:v>14.171864364321904</c:v>
                </c:pt>
                <c:pt idx="3000">
                  <c:v>14.154871853789537</c:v>
                </c:pt>
                <c:pt idx="3001">
                  <c:v>14.141362623615759</c:v>
                </c:pt>
                <c:pt idx="3002">
                  <c:v>14.125365336042989</c:v>
                </c:pt>
                <c:pt idx="3003">
                  <c:v>14.112316857239394</c:v>
                </c:pt>
                <c:pt idx="3004">
                  <c:v>14.098346875695432</c:v>
                </c:pt>
                <c:pt idx="3005">
                  <c:v>14.086570070673542</c:v>
                </c:pt>
                <c:pt idx="3006">
                  <c:v>14.082681329109194</c:v>
                </c:pt>
                <c:pt idx="3007">
                  <c:v>14.049120199305031</c:v>
                </c:pt>
                <c:pt idx="3008">
                  <c:v>14.038541347845619</c:v>
                </c:pt>
                <c:pt idx="3009">
                  <c:v>14.022286039505547</c:v>
                </c:pt>
                <c:pt idx="3010">
                  <c:v>14.000133113627125</c:v>
                </c:pt>
                <c:pt idx="3011">
                  <c:v>13.985997261589898</c:v>
                </c:pt>
                <c:pt idx="3012">
                  <c:v>13.975565850568945</c:v>
                </c:pt>
                <c:pt idx="3013">
                  <c:v>13.959457982667331</c:v>
                </c:pt>
                <c:pt idx="3014">
                  <c:v>13.951164458004028</c:v>
                </c:pt>
                <c:pt idx="3015">
                  <c:v>13.936401984103352</c:v>
                </c:pt>
                <c:pt idx="3016">
                  <c:v>13.914341208498968</c:v>
                </c:pt>
                <c:pt idx="3017">
                  <c:v>13.897072247144491</c:v>
                </c:pt>
                <c:pt idx="3018">
                  <c:v>13.88441079949185</c:v>
                </c:pt>
                <c:pt idx="3019">
                  <c:v>13.869961636522897</c:v>
                </c:pt>
                <c:pt idx="3020">
                  <c:v>13.859069474131759</c:v>
                </c:pt>
                <c:pt idx="3021">
                  <c:v>13.842445564695542</c:v>
                </c:pt>
                <c:pt idx="3022">
                  <c:v>13.817417550267177</c:v>
                </c:pt>
                <c:pt idx="3023">
                  <c:v>13.80263664631169</c:v>
                </c:pt>
                <c:pt idx="3024">
                  <c:v>13.782805907338995</c:v>
                </c:pt>
                <c:pt idx="3025">
                  <c:v>13.770328760234428</c:v>
                </c:pt>
                <c:pt idx="3026">
                  <c:v>13.763417489681675</c:v>
                </c:pt>
                <c:pt idx="3027">
                  <c:v>13.723258400256485</c:v>
                </c:pt>
                <c:pt idx="3028">
                  <c:v>13.723055669653604</c:v>
                </c:pt>
                <c:pt idx="3029">
                  <c:v>13.71138944496056</c:v>
                </c:pt>
                <c:pt idx="3030">
                  <c:v>13.693217410920523</c:v>
                </c:pt>
                <c:pt idx="3031">
                  <c:v>13.679874051240011</c:v>
                </c:pt>
                <c:pt idx="3032">
                  <c:v>13.667507484464288</c:v>
                </c:pt>
                <c:pt idx="3033">
                  <c:v>13.654127264674159</c:v>
                </c:pt>
                <c:pt idx="3034">
                  <c:v>13.637595505511978</c:v>
                </c:pt>
                <c:pt idx="3035">
                  <c:v>13.614373636454731</c:v>
                </c:pt>
                <c:pt idx="3036">
                  <c:v>13.601693758747283</c:v>
                </c:pt>
                <c:pt idx="3037">
                  <c:v>13.590303984876348</c:v>
                </c:pt>
                <c:pt idx="3038">
                  <c:v>13.572611132261303</c:v>
                </c:pt>
                <c:pt idx="3039">
                  <c:v>13.557535347428901</c:v>
                </c:pt>
                <c:pt idx="3040">
                  <c:v>13.537538737962938</c:v>
                </c:pt>
                <c:pt idx="3041">
                  <c:v>13.518684791895032</c:v>
                </c:pt>
                <c:pt idx="3042">
                  <c:v>13.499462244730978</c:v>
                </c:pt>
                <c:pt idx="3043">
                  <c:v>13.484257449514924</c:v>
                </c:pt>
                <c:pt idx="3044">
                  <c:v>13.466048555365274</c:v>
                </c:pt>
                <c:pt idx="3045">
                  <c:v>13.452318164533807</c:v>
                </c:pt>
                <c:pt idx="3046">
                  <c:v>13.442716105979184</c:v>
                </c:pt>
                <c:pt idx="3047">
                  <c:v>13.408325623708691</c:v>
                </c:pt>
                <c:pt idx="3048">
                  <c:v>13.40036384003192</c:v>
                </c:pt>
                <c:pt idx="3049">
                  <c:v>13.389305807147517</c:v>
                </c:pt>
                <c:pt idx="3050">
                  <c:v>13.379593168264051</c:v>
                </c:pt>
                <c:pt idx="3051">
                  <c:v>13.368959026640216</c:v>
                </c:pt>
                <c:pt idx="3052">
                  <c:v>13.357606112878896</c:v>
                </c:pt>
                <c:pt idx="3053">
                  <c:v>13.346990401309869</c:v>
                </c:pt>
                <c:pt idx="3054">
                  <c:v>13.324118703293962</c:v>
                </c:pt>
                <c:pt idx="3055">
                  <c:v>13.305283187280864</c:v>
                </c:pt>
                <c:pt idx="3056">
                  <c:v>13.288051086036003</c:v>
                </c:pt>
                <c:pt idx="3057">
                  <c:v>13.276163700685268</c:v>
                </c:pt>
                <c:pt idx="3058">
                  <c:v>13.261124775962481</c:v>
                </c:pt>
                <c:pt idx="3059">
                  <c:v>13.249200530502133</c:v>
                </c:pt>
                <c:pt idx="3060">
                  <c:v>13.235709730383162</c:v>
                </c:pt>
                <c:pt idx="3061">
                  <c:v>13.222366370702648</c:v>
                </c:pt>
                <c:pt idx="3062">
                  <c:v>13.209704923050008</c:v>
                </c:pt>
                <c:pt idx="3063">
                  <c:v>13.190519235995568</c:v>
                </c:pt>
                <c:pt idx="3064">
                  <c:v>13.173969046778579</c:v>
                </c:pt>
                <c:pt idx="3065">
                  <c:v>13.156257764108727</c:v>
                </c:pt>
                <c:pt idx="3066">
                  <c:v>13.131764221269774</c:v>
                </c:pt>
                <c:pt idx="3067">
                  <c:v>13.125921893895848</c:v>
                </c:pt>
                <c:pt idx="3068">
                  <c:v>13.1092242642404</c:v>
                </c:pt>
                <c:pt idx="3069">
                  <c:v>13.088011271157153</c:v>
                </c:pt>
                <c:pt idx="3070">
                  <c:v>13.065471314127779</c:v>
                </c:pt>
                <c:pt idx="3071">
                  <c:v>13.049142285568477</c:v>
                </c:pt>
                <c:pt idx="3072">
                  <c:v>13.041659683316698</c:v>
                </c:pt>
                <c:pt idx="3073">
                  <c:v>13.02378253015358</c:v>
                </c:pt>
                <c:pt idx="3074">
                  <c:v>13.0054999157847</c:v>
                </c:pt>
                <c:pt idx="3075">
                  <c:v>12.988728565910023</c:v>
                </c:pt>
                <c:pt idx="3076">
                  <c:v>12.971183153733437</c:v>
                </c:pt>
                <c:pt idx="3077">
                  <c:v>12.958392695697144</c:v>
                </c:pt>
                <c:pt idx="3078">
                  <c:v>12.94595240870219</c:v>
                </c:pt>
                <c:pt idx="3079">
                  <c:v>12.927559214004468</c:v>
                </c:pt>
                <c:pt idx="3080">
                  <c:v>12.912299128623992</c:v>
                </c:pt>
                <c:pt idx="3081">
                  <c:v>12.900080002286726</c:v>
                </c:pt>
                <c:pt idx="3082">
                  <c:v>12.88281104093225</c:v>
                </c:pt>
                <c:pt idx="3083">
                  <c:v>12.862206239657647</c:v>
                </c:pt>
                <c:pt idx="3084">
                  <c:v>12.849655372333849</c:v>
                </c:pt>
                <c:pt idx="3085">
                  <c:v>12.825272409823741</c:v>
                </c:pt>
                <c:pt idx="3086">
                  <c:v>12.812279221184568</c:v>
                </c:pt>
                <c:pt idx="3087">
                  <c:v>12.808095598743302</c:v>
                </c:pt>
                <c:pt idx="3088">
                  <c:v>12.770313986388258</c:v>
                </c:pt>
                <c:pt idx="3089">
                  <c:v>12.763513296164351</c:v>
                </c:pt>
                <c:pt idx="3090">
                  <c:v>12.755311921775085</c:v>
                </c:pt>
                <c:pt idx="3091">
                  <c:v>12.742410883409949</c:v>
                </c:pt>
                <c:pt idx="3092">
                  <c:v>12.726284585453527</c:v>
                </c:pt>
                <c:pt idx="3093">
                  <c:v>12.713328256923969</c:v>
                </c:pt>
                <c:pt idx="3094">
                  <c:v>12.698897524009823</c:v>
                </c:pt>
                <c:pt idx="3095">
                  <c:v>12.676449717254485</c:v>
                </c:pt>
                <c:pt idx="3096">
                  <c:v>12.657964372282725</c:v>
                </c:pt>
                <c:pt idx="3097">
                  <c:v>12.640234659558066</c:v>
                </c:pt>
                <c:pt idx="3098">
                  <c:v>12.624182081820875</c:v>
                </c:pt>
                <c:pt idx="3099">
                  <c:v>12.61035954071537</c:v>
                </c:pt>
                <c:pt idx="3100">
                  <c:v>12.599025057008857</c:v>
                </c:pt>
                <c:pt idx="3101">
                  <c:v>12.584428453601445</c:v>
                </c:pt>
                <c:pt idx="3102">
                  <c:v>12.561685765969191</c:v>
                </c:pt>
                <c:pt idx="3103">
                  <c:v>12.548563566946365</c:v>
                </c:pt>
                <c:pt idx="3104">
                  <c:v>12.534446144963946</c:v>
                </c:pt>
                <c:pt idx="3105">
                  <c:v>12.519923261775762</c:v>
                </c:pt>
                <c:pt idx="3106">
                  <c:v>12.499760781816535</c:v>
                </c:pt>
                <c:pt idx="3107">
                  <c:v>12.490195583371525</c:v>
                </c:pt>
                <c:pt idx="3108">
                  <c:v>12.415535431346999</c:v>
                </c:pt>
                <c:pt idx="3109">
                  <c:v>12.435587330977382</c:v>
                </c:pt>
                <c:pt idx="3110">
                  <c:v>12.437909517883108</c:v>
                </c:pt>
                <c:pt idx="3111">
                  <c:v>12.424824178969898</c:v>
                </c:pt>
                <c:pt idx="3112">
                  <c:v>12.409342932931734</c:v>
                </c:pt>
                <c:pt idx="3113">
                  <c:v>12.396976366156009</c:v>
                </c:pt>
                <c:pt idx="3114">
                  <c:v>12.388074649684064</c:v>
                </c:pt>
                <c:pt idx="3115">
                  <c:v>12.373349035893002</c:v>
                </c:pt>
                <c:pt idx="3116">
                  <c:v>12.359139463636545</c:v>
                </c:pt>
                <c:pt idx="3117">
                  <c:v>12.349168803985775</c:v>
                </c:pt>
                <c:pt idx="3118">
                  <c:v>12.332268443727445</c:v>
                </c:pt>
                <c:pt idx="3119">
                  <c:v>12.315368083469115</c:v>
                </c:pt>
                <c:pt idx="3120">
                  <c:v>12.298541443430016</c:v>
                </c:pt>
                <c:pt idx="3121">
                  <c:v>12.283152347665888</c:v>
                </c:pt>
                <c:pt idx="3122">
                  <c:v>12.267228780312349</c:v>
                </c:pt>
                <c:pt idx="3123">
                  <c:v>12.257387131045231</c:v>
                </c:pt>
                <c:pt idx="3124">
                  <c:v>12.243914760981067</c:v>
                </c:pt>
                <c:pt idx="3125">
                  <c:v>12.223402109980499</c:v>
                </c:pt>
                <c:pt idx="3126">
                  <c:v>12.207607553010609</c:v>
                </c:pt>
                <c:pt idx="3127">
                  <c:v>12.195664877495455</c:v>
                </c:pt>
                <c:pt idx="3128">
                  <c:v>12.163393851527806</c:v>
                </c:pt>
                <c:pt idx="3129">
                  <c:v>12.154436844891439</c:v>
                </c:pt>
                <c:pt idx="3130">
                  <c:v>12.14383956337722</c:v>
                </c:pt>
                <c:pt idx="3131">
                  <c:v>12.133002691150505</c:v>
                </c:pt>
                <c:pt idx="3132">
                  <c:v>12.117687315605608</c:v>
                </c:pt>
                <c:pt idx="3133">
                  <c:v>12.10355146356838</c:v>
                </c:pt>
                <c:pt idx="3134">
                  <c:v>12.084513216952399</c:v>
                </c:pt>
                <c:pt idx="3135">
                  <c:v>12.06013025444229</c:v>
                </c:pt>
                <c:pt idx="3136">
                  <c:v>12.047008055419465</c:v>
                </c:pt>
                <c:pt idx="3137">
                  <c:v>12.030550016476512</c:v>
                </c:pt>
                <c:pt idx="3138">
                  <c:v>12.015971843123907</c:v>
                </c:pt>
                <c:pt idx="3139">
                  <c:v>12.00467421952701</c:v>
                </c:pt>
                <c:pt idx="3140">
                  <c:v>11.992436663134937</c:v>
                </c:pt>
                <c:pt idx="3141">
                  <c:v>11.975259852054498</c:v>
                </c:pt>
                <c:pt idx="3142">
                  <c:v>11.952369723983784</c:v>
                </c:pt>
                <c:pt idx="3143">
                  <c:v>11.94214104356571</c:v>
                </c:pt>
                <c:pt idx="3144">
                  <c:v>11.930050927612097</c:v>
                </c:pt>
                <c:pt idx="3145">
                  <c:v>11.915786065191218</c:v>
                </c:pt>
                <c:pt idx="3146">
                  <c:v>11.89977034756364</c:v>
                </c:pt>
                <c:pt idx="3147">
                  <c:v>11.885339614649496</c:v>
                </c:pt>
                <c:pt idx="3148">
                  <c:v>11.879312986727495</c:v>
                </c:pt>
                <c:pt idx="3149">
                  <c:v>11.864366212278744</c:v>
                </c:pt>
                <c:pt idx="3150">
                  <c:v>11.847576432349259</c:v>
                </c:pt>
                <c:pt idx="3151">
                  <c:v>11.831616004886104</c:v>
                </c:pt>
                <c:pt idx="3152">
                  <c:v>11.815913598190253</c:v>
                </c:pt>
                <c:pt idx="3153">
                  <c:v>11.795898558669483</c:v>
                </c:pt>
                <c:pt idx="3154">
                  <c:v>11.780878064001502</c:v>
                </c:pt>
                <c:pt idx="3155">
                  <c:v>11.773671912571833</c:v>
                </c:pt>
                <c:pt idx="3156">
                  <c:v>11.758725138123081</c:v>
                </c:pt>
                <c:pt idx="3157">
                  <c:v>11.745492358771413</c:v>
                </c:pt>
                <c:pt idx="3158">
                  <c:v>11.726988583744845</c:v>
                </c:pt>
                <c:pt idx="3159">
                  <c:v>11.71587526069602</c:v>
                </c:pt>
                <c:pt idx="3160">
                  <c:v>11.70660494312793</c:v>
                </c:pt>
                <c:pt idx="3161">
                  <c:v>11.691252707473417</c:v>
                </c:pt>
                <c:pt idx="3162">
                  <c:v>11.681447918315913</c:v>
                </c:pt>
                <c:pt idx="3163">
                  <c:v>11.667127765730612</c:v>
                </c:pt>
                <c:pt idx="3164">
                  <c:v>11.648052659005016</c:v>
                </c:pt>
                <c:pt idx="3165">
                  <c:v>11.625236251153531</c:v>
                </c:pt>
                <c:pt idx="3166">
                  <c:v>11.602622573904927</c:v>
                </c:pt>
                <c:pt idx="3167">
                  <c:v>11.593425976556066</c:v>
                </c:pt>
                <c:pt idx="3168">
                  <c:v>11.584284669371627</c:v>
                </c:pt>
                <c:pt idx="3169">
                  <c:v>11.514287321213356</c:v>
                </c:pt>
                <c:pt idx="3170">
                  <c:v>11.526690748098694</c:v>
                </c:pt>
                <c:pt idx="3171">
                  <c:v>11.521493472643025</c:v>
                </c:pt>
                <c:pt idx="3172">
                  <c:v>11.509145335922108</c:v>
                </c:pt>
                <c:pt idx="3173">
                  <c:v>11.494327571857008</c:v>
                </c:pt>
                <c:pt idx="3174">
                  <c:v>11.482882507821651</c:v>
                </c:pt>
                <c:pt idx="3175">
                  <c:v>11.464839484165267</c:v>
                </c:pt>
                <c:pt idx="3176">
                  <c:v>11.447423082372334</c:v>
                </c:pt>
                <c:pt idx="3177">
                  <c:v>11.430854463100536</c:v>
                </c:pt>
                <c:pt idx="3178">
                  <c:v>11.415981408871014</c:v>
                </c:pt>
                <c:pt idx="3179">
                  <c:v>11.405107676534685</c:v>
                </c:pt>
                <c:pt idx="3180">
                  <c:v>11.387433253974448</c:v>
                </c:pt>
                <c:pt idx="3181">
                  <c:v>11.369629821030559</c:v>
                </c:pt>
                <c:pt idx="3182">
                  <c:v>11.357189534035605</c:v>
                </c:pt>
                <c:pt idx="3183">
                  <c:v>11.34421477545124</c:v>
                </c:pt>
                <c:pt idx="3184">
                  <c:v>11.331774488456286</c:v>
                </c:pt>
                <c:pt idx="3185">
                  <c:v>11.319168330968067</c:v>
                </c:pt>
                <c:pt idx="3186">
                  <c:v>11.307704836877903</c:v>
                </c:pt>
                <c:pt idx="3187">
                  <c:v>11.29837922914539</c:v>
                </c:pt>
                <c:pt idx="3188">
                  <c:v>11.288242699001353</c:v>
                </c:pt>
                <c:pt idx="3189">
                  <c:v>11.24131977946187</c:v>
                </c:pt>
                <c:pt idx="3190">
                  <c:v>11.241301349407063</c:v>
                </c:pt>
                <c:pt idx="3191">
                  <c:v>11.234132058087008</c:v>
                </c:pt>
                <c:pt idx="3192">
                  <c:v>11.220051496214202</c:v>
                </c:pt>
                <c:pt idx="3193">
                  <c:v>11.206505405930809</c:v>
                </c:pt>
                <c:pt idx="3194">
                  <c:v>11.197271948472332</c:v>
                </c:pt>
                <c:pt idx="3195">
                  <c:v>11.184776371312957</c:v>
                </c:pt>
                <c:pt idx="3196">
                  <c:v>11.168023451493086</c:v>
                </c:pt>
                <c:pt idx="3197">
                  <c:v>11.157997501677896</c:v>
                </c:pt>
                <c:pt idx="3198">
                  <c:v>11.141852773666667</c:v>
                </c:pt>
                <c:pt idx="3199">
                  <c:v>11.122888247269916</c:v>
                </c:pt>
                <c:pt idx="3200">
                  <c:v>11.108236353698082</c:v>
                </c:pt>
                <c:pt idx="3201">
                  <c:v>11.090156469932083</c:v>
                </c:pt>
                <c:pt idx="3202">
                  <c:v>11.047454032943481</c:v>
                </c:pt>
                <c:pt idx="3203">
                  <c:v>11.000825994280914</c:v>
                </c:pt>
                <c:pt idx="3204">
                  <c:v>10.95301843211068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E47F-492C-A9B3-5CB760FEB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103600"/>
        <c:axId val="1536104688"/>
      </c:scatterChart>
      <c:valAx>
        <c:axId val="15361036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104688"/>
        <c:crosses val="autoZero"/>
        <c:crossBetween val="midCat"/>
      </c:valAx>
      <c:valAx>
        <c:axId val="1536104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1036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88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18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34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7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97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5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8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1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9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6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44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44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89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9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19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05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6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45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606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8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2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97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20BAC-4C91-47F9-8968-ECE19256E40B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11148-0348-4E26-8F01-A90E8FD0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topics/engineering/cement-produc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524000"/>
            <a:ext cx="7315200" cy="533400"/>
          </a:xfrm>
        </p:spPr>
        <p:txBody>
          <a:bodyPr>
            <a:noAutofit/>
          </a:bodyPr>
          <a:lstStyle/>
          <a:p>
            <a:pPr algn="ctr"/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haroni" pitchFamily="2" charset="-79"/>
                <a:cs typeface="Aharoni" pitchFamily="2" charset="-79"/>
              </a:rPr>
              <a:t>INTERNATIONAL CONFERENCE ON GLOBAL ENVIRONMENTAL CHANGES AND SUSTAINABLE DEVELOPMENT – ICGECSD’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Aharoni" pitchFamily="2" charset="-79"/>
                <a:cs typeface="Aharoni" pitchFamily="2" charset="-79"/>
              </a:rPr>
              <a:t>19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101763"/>
            <a:ext cx="8534400" cy="838200"/>
          </a:xfrm>
        </p:spPr>
        <p:txBody>
          <a:bodyPr>
            <a:noAutofit/>
          </a:bodyPr>
          <a:lstStyle/>
          <a:p>
            <a:pPr algn="l"/>
            <a:r>
              <a:rPr lang="en-US" sz="1800" b="1" dirty="0" smtClean="0">
                <a:solidFill>
                  <a:schemeClr val="tx1"/>
                </a:solidFill>
                <a:latin typeface="Agency FB" pitchFamily="34" charset="0"/>
              </a:rPr>
              <a:t>Co Author(1)	          : 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Prabhat Ranjan Prem, Scientist</a:t>
            </a:r>
          </a:p>
          <a:p>
            <a:pPr algn="l"/>
            <a:r>
              <a:rPr lang="en-US" sz="1800" b="1" dirty="0" smtClean="0">
                <a:solidFill>
                  <a:schemeClr val="tx1"/>
                </a:solidFill>
                <a:latin typeface="Agency FB" pitchFamily="34" charset="0"/>
              </a:rPr>
              <a:t>Affiliation     	          : 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CSIR-Structural Engineering Research Centre,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Taramani, Chennai.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Vel Tech Rangarajan Dr.Sagunthala R&amp;D Institute of Science and Technolog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0"/>
            <a:ext cx="2423744" cy="110556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81000" y="3276600"/>
            <a:ext cx="6400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gency FB" pitchFamily="34" charset="0"/>
                <a:cs typeface="Aharoni" pitchFamily="2" charset="-79"/>
              </a:rPr>
              <a:t>Author</a:t>
            </a:r>
            <a:r>
              <a:rPr lang="en-US" sz="2000" b="1" dirty="0" smtClean="0">
                <a:latin typeface="Aharoni" pitchFamily="2" charset="-79"/>
                <a:cs typeface="Aharoni" pitchFamily="2" charset="-79"/>
              </a:rPr>
              <a:t>  </a:t>
            </a:r>
            <a:r>
              <a:rPr lang="en-US" sz="2000" dirty="0" smtClean="0">
                <a:latin typeface="Aharoni" pitchFamily="2" charset="-79"/>
                <a:cs typeface="Aharoni" pitchFamily="2" charset="-79"/>
              </a:rPr>
              <a:t>          	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Vyshali , Post graduate scholar</a:t>
            </a:r>
          </a:p>
          <a:p>
            <a:r>
              <a:rPr lang="en-US" sz="2000" b="1" dirty="0" smtClean="0">
                <a:latin typeface="Agency FB" pitchFamily="34" charset="0"/>
              </a:rPr>
              <a:t>Affiliation     	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Department of Civil Engineering, JNTU, Anantapur.</a:t>
            </a:r>
          </a:p>
          <a:p>
            <a:endParaRPr lang="en-US" sz="2000" dirty="0" smtClean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600" y="228600"/>
            <a:ext cx="220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gency FB" pitchFamily="34" charset="0"/>
              </a:rPr>
              <a:t>Ref No :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71500" y="2362200"/>
            <a:ext cx="8153400" cy="533400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small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j-ea"/>
                <a:cs typeface="+mj-cs"/>
              </a:rPr>
              <a:t>Size effect studies on Geopolymer </a:t>
            </a:r>
            <a:r>
              <a:rPr kumimoji="0" lang="en-US" sz="3600" b="1" i="0" u="none" strike="noStrike" kern="1200" cap="small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j-ea"/>
                <a:cs typeface="+mj-cs"/>
              </a:rPr>
              <a:t>Concrete</a:t>
            </a:r>
            <a:r>
              <a:rPr kumimoji="0" lang="en-US" sz="36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j-ea"/>
                <a:cs typeface="+mj-cs"/>
              </a:rPr>
              <a:t> </a:t>
            </a:r>
            <a:endParaRPr kumimoji="0" lang="en-US" sz="3600" b="1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81000" y="5029200"/>
            <a:ext cx="8534400" cy="838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itchFamily="34" charset="0"/>
                <a:ea typeface="+mn-ea"/>
                <a:cs typeface="+mn-cs"/>
              </a:rPr>
              <a:t>Co Author(2)	: </a:t>
            </a:r>
            <a:r>
              <a:rPr kumimoji="0" 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P.S.Ambily,</a:t>
            </a:r>
            <a:r>
              <a:rPr kumimoji="0" lang="en-US" sz="140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Scientist</a:t>
            </a:r>
            <a:r>
              <a:rPr kumimoji="0" 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itchFamily="34" charset="0"/>
                <a:ea typeface="+mn-ea"/>
                <a:cs typeface="+mn-cs"/>
              </a:rPr>
              <a:t>Affiliation     	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CSIR-Structural Engineering Research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Centre, Taramani, Chennai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gency FB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381000" y="5791200"/>
            <a:ext cx="8534400" cy="838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itchFamily="34" charset="0"/>
                <a:ea typeface="+mn-ea"/>
                <a:cs typeface="+mn-cs"/>
              </a:rPr>
              <a:t>Co Author(3)	: </a:t>
            </a:r>
            <a:r>
              <a:rPr kumimoji="0" 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B.Ajitha,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kumimoji="0" lang="en-US" sz="14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itchFamily="34" charset="0"/>
                <a:ea typeface="+mn-ea"/>
                <a:cs typeface="+mn-cs"/>
              </a:rPr>
              <a:t>Affiliation     	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Department of Civil Engineering, JNTUA, Anantapur.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8" y="274638"/>
            <a:ext cx="7863841" cy="170656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rgbClr val="C00000"/>
                </a:solidFill>
                <a:cs typeface="Times New Roman"/>
              </a:rPr>
              <a:t>Contents</a:t>
            </a:r>
            <a:r>
              <a:rPr lang="en-US" b="1" dirty="0">
                <a:solidFill>
                  <a:srgbClr val="C00000"/>
                </a:solidFill>
              </a:rPr>
              <a:t/>
            </a:r>
            <a:br>
              <a:rPr lang="en-US" b="1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cs typeface="Times New Roman"/>
              </a:rPr>
              <a:t>Introduction</a:t>
            </a:r>
          </a:p>
          <a:p>
            <a:r>
              <a:rPr lang="en-US" sz="2800" b="1" dirty="0">
                <a:cs typeface="Times New Roman"/>
              </a:rPr>
              <a:t>Research Gap – Based on Critical literature review </a:t>
            </a:r>
          </a:p>
          <a:p>
            <a:r>
              <a:rPr lang="en-US" sz="2800" b="1" dirty="0">
                <a:cs typeface="Times New Roman"/>
              </a:rPr>
              <a:t>Objective</a:t>
            </a:r>
          </a:p>
          <a:p>
            <a:r>
              <a:rPr lang="en-IN" sz="2800" b="1" dirty="0">
                <a:cs typeface="Times New Roman"/>
              </a:rPr>
              <a:t>Current Studies ( Till </a:t>
            </a:r>
            <a:r>
              <a:rPr lang="en-IN" sz="2800" b="1" dirty="0" smtClean="0">
                <a:cs typeface="Times New Roman"/>
              </a:rPr>
              <a:t>April 2019)</a:t>
            </a:r>
            <a:r>
              <a:rPr lang="en-IN" sz="2800" b="1" dirty="0">
                <a:cs typeface="Times New Roman"/>
              </a:rPr>
              <a:t>  </a:t>
            </a:r>
            <a:endParaRPr lang="en-US" sz="2800" b="1" dirty="0">
              <a:cs typeface="Times New Roman"/>
            </a:endParaRPr>
          </a:p>
          <a:p>
            <a:r>
              <a:rPr lang="en-US" sz="2800" b="1" dirty="0" smtClean="0">
                <a:cs typeface="Times New Roman"/>
              </a:rPr>
              <a:t>Further study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7239000" cy="670561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rgbClr val="C00000"/>
                </a:solidFill>
              </a:rPr>
              <a:t>Introduction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19600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The tremendous growth in civil infrastructure has led to two global problems 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  <a:latin typeface="Times New Roman"/>
                <a:cs typeface="Times New Roman"/>
              </a:rPr>
              <a:t>Lack of knowledge to effectively utilize industrial by products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  <a:latin typeface="Times New Roman"/>
                <a:cs typeface="Times New Roman"/>
              </a:rPr>
              <a:t>Global warming 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Apart from this it is well known that cement production in India is approximately  ∼550 million tonnes  with a shortfall of ∼230 million tonnes (∼58%) 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/>
                <a:cs typeface="Times New Roman"/>
              </a:rPr>
              <a:t>However, it is alarming to know that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, 7% of the global CO2 emissions are due to the 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  <a:hlinkClick r:id="rId2"/>
              </a:rPr>
              <a:t>cement production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, as manufacture of each ton of cement produces about 650–920 kg of CO2.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/>
                <a:cs typeface="Times New Roman"/>
              </a:rPr>
              <a:t>One alternative for aforementioned problem – </a:t>
            </a:r>
            <a:r>
              <a:rPr lang="en-IN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Geopolymer (GPC)</a:t>
            </a:r>
            <a:endParaRPr lang="en-IN"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078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944562"/>
          </a:xfrm>
        </p:spPr>
        <p:txBody>
          <a:bodyPr>
            <a:normAutofit fontScale="90000"/>
          </a:bodyPr>
          <a:lstStyle/>
          <a:p>
            <a:pPr algn="l"/>
            <a:r>
              <a:rPr lang="en-IN" sz="3300" b="1" dirty="0">
                <a:solidFill>
                  <a:srgbClr val="C00000"/>
                </a:solidFill>
              </a:rPr>
              <a:t>Introduction - </a:t>
            </a:r>
            <a:r>
              <a:rPr lang="en-US" sz="3300" b="1" dirty="0">
                <a:solidFill>
                  <a:srgbClr val="C00000"/>
                </a:solidFill>
                <a:cs typeface="Times New Roman"/>
              </a:rPr>
              <a:t>Geopolymer Concrete</a:t>
            </a:r>
            <a:r>
              <a:rPr lang="en-IN" sz="3300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/>
            </a:r>
            <a:br>
              <a:rPr lang="en-US" b="1" dirty="0">
                <a:solidFill>
                  <a:srgbClr val="C00000"/>
                </a:solidFill>
              </a:rPr>
            </a:br>
            <a:endParaRPr lang="en-US" dirty="0"/>
          </a:p>
        </p:txBody>
      </p:sp>
      <p:pic>
        <p:nvPicPr>
          <p:cNvPr id="4" name="Picture 674" descr="A close up of a logo&#10;&#10;Description generated with very high confidence">
            <a:extLst>
              <a:ext uri="{FF2B5EF4-FFF2-40B4-BE49-F238E27FC236}">
                <a16:creationId xmlns="" xmlns:a16="http://schemas.microsoft.com/office/drawing/2014/main" id="{5618D9E0-1868-4BD9-8188-7FE08A833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1" y="914400"/>
            <a:ext cx="4876800" cy="426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4953000"/>
            <a:ext cx="822960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34" charset="0"/>
              <a:buChar char="Ø"/>
            </a:pP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sz="1700" dirty="0" smtClean="0">
                <a:latin typeface="Times New Roman"/>
                <a:cs typeface="Times New Roman"/>
              </a:rPr>
              <a:t>GC </a:t>
            </a:r>
            <a:r>
              <a:rPr lang="en-US" sz="1700" dirty="0">
                <a:latin typeface="Times New Roman"/>
                <a:cs typeface="Times New Roman"/>
              </a:rPr>
              <a:t>has attracted considerable attention among these binders because of its </a:t>
            </a:r>
            <a:endParaRPr lang="en-US" sz="1700" dirty="0" smtClean="0">
              <a:latin typeface="Times New Roman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/>
                <a:cs typeface="Times New Roman"/>
              </a:rPr>
              <a:t> E</a:t>
            </a:r>
            <a:r>
              <a:rPr lang="en-US" sz="1700" dirty="0" smtClean="0">
                <a:latin typeface="Times New Roman"/>
                <a:cs typeface="Times New Roman"/>
              </a:rPr>
              <a:t>arly </a:t>
            </a:r>
            <a:r>
              <a:rPr lang="en-US" sz="1700" dirty="0">
                <a:latin typeface="Times New Roman"/>
                <a:cs typeface="Times New Roman"/>
              </a:rPr>
              <a:t>compressive strength</a:t>
            </a:r>
            <a:r>
              <a:rPr lang="en-US" sz="1700" dirty="0" smtClean="0">
                <a:latin typeface="Times New Roman"/>
                <a:cs typeface="Times New Roman"/>
              </a:rPr>
              <a:t>,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dirty="0" smtClean="0">
                <a:latin typeface="Times New Roman"/>
                <a:cs typeface="Times New Roman"/>
              </a:rPr>
              <a:t>Low </a:t>
            </a:r>
            <a:r>
              <a:rPr lang="en-US" sz="1700" dirty="0">
                <a:latin typeface="Times New Roman"/>
                <a:cs typeface="Times New Roman"/>
              </a:rPr>
              <a:t>permeability, </a:t>
            </a:r>
            <a:endParaRPr lang="en-US" sz="1700" dirty="0" smtClean="0">
              <a:latin typeface="Times New Roman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700" dirty="0" smtClean="0">
                <a:latin typeface="Times New Roman"/>
                <a:cs typeface="Times New Roman"/>
              </a:rPr>
              <a:t> Good </a:t>
            </a:r>
            <a:r>
              <a:rPr lang="en-US" sz="1700" dirty="0">
                <a:latin typeface="Times New Roman"/>
                <a:cs typeface="Times New Roman"/>
              </a:rPr>
              <a:t>chemical resistance and </a:t>
            </a:r>
            <a:endParaRPr lang="en-US" sz="1700" dirty="0" smtClean="0">
              <a:latin typeface="Times New Roman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700" dirty="0" smtClean="0">
                <a:latin typeface="Times New Roman"/>
                <a:cs typeface="Times New Roman"/>
              </a:rPr>
              <a:t> Excellent </a:t>
            </a:r>
            <a:r>
              <a:rPr lang="en-US" sz="1700" dirty="0">
                <a:latin typeface="Times New Roman"/>
                <a:cs typeface="Times New Roman"/>
              </a:rPr>
              <a:t>fire resistance behavior. </a:t>
            </a:r>
          </a:p>
        </p:txBody>
      </p:sp>
      <p:pic>
        <p:nvPicPr>
          <p:cNvPr id="6" name="Picture 5" descr="A picture containing indoor, cake, table&#10;&#10;Description generated with very high confidence">
            <a:extLst>
              <a:ext uri="{FF2B5EF4-FFF2-40B4-BE49-F238E27FC236}">
                <a16:creationId xmlns="" xmlns:a16="http://schemas.microsoft.com/office/drawing/2014/main" id="{42900867-134D-4557-A4A6-000ED1170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24000"/>
            <a:ext cx="3733800" cy="31855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579438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Comparison of Different Types of Concretes with GPC</a:t>
            </a:r>
            <a:endParaRPr lang="en-US" sz="3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8229600" cy="5103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543800" cy="594361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</a:rPr>
              <a:t>Research Gap  on GPC ………..?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4269" y="1976250"/>
            <a:ext cx="8229600" cy="400930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just">
              <a:buFont typeface="Wingdings" panose="020F0502020204030204" pitchFamily="34" charset="0"/>
              <a:buChar char="Ø"/>
            </a:pP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 </a:t>
            </a:r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Material standards (including terminology; definition of GPC and constituents and composition; material properties (statistically significant for design; tolerances, batching, packaging, marking, and storage)</a:t>
            </a:r>
          </a:p>
          <a:p>
            <a:pPr lvl="0" algn="just">
              <a:buFont typeface="Wingdings" panose="020F0502020204030204" pitchFamily="34" charset="0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 Laboratory and Field Testing Standards (including test methods; specimen details and preparation; procedure, precision, reporting, etc.; and lab qualification)</a:t>
            </a:r>
          </a:p>
          <a:p>
            <a:pPr lvl="0" algn="just">
              <a:buFont typeface="Wingdings" panose="020F0502020204030204" pitchFamily="34" charset="0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 Structural design codes (</a:t>
            </a:r>
            <a:r>
              <a:rPr lang="en-US" sz="1800" b="1" dirty="0">
                <a:solidFill>
                  <a:srgbClr val="1B06B8"/>
                </a:solidFill>
                <a:latin typeface="Times New Roman"/>
                <a:cs typeface="Times New Roman"/>
              </a:rPr>
              <a:t>stress-strain behavior</a:t>
            </a:r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, including minimum ductility requirement; bending with or without axial force, shear, torsion, punching, creep and shrinkages; impact strength and fire resistance/parameters for fire design; phi factors for flexure and shear; dosage of fibers; and dispersion of fibers)</a:t>
            </a:r>
          </a:p>
          <a:p>
            <a:pPr lvl="0" algn="just">
              <a:buFont typeface="Wingdings" panose="020F0502020204030204" pitchFamily="34" charset="0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 Construction procedures and practices (mixing, placement, consolidation, curing)</a:t>
            </a:r>
          </a:p>
          <a:p>
            <a:pPr lvl="0" algn="just">
              <a:buFont typeface="Wingdings" panose="020F0502020204030204" pitchFamily="34" charset="0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 Operation and maintenance guidelines</a:t>
            </a:r>
          </a:p>
          <a:p>
            <a:pPr lvl="0" algn="just">
              <a:buFont typeface="Wingdings" panose="020F0502020204030204" pitchFamily="34" charset="0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 Durability studies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7543800" cy="518161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Times New Roman"/>
              </a:rPr>
              <a:t>Objectives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133600"/>
            <a:ext cx="7543801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 </a:t>
            </a:r>
            <a:r>
              <a:rPr lang="en-US" sz="2000" b="1" dirty="0">
                <a:latin typeface="Times New Roman"/>
                <a:cs typeface="Times New Roman"/>
              </a:rPr>
              <a:t>Material characterization of ingredients for GPC 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/>
                <a:cs typeface="Times New Roman"/>
              </a:rPr>
              <a:t> Size effect studies on plain GPC under  compression 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 Development of theoretical </a:t>
            </a:r>
            <a:r>
              <a:rPr lang="en-US" sz="2000" b="1" dirty="0" smtClean="0">
                <a:latin typeface="Times New Roman"/>
                <a:cs typeface="Times New Roman"/>
              </a:rPr>
              <a:t>size effect </a:t>
            </a:r>
            <a:r>
              <a:rPr lang="en-US" sz="2000" b="1" dirty="0">
                <a:latin typeface="Times New Roman"/>
                <a:cs typeface="Times New Roman"/>
              </a:rPr>
              <a:t>model for GPC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/>
                <a:cs typeface="Times New Roman"/>
              </a:rPr>
              <a:t> Parametric studies and Validation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290" y="863401"/>
            <a:ext cx="7543800" cy="534300"/>
          </a:xfrm>
        </p:spPr>
        <p:txBody>
          <a:bodyPr>
            <a:normAutofit/>
          </a:bodyPr>
          <a:lstStyle/>
          <a:p>
            <a:pPr algn="l"/>
            <a:r>
              <a:rPr lang="en-US" sz="3400" b="1" dirty="0" smtClean="0">
                <a:solidFill>
                  <a:srgbClr val="C00000"/>
                </a:solidFill>
              </a:rPr>
              <a:t>Experimental study</a:t>
            </a:r>
            <a:endParaRPr lang="en-US" sz="34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1290" y="1754162"/>
            <a:ext cx="795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trials are conducted in the laboratory to arrive at a GPC mix with good repeatability and reproducibility. The results of the optimized mix are presented here.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68480"/>
              </p:ext>
            </p:extLst>
          </p:nvPr>
        </p:nvGraphicFramePr>
        <p:xfrm>
          <a:off x="990596" y="2325475"/>
          <a:ext cx="6647720" cy="1959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1930">
                  <a:extLst>
                    <a:ext uri="{9D8B030D-6E8A-4147-A177-3AD203B41FA5}">
                      <a16:colId xmlns="" xmlns:a16="http://schemas.microsoft.com/office/drawing/2014/main" val="155053567"/>
                    </a:ext>
                  </a:extLst>
                </a:gridCol>
                <a:gridCol w="1661930">
                  <a:extLst>
                    <a:ext uri="{9D8B030D-6E8A-4147-A177-3AD203B41FA5}">
                      <a16:colId xmlns="" xmlns:a16="http://schemas.microsoft.com/office/drawing/2014/main" val="3120526496"/>
                    </a:ext>
                  </a:extLst>
                </a:gridCol>
                <a:gridCol w="1661930">
                  <a:extLst>
                    <a:ext uri="{9D8B030D-6E8A-4147-A177-3AD203B41FA5}">
                      <a16:colId xmlns="" xmlns:a16="http://schemas.microsoft.com/office/drawing/2014/main" val="2993748101"/>
                    </a:ext>
                  </a:extLst>
                </a:gridCol>
                <a:gridCol w="1661930">
                  <a:extLst>
                    <a:ext uri="{9D8B030D-6E8A-4147-A177-3AD203B41FA5}">
                      <a16:colId xmlns="" xmlns:a16="http://schemas.microsoft.com/office/drawing/2014/main" val="3169238479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Type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MIX 1 (kg)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MIX 2    (kg)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MIX 3  (kg)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967205718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Fly ash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12.5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21266628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GGBS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37.5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997082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River sand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88.5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88.5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88.5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18033667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Coarse aggregate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138.5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138.5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138.5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2164934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AAS solution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31.5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31.5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31.5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51618997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62000" y="3276600"/>
            <a:ext cx="10542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09599" y="4284901"/>
            <a:ext cx="702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     </a:t>
            </a:r>
            <a:r>
              <a:rPr lang="en-IN" b="1" dirty="0" smtClean="0">
                <a:solidFill>
                  <a:srgbClr val="C00000"/>
                </a:solidFill>
              </a:rPr>
              <a:t>Properties of Ingredients</a:t>
            </a:r>
            <a:endParaRPr lang="en-IN" b="1" dirty="0">
              <a:solidFill>
                <a:srgbClr val="C0000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05771"/>
              </p:ext>
            </p:extLst>
          </p:nvPr>
        </p:nvGraphicFramePr>
        <p:xfrm>
          <a:off x="990596" y="4692504"/>
          <a:ext cx="6677026" cy="1600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4634">
                  <a:extLst>
                    <a:ext uri="{9D8B030D-6E8A-4147-A177-3AD203B41FA5}">
                      <a16:colId xmlns="" xmlns:a16="http://schemas.microsoft.com/office/drawing/2014/main" val="2242359391"/>
                    </a:ext>
                  </a:extLst>
                </a:gridCol>
                <a:gridCol w="1290026">
                  <a:extLst>
                    <a:ext uri="{9D8B030D-6E8A-4147-A177-3AD203B41FA5}">
                      <a16:colId xmlns="" xmlns:a16="http://schemas.microsoft.com/office/drawing/2014/main" val="2042650507"/>
                    </a:ext>
                  </a:extLst>
                </a:gridCol>
                <a:gridCol w="1334122">
                  <a:extLst>
                    <a:ext uri="{9D8B030D-6E8A-4147-A177-3AD203B41FA5}">
                      <a16:colId xmlns="" xmlns:a16="http://schemas.microsoft.com/office/drawing/2014/main" val="3301454"/>
                    </a:ext>
                  </a:extLst>
                </a:gridCol>
                <a:gridCol w="1334122">
                  <a:extLst>
                    <a:ext uri="{9D8B030D-6E8A-4147-A177-3AD203B41FA5}">
                      <a16:colId xmlns="" xmlns:a16="http://schemas.microsoft.com/office/drawing/2014/main" val="1521818879"/>
                    </a:ext>
                  </a:extLst>
                </a:gridCol>
                <a:gridCol w="1334122">
                  <a:extLst>
                    <a:ext uri="{9D8B030D-6E8A-4147-A177-3AD203B41FA5}">
                      <a16:colId xmlns="" xmlns:a16="http://schemas.microsoft.com/office/drawing/2014/main" val="2034841518"/>
                    </a:ext>
                  </a:extLst>
                </a:gridCol>
              </a:tblGrid>
              <a:tr h="296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Source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River sand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Crushed aggregate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Fly ash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GGBS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622869865"/>
                  </a:ext>
                </a:extLst>
              </a:tr>
              <a:tr h="2649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Specific gravity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2.47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2.54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2.21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2.91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718736513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Water absorption (%)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2.85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7.21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97844041"/>
                  </a:ext>
                </a:extLst>
              </a:tr>
              <a:tr h="3710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Fineness modulus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1.41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2.27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13209114"/>
                  </a:ext>
                </a:extLst>
              </a:tr>
              <a:tr h="3710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Bulk density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1360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75810188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340" y="1012702"/>
            <a:ext cx="7543800" cy="441961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solidFill>
                  <a:srgbClr val="C00000"/>
                </a:solidFill>
              </a:rPr>
              <a:t>Results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760807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compressive strength and the workability of the samples is presented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following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200416"/>
              </p:ext>
            </p:extLst>
          </p:nvPr>
        </p:nvGraphicFramePr>
        <p:xfrm>
          <a:off x="3587041" y="2514600"/>
          <a:ext cx="5257800" cy="3505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3369">
                  <a:extLst>
                    <a:ext uri="{9D8B030D-6E8A-4147-A177-3AD203B41FA5}">
                      <a16:colId xmlns="" xmlns:a16="http://schemas.microsoft.com/office/drawing/2014/main" val="4260024427"/>
                    </a:ext>
                  </a:extLst>
                </a:gridCol>
                <a:gridCol w="870256">
                  <a:extLst>
                    <a:ext uri="{9D8B030D-6E8A-4147-A177-3AD203B41FA5}">
                      <a16:colId xmlns="" xmlns:a16="http://schemas.microsoft.com/office/drawing/2014/main" val="2556540083"/>
                    </a:ext>
                  </a:extLst>
                </a:gridCol>
                <a:gridCol w="991444">
                  <a:extLst>
                    <a:ext uri="{9D8B030D-6E8A-4147-A177-3AD203B41FA5}">
                      <a16:colId xmlns="" xmlns:a16="http://schemas.microsoft.com/office/drawing/2014/main" val="2240101305"/>
                    </a:ext>
                  </a:extLst>
                </a:gridCol>
                <a:gridCol w="991444">
                  <a:extLst>
                    <a:ext uri="{9D8B030D-6E8A-4147-A177-3AD203B41FA5}">
                      <a16:colId xmlns="" xmlns:a16="http://schemas.microsoft.com/office/drawing/2014/main" val="2259666002"/>
                    </a:ext>
                  </a:extLst>
                </a:gridCol>
                <a:gridCol w="911287">
                  <a:extLst>
                    <a:ext uri="{9D8B030D-6E8A-4147-A177-3AD203B41FA5}">
                      <a16:colId xmlns="" xmlns:a16="http://schemas.microsoft.com/office/drawing/2014/main" val="1289528409"/>
                    </a:ext>
                  </a:extLst>
                </a:gridCol>
              </a:tblGrid>
              <a:tr h="657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Specimen type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MIX 1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(N/mm</a:t>
                      </a:r>
                      <a:r>
                        <a:rPr lang="en-GB" sz="1000" baseline="30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</a:rPr>
                        <a:t>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MIX 2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( N/mm</a:t>
                      </a:r>
                      <a:r>
                        <a:rPr lang="en-GB" sz="1000" baseline="30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</a:rPr>
                        <a:t>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MIX 3  (N/mm</a:t>
                      </a:r>
                      <a:r>
                        <a:rPr lang="en-GB" sz="1000" baseline="30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</a:rPr>
                        <a:t>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95970072"/>
                  </a:ext>
                </a:extLst>
              </a:tr>
              <a:tr h="272355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Cubes</a:t>
                      </a:r>
                      <a:endParaRPr lang="en-IN" sz="12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(100x100x100)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52.6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44.51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71.31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15910640"/>
                  </a:ext>
                </a:extLst>
              </a:tr>
              <a:tr h="27235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56.46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41.67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6.51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30223097"/>
                  </a:ext>
                </a:extLst>
              </a:tr>
              <a:tr h="27916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54.52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42.82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67.65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970734443"/>
                  </a:ext>
                </a:extLst>
              </a:tr>
              <a:tr h="272355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Average Strength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54.52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69.49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648909102"/>
                  </a:ext>
                </a:extLst>
              </a:tr>
              <a:tr h="272355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IN" sz="12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(150x150x150)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55.23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46.15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68.61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524838592"/>
                  </a:ext>
                </a:extLst>
              </a:tr>
              <a:tr h="27916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52.82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45.38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66.07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39613616"/>
                  </a:ext>
                </a:extLst>
              </a:tr>
              <a:tr h="27916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51.32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46.56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68.88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224618037"/>
                  </a:ext>
                </a:extLst>
              </a:tr>
              <a:tr h="272355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Average Strength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53.12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46.03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67.85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04863857"/>
                  </a:ext>
                </a:extLst>
              </a:tr>
              <a:tr h="272355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</a:rPr>
                        <a:t>Slump (mm)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55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25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65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7472095"/>
                  </a:ext>
                </a:extLst>
              </a:tr>
              <a:tr h="375849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 smtClean="0">
                          <a:effectLst/>
                          <a:latin typeface="+mn-lt"/>
                        </a:rPr>
                        <a:t>Fresh concrete density(kg/m</a:t>
                      </a:r>
                      <a:r>
                        <a:rPr lang="en-IN" sz="1000" baseline="30000" dirty="0" smtClean="0">
                          <a:effectLst/>
                          <a:latin typeface="+mn-lt"/>
                        </a:rPr>
                        <a:t>3</a:t>
                      </a:r>
                      <a:r>
                        <a:rPr lang="en-IN" sz="1000" dirty="0" smtClean="0">
                          <a:effectLst/>
                          <a:latin typeface="+mn-lt"/>
                        </a:rPr>
                        <a:t>)</a:t>
                      </a:r>
                      <a:endParaRPr lang="en-IN" sz="1000" dirty="0" smtClean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2331.4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2308.81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00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2361.2</a:t>
                      </a:r>
                      <a:endParaRPr lang="en-IN" sz="1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522739482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8279" y="3019425"/>
            <a:ext cx="918192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" name="Picture 9" descr="C:\Users\PRABHATH\Dropbox\geopolymer concrete\exp pics\IMG_0080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8908" y="2887028"/>
            <a:ext cx="3505201" cy="276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598" y="76200"/>
            <a:ext cx="7543800" cy="9144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C00000"/>
                </a:solidFill>
              </a:rPr>
              <a:t>Stress-strain response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83062" y="1746890"/>
            <a:ext cx="5105400" cy="40227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95360" y="1848703"/>
            <a:ext cx="5069006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7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52400"/>
            <a:ext cx="4343401" cy="3352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199" y="152400"/>
            <a:ext cx="4484427" cy="3352800"/>
          </a:xfrm>
          <a:prstGeom prst="rect">
            <a:avLst/>
          </a:prstGeom>
        </p:spPr>
      </p:pic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352800"/>
            <a:ext cx="5029201" cy="3108325"/>
          </a:xfrm>
        </p:spPr>
      </p:pic>
      <p:sp>
        <p:nvSpPr>
          <p:cNvPr id="12" name="Right Arrow 11"/>
          <p:cNvSpPr/>
          <p:nvPr/>
        </p:nvSpPr>
        <p:spPr>
          <a:xfrm>
            <a:off x="5638800" y="4648200"/>
            <a:ext cx="1219199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7999" y="4419600"/>
            <a:ext cx="2274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Different grades of cylinder specimens subjected to stress-strain response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785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62000"/>
            <a:ext cx="7543800" cy="670561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rgbClr val="C00000"/>
                </a:solidFill>
              </a:rPr>
              <a:t>Size effect of uniaxial compressive strength</a:t>
            </a:r>
            <a:endParaRPr lang="en-IN" sz="3200" b="1" dirty="0">
              <a:solidFill>
                <a:srgbClr val="C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82" y="1828800"/>
            <a:ext cx="7635240" cy="433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5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586" y="685800"/>
            <a:ext cx="7543800" cy="594361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C00000"/>
                </a:solidFill>
              </a:rPr>
              <a:t>Stress-strain behaviour of concrete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763545"/>
              </p:ext>
            </p:extLst>
          </p:nvPr>
        </p:nvGraphicFramePr>
        <p:xfrm>
          <a:off x="381000" y="2362201"/>
          <a:ext cx="4495800" cy="335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1447800"/>
                <a:gridCol w="1219200"/>
                <a:gridCol w="1219200"/>
              </a:tblGrid>
              <a:tr h="990884">
                <a:tc>
                  <a:txBody>
                    <a:bodyPr/>
                    <a:lstStyle/>
                    <a:p>
                      <a:r>
                        <a:rPr lang="en-IN" dirty="0" smtClean="0"/>
                        <a:t>Mix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Compressive</a:t>
                      </a:r>
                      <a:r>
                        <a:rPr lang="en-IN" baseline="0" dirty="0" smtClean="0"/>
                        <a:t> strength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Maximum Stress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Maximum strain</a:t>
                      </a:r>
                      <a:endParaRPr lang="en-IN" dirty="0"/>
                    </a:p>
                  </a:txBody>
                  <a:tcPr/>
                </a:tc>
              </a:tr>
              <a:tr h="787305">
                <a:tc>
                  <a:txBody>
                    <a:bodyPr/>
                    <a:lstStyle/>
                    <a:p>
                      <a:r>
                        <a:rPr lang="en-IN" dirty="0" smtClean="0"/>
                        <a:t>G-1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32.79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32.67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0.00375</a:t>
                      </a:r>
                      <a:endParaRPr lang="en-IN" dirty="0"/>
                    </a:p>
                  </a:txBody>
                  <a:tcPr/>
                </a:tc>
              </a:tr>
              <a:tr h="787305">
                <a:tc>
                  <a:txBody>
                    <a:bodyPr/>
                    <a:lstStyle/>
                    <a:p>
                      <a:r>
                        <a:rPr lang="en-IN" dirty="0" smtClean="0"/>
                        <a:t>G-2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25.16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24.79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0.00164</a:t>
                      </a:r>
                      <a:endParaRPr lang="en-IN" dirty="0"/>
                    </a:p>
                  </a:txBody>
                  <a:tcPr/>
                </a:tc>
              </a:tr>
              <a:tr h="787305">
                <a:tc>
                  <a:txBody>
                    <a:bodyPr/>
                    <a:lstStyle/>
                    <a:p>
                      <a:r>
                        <a:rPr lang="en-IN" dirty="0" smtClean="0"/>
                        <a:t>G-3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32.35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29.39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0.00329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014154"/>
              </p:ext>
            </p:extLst>
          </p:nvPr>
        </p:nvGraphicFramePr>
        <p:xfrm>
          <a:off x="4724400" y="2209800"/>
          <a:ext cx="4267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00200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11586" y="1828800"/>
            <a:ext cx="8287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compressive strength of the cylinder samples is presented in the following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39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2959" y="457200"/>
            <a:ext cx="69494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C00000"/>
                </a:solidFill>
              </a:rPr>
              <a:t>Literature review –  Geopolymer concrete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076815"/>
                  </p:ext>
                </p:extLst>
              </p:nvPr>
            </p:nvGraphicFramePr>
            <p:xfrm>
              <a:off x="407324" y="1143000"/>
              <a:ext cx="8287788" cy="5139611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852802">
                      <a:extLst>
                        <a:ext uri="{9D8B030D-6E8A-4147-A177-3AD203B41FA5}">
                          <a16:colId xmlns:a16="http://schemas.microsoft.com/office/drawing/2014/main" xmlns="" val="2934676239"/>
                        </a:ext>
                      </a:extLst>
                    </a:gridCol>
                    <a:gridCol w="3576100">
                      <a:extLst>
                        <a:ext uri="{9D8B030D-6E8A-4147-A177-3AD203B41FA5}">
                          <a16:colId xmlns:a16="http://schemas.microsoft.com/office/drawing/2014/main" xmlns="" val="727546399"/>
                        </a:ext>
                      </a:extLst>
                    </a:gridCol>
                    <a:gridCol w="2858886">
                      <a:extLst>
                        <a:ext uri="{9D8B030D-6E8A-4147-A177-3AD203B41FA5}">
                          <a16:colId xmlns:a16="http://schemas.microsoft.com/office/drawing/2014/main" xmlns="" val="3253729779"/>
                        </a:ext>
                      </a:extLst>
                    </a:gridCol>
                  </a:tblGrid>
                  <a:tr h="598035"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IN" sz="1800" baseline="0" dirty="0">
                              <a:latin typeface="+mj-lt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            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  REMARKS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217123173"/>
                      </a:ext>
                    </a:extLst>
                  </a:tr>
                  <a:tr h="2533414">
                    <a:tc>
                      <a:txBody>
                        <a:bodyPr/>
                        <a:lstStyle/>
                        <a:p>
                          <a:endParaRPr lang="en-IN" sz="12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Popovics</a:t>
                          </a:r>
                          <a:r>
                            <a:rPr lang="en-IN" sz="18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et al.</a:t>
                          </a:r>
                          <a:endParaRPr lang="en-IN" sz="1800" b="1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2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  <m:r>
                                  <a:rPr lang="en-IN" sz="1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  <m:r>
                                  <a:rPr lang="en-IN" sz="1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1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𝑓𝑜</m:t>
                                </m:r>
                                <m:f>
                                  <m:fPr>
                                    <m:ctrlP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  <m:r>
                                      <a:rPr lang="en-IN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−1+</m:t>
                                    </m:r>
                                    <m:sSup>
                                      <m:sSupPr>
                                        <m:ctrlPr>
                                          <a:rPr lang="en-IN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</m:t>
                                        </m:r>
                                        <m:f>
                                          <m:fPr>
                                            <m:ctrlPr>
                                              <a:rPr lang="en-IN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𝜀</m:t>
                                            </m:r>
                                            <m:r>
                                              <a:rPr lang="en-IN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num>
                                          <m:den>
                                            <m:r>
                                              <a:rPr lang="en-IN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𝜀</m:t>
                                            </m:r>
                                            <m:r>
                                              <a:rPr lang="en-IN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𝑜</m:t>
                                            </m:r>
                                          </m:den>
                                        </m:f>
                                        <m:r>
                                          <a:rPr lang="en-IN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𝑛𝑘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4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                                </m:t>
                              </m:r>
                              <m:r>
                                <a:rPr lang="en-IN" sz="14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lang="en-IN" sz="14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=0.8+</m:t>
                              </m:r>
                              <m:f>
                                <m:fPr>
                                  <m:ctrlP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𝑓𝑜</m:t>
                                  </m:r>
                                </m:num>
                                <m:den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l"/>
                          <a:endParaRPr lang="en-IN" sz="14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                       </m:t>
                              </m:r>
                              <m:r>
                                <a:rPr lang="en-IN" sz="14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lang="en-IN" sz="14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=0.67+</m:t>
                              </m:r>
                              <m:f>
                                <m:fPr>
                                  <m:ctrlP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𝑓𝑜</m:t>
                                  </m:r>
                                </m:num>
                                <m:den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62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; when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𝑜</m:t>
                                  </m:r>
                                </m:den>
                              </m:f>
                              <m:r>
                                <a:rPr lang="en-IN" sz="14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&gt;1</m:t>
                              </m:r>
                            </m:oMath>
                          </a14:m>
                          <a:endParaRPr lang="en-IN" sz="14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    </a:t>
                          </a:r>
                        </a:p>
                        <a:p>
                          <a:pPr algn="l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                        = 1; when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  <m:r>
                                    <a:rPr lang="en-IN" sz="14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𝑜</m:t>
                                  </m:r>
                                </m:den>
                              </m:f>
                              <m:r>
                                <a:rPr lang="en-IN" sz="14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≤1</m:t>
                              </m:r>
                            </m:oMath>
                          </a14:m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sz="12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 was modified by</a:t>
                          </a:r>
                          <a:r>
                            <a:rPr lang="en-IN" sz="1400" b="1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IN" sz="1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introducing a factor ‘k’ in the equation to ensure a steeper descending part of the curve.</a:t>
                          </a:r>
                        </a:p>
                        <a:p>
                          <a:pPr marL="285750" indent="-285750" algn="just">
                            <a:buFont typeface="Wingdings" panose="05000000000000000000" pitchFamily="2" charset="2"/>
                            <a:buChar char="§"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indent="-285750" algn="just">
                            <a:buFont typeface="Wingdings" panose="05000000000000000000" pitchFamily="2" charset="2"/>
                            <a:buChar char="§"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indent="-285750" algn="just"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 is used to calculate stress-strain curve of low-calcium fly ash based geopolymer concrete.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85227109"/>
                      </a:ext>
                    </a:extLst>
                  </a:tr>
                  <a:tr h="2008162">
                    <a:tc>
                      <a:txBody>
                        <a:bodyPr/>
                        <a:lstStyle/>
                        <a:p>
                          <a:endParaRPr lang="en-IN" sz="12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 Collins et al.</a:t>
                          </a:r>
                        </a:p>
                        <a:p>
                          <a:endParaRPr lang="en-IN" sz="12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sz="120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l"/>
                          <a:r>
                            <a:rPr lang="en-IN" sz="120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𝜀</m:t>
                              </m:r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𝑜</m:t>
                              </m:r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𝑓𝑜</m:t>
                                  </m:r>
                                </m:num>
                                <m:den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𝐸𝑐</m:t>
                                  </m:r>
                                </m:den>
                              </m:f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f>
                                <m:fPr>
                                  <m:ctrlP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a14:m>
                          <a:endParaRPr lang="en-IN" sz="12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en-IN" sz="12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en-IN" sz="12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𝐸𝑐</m:t>
                                </m:r>
                                <m:r>
                                  <a:rPr lang="en-IN" sz="12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=2707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12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12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𝑓𝑜</m:t>
                                    </m:r>
                                  </m:e>
                                </m:rad>
                                <m:r>
                                  <a:rPr lang="en-I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+5300</m:t>
                                </m:r>
                                <m:r>
                                  <a:rPr lang="en-IN" sz="12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12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endParaRPr lang="en-IN" sz="12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I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=0.8+</m:t>
                                </m:r>
                                <m:f>
                                  <m:fPr>
                                    <m:ctrlPr>
                                      <a:rPr lang="en-IN" sz="12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2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𝑓𝑜</m:t>
                                    </m:r>
                                  </m:num>
                                  <m:den>
                                    <m:r>
                                      <a:rPr lang="en-IN" sz="12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2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en-IN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Strain at peak stress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can be found by knowing the value of Modulus of Elasticity. </a:t>
                          </a: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Strains corresponding to peak stress calculated are slightly higher than the measured values.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729715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076815"/>
                  </p:ext>
                </p:extLst>
              </p:nvPr>
            </p:nvGraphicFramePr>
            <p:xfrm>
              <a:off x="407324" y="1143000"/>
              <a:ext cx="8287788" cy="5139611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85280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34676239"/>
                        </a:ext>
                      </a:extLst>
                    </a:gridCol>
                    <a:gridCol w="35761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27546399"/>
                        </a:ext>
                      </a:extLst>
                    </a:gridCol>
                    <a:gridCol w="285888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53729779"/>
                        </a:ext>
                      </a:extLst>
                    </a:gridCol>
                  </a:tblGrid>
                  <a:tr h="598035"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IN" sz="1800" baseline="0" dirty="0">
                              <a:latin typeface="+mj-lt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            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  REMARKS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17123173"/>
                      </a:ext>
                    </a:extLst>
                  </a:tr>
                  <a:tr h="2533414">
                    <a:tc>
                      <a:txBody>
                        <a:bodyPr/>
                        <a:lstStyle/>
                        <a:p>
                          <a:endParaRPr lang="en-IN" sz="12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Popovics</a:t>
                          </a:r>
                          <a:r>
                            <a:rPr lang="en-IN" sz="18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et al.</a:t>
                          </a:r>
                          <a:endParaRPr lang="en-IN" sz="1800" b="1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1871" t="-24760" r="-80272" b="-798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12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 was modified by</a:t>
                          </a:r>
                          <a:r>
                            <a:rPr lang="en-IN" sz="1400" b="1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IN" sz="1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introducing a factor ‘k’ in the equation to ensure a steeper descending part of the curve.</a:t>
                          </a:r>
                        </a:p>
                        <a:p>
                          <a:pPr marL="285750" indent="-285750" algn="just">
                            <a:buFont typeface="Wingdings" panose="05000000000000000000" pitchFamily="2" charset="2"/>
                            <a:buChar char="§"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indent="-285750" algn="just">
                            <a:buFont typeface="Wingdings" panose="05000000000000000000" pitchFamily="2" charset="2"/>
                            <a:buChar char="§"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indent="-285750" algn="just"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 is used to calculate stress-strain curve of low-calcium fly ash based geopolymer concrete.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85227109"/>
                      </a:ext>
                    </a:extLst>
                  </a:tr>
                  <a:tr h="2008162">
                    <a:tc>
                      <a:txBody>
                        <a:bodyPr/>
                        <a:lstStyle/>
                        <a:p>
                          <a:endParaRPr lang="en-IN" sz="12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 Collins et al.</a:t>
                          </a:r>
                        </a:p>
                        <a:p>
                          <a:endParaRPr lang="en-IN" sz="12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1871" t="-157273" r="-80272" b="-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90405" t="-157273" r="-640" b="-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2971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901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800" y="533400"/>
            <a:ext cx="6377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Literature review –  Geopolymer concrete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370065"/>
                  </p:ext>
                </p:extLst>
              </p:nvPr>
            </p:nvGraphicFramePr>
            <p:xfrm>
              <a:off x="304800" y="1371600"/>
              <a:ext cx="8686799" cy="5236600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2174276"/>
                    <a:gridCol w="3626943"/>
                    <a:gridCol w="2885580"/>
                  </a:tblGrid>
                  <a:tr h="347017"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 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REMARKS</a:t>
                          </a:r>
                        </a:p>
                      </a:txBody>
                      <a:tcPr/>
                    </a:tc>
                  </a:tr>
                  <a:tr h="2082103">
                    <a:tc>
                      <a:txBody>
                        <a:bodyPr/>
                        <a:lstStyle/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     </a:t>
                          </a:r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Sarker et</a:t>
                          </a:r>
                          <a:r>
                            <a:rPr lang="en-IN" sz="18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al.</a:t>
                          </a:r>
                          <a:endParaRPr lang="en-IN" sz="1800" b="1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200" kern="1200" dirty="0">
                              <a:solidFill>
                                <a:schemeClr val="tx1"/>
                              </a:solidFill>
                              <a:effectLst/>
                              <a:ea typeface="+mn-ea"/>
                              <a:cs typeface="+mn-cs"/>
                            </a:rPr>
                            <a:t>                        </a:t>
                          </a:r>
                        </a:p>
                        <a:p>
                          <a:r>
                            <a:rPr lang="en-IN" sz="1200" kern="1200" dirty="0">
                              <a:solidFill>
                                <a:schemeClr val="tx1"/>
                              </a:solidFill>
                              <a:effectLst/>
                              <a:ea typeface="+mn-ea"/>
                              <a:cs typeface="+mn-cs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𝜀</m:t>
                              </m:r>
                              <m:r>
                                <a:rPr lang="en-IN" sz="12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=2400+720×</m:t>
                              </m:r>
                              <m:sSup>
                                <m:sSupPr>
                                  <m:ctrlP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IN" sz="12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12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12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𝑓𝑐𝑘</m:t>
                                          </m:r>
                                        </m:num>
                                        <m:den>
                                          <m:r>
                                            <a:rPr lang="en-IN" sz="12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13.5</m:t>
                                          </m:r>
                                        </m:den>
                                      </m:f>
                                      <m:r>
                                        <a:rPr lang="en-IN" sz="12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0.7</m:t>
                                  </m:r>
                                </m:sup>
                              </m:sSup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0.2</m:t>
                                  </m:r>
                                </m:sup>
                              </m:sSup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𝜇𝜀</m:t>
                              </m:r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lang="en-IN" sz="12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2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IN" sz="13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                            </m:t>
                              </m:r>
                              <m:r>
                                <a:rPr lang="en-IN" sz="13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IN" sz="13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𝑜</m:t>
                                  </m:r>
                                </m:den>
                              </m:f>
                              <m:r>
                                <a:rPr lang="en-IN" sz="13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𝑎𝑛𝑑</m:t>
                              </m:r>
                              <m:r>
                                <a:rPr lang="en-IN" sz="13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IN" sz="13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  <m:r>
                                <a:rPr lang="en-IN" sz="13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IN" sz="13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𝑓𝑜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3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3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IN" sz="13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IN" sz="13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  <m:f>
                                          <m:fPr>
                                            <m:ctrlP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−1+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IN" sz="13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IN" sz="13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IN" sz="13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𝑛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(0≤</m:t>
                                        </m:r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≤1)</m:t>
                                        </m:r>
                                      </m:e>
                                      <m:e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  <m:f>
                                          <m:fPr>
                                            <m:ctrlP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IN" sz="13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−1+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IN" sz="13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IN" sz="13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IN" sz="13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𝑛𝑘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</m:t>
                                        </m:r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  <m:r>
                                          <a:rPr lang="en-IN" sz="13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&gt;1)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IN" sz="1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2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With increasing recycled aggregate replacement ratio, the peak strain increase and the descending part fall down slightly. 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  shows a more rapid decline in stress during post-peak strain softening.</a:t>
                          </a:r>
                          <a:endParaRPr lang="en-IN" sz="14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267628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      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      </a:t>
                          </a:r>
                          <a:r>
                            <a:rPr lang="en-IN" sz="18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Mander</a:t>
                          </a:r>
                          <a:r>
                            <a:rPr lang="en-IN" sz="1800" b="1" baseline="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et al.</a:t>
                          </a:r>
                          <a:endParaRPr lang="en-IN" sz="1800" b="1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4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4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400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IN" sz="14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IN" sz="14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𝑓𝑜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𝜀</m:t>
                                        </m:r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num>
                                      <m:den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𝜀</m:t>
                                        </m:r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den>
                                    </m:f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−1+</m:t>
                                    </m:r>
                                    <m:sSup>
                                      <m:sSup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f>
                                          <m:fPr>
                                            <m:ctrlP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𝜀</m:t>
                                            </m:r>
                                            <m: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num>
                                          <m:den>
                                            <m: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𝜀</m:t>
                                            </m:r>
                                            <m: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den>
                                        </m:f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IN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  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𝐸𝑐</m:t>
                                  </m:r>
                                </m:num>
                                <m:den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𝐸𝑐</m:t>
                                  </m:r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𝐸𝑠𝑒𝑐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endParaRPr lang="en-IN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       </m:t>
                                </m:r>
                              </m:oMath>
                            </m:oMathPara>
                          </a14:m>
                          <a:endParaRPr lang="en-IN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</m:t>
                              </m:r>
                              <m:r>
                                <a:rPr lang="en-IN" sz="14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             </m:t>
                              </m:r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𝐸𝑠𝑒𝑐</m:t>
                              </m:r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𝑓𝑜</m:t>
                                  </m:r>
                                </m:num>
                                <m:den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𝑜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4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4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None/>
                          </a:pPr>
                          <a:endParaRPr lang="en-IN" sz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indent="-285750" algn="just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Better representation of stress-strain behaviour of confined</a:t>
                          </a:r>
                          <a:r>
                            <a:rPr lang="en-IN" sz="1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GC</a:t>
                          </a:r>
                          <a:endParaRPr lang="en-IN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This stress-strain model for PCC with confinement can be used for GPC with a modification in ‘n’.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(Modified ‘n’)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IN" sz="1200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   </m:t>
                              </m:r>
                              <m:r>
                                <a:rPr lang="en-IN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IN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𝐸𝑐</m:t>
                                  </m:r>
                                </m:num>
                                <m:den>
                                  <m:f>
                                    <m:fPr>
                                      <m:ctrlPr>
                                        <a:rPr lang="en-IN" sz="12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2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𝐸𝑐</m:t>
                                      </m:r>
                                    </m:num>
                                    <m:den>
                                      <m:r>
                                        <a:rPr lang="en-IN" sz="12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1.62</m:t>
                                      </m:r>
                                    </m:den>
                                  </m:f>
                                  <m: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+8888</m:t>
                                  </m:r>
                                  <m: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oMath>
                          </a14:m>
                          <a:endParaRPr lang="en-IN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   </m:t>
                              </m:r>
                              <m:r>
                                <a:rPr lang="en-IN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𝐸𝑐</m:t>
                              </m:r>
                              <m:r>
                                <a:rPr lang="en-IN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=6965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𝑓𝑐𝑘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IN" sz="12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IN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      </m:t>
                              </m:r>
                              <m:r>
                                <a:rPr lang="en-IN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IN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𝜌</m:t>
                                  </m:r>
                                  <m: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𝑓𝑦</m:t>
                                  </m:r>
                                </m:num>
                                <m:den>
                                  <m:bar>
                                    <m:barPr>
                                      <m:pos m:val="top"/>
                                      <m:ctrlPr>
                                        <a:rPr lang="en-IN" sz="12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IN" sz="12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𝑓𝑐</m:t>
                                      </m:r>
                                    </m:e>
                                  </m:bar>
                                </m:den>
                              </m:f>
                            </m:oMath>
                          </a14:m>
                          <a:r>
                            <a:rPr lang="en-IN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370065"/>
                  </p:ext>
                </p:extLst>
              </p:nvPr>
            </p:nvGraphicFramePr>
            <p:xfrm>
              <a:off x="304800" y="1371600"/>
              <a:ext cx="8686799" cy="5236600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2174276"/>
                    <a:gridCol w="3626943"/>
                    <a:gridCol w="2885580"/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 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dirty="0">
                              <a:latin typeface="+mj-lt"/>
                              <a:cs typeface="Times New Roman" panose="02020603050405020304" pitchFamily="18" charset="0"/>
                            </a:rPr>
                            <a:t>           REMARKS</a:t>
                          </a:r>
                        </a:p>
                      </a:txBody>
                      <a:tcPr/>
                    </a:tc>
                  </a:tr>
                  <a:tr h="2194560">
                    <a:tc>
                      <a:txBody>
                        <a:bodyPr/>
                        <a:lstStyle/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sz="18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     </a:t>
                          </a:r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Sarker et</a:t>
                          </a:r>
                          <a:r>
                            <a:rPr lang="en-IN" sz="18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Times New Roman" panose="02020603050405020304" pitchFamily="18" charset="0"/>
                            </a:rPr>
                            <a:t> al.</a:t>
                          </a:r>
                          <a:endParaRPr lang="en-IN" sz="1800" b="1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0336" t="-18056" r="-80168" b="-12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2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With increasing recycled aggregate replacement ratio, the peak strain increase and the descending part fall down slightly. 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lvl="0" indent="-28575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Char char="§"/>
                            <a:tabLst/>
                            <a:defRPr/>
                          </a:pPr>
                          <a:r>
                            <a:rPr lang="en-I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  shows a more rapid decline in stress during post-peak strain softening.</a:t>
                          </a:r>
                          <a:endParaRPr lang="en-IN" sz="14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267628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      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12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      </a:t>
                          </a:r>
                          <a:r>
                            <a:rPr lang="en-IN" sz="18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Mander</a:t>
                          </a:r>
                          <a:r>
                            <a:rPr lang="en-IN" sz="1800" b="1" baseline="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et al.</a:t>
                          </a:r>
                          <a:endParaRPr lang="en-IN" sz="1800" b="1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0">
                          <a:blip r:embed="rId2"/>
                          <a:stretch>
                            <a:fillRect l="-60336" t="-96591" r="-80168" b="-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0">
                          <a:blip r:embed="rId2"/>
                          <a:stretch>
                            <a:fillRect l="-201691" t="-96591" r="-846" b="-45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120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905647"/>
            <a:ext cx="7543800" cy="518161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solidFill>
                  <a:srgbClr val="C00000"/>
                </a:solidFill>
              </a:rPr>
              <a:t>Size effect model for GPC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existing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 marL="457200" indent="-457200"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Bazant et al. (1984)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Bazant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size effect on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 strength through some theoretical approaches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non-linear fracture mechanics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 the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effect law, he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assumed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energy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rate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fracture to be dependent on the length and width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crack band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of crack band is </a:t>
            </a:r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to da. </a:t>
            </a:r>
            <a:r>
              <a:rPr lang="en-GB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energy balance approach, the fracture energy required for crack propagation in concrete, is expressed as </a:t>
            </a:r>
          </a:p>
          <a:p>
            <a:pPr marL="0" indent="0">
              <a:buNone/>
            </a:pP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0" y="4724400"/>
            <a:ext cx="2133600" cy="76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6582" y="5453595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 width of crack is   w</a:t>
            </a:r>
            <a:r>
              <a:rPr lang="en-GB" sz="160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= nd</a:t>
            </a:r>
            <a:r>
              <a:rPr lang="en-GB" sz="160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, where ‘d</a:t>
            </a:r>
            <a:r>
              <a:rPr lang="en-GB" sz="160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’ is the maximum size of aggregate and ‘n’is empirical constant. E</a:t>
            </a:r>
            <a:r>
              <a:rPr lang="en-GB" sz="160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and E</a:t>
            </a:r>
            <a:r>
              <a:rPr lang="en-GB" sz="160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are elastic modulus and strain-softening modulus, while  f</a:t>
            </a:r>
            <a:r>
              <a:rPr lang="en-GB" sz="160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GB" sz="1600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´ </a:t>
            </a:r>
            <a:r>
              <a:rPr lang="en-GB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is direct tensile strength of concrete.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838200" y="1752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nominal strength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as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and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362200"/>
            <a:ext cx="1120775" cy="4572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66800" y="3124669"/>
            <a:ext cx="2514600" cy="779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200" y="5276518"/>
            <a:ext cx="807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where f</a:t>
            </a:r>
            <a:r>
              <a:rPr lang="en-GB" sz="16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GB" sz="16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r>
              <a:rPr 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called as size reduced-strength, k</a:t>
            </a:r>
            <a:r>
              <a:rPr lang="en-GB" sz="16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is slope and a be the length , f</a:t>
            </a:r>
            <a:r>
              <a:rPr lang="en-GB" sz="16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is the compressive strength of concrete, λ and λ</a:t>
            </a:r>
            <a:r>
              <a:rPr lang="en-GB" sz="16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are the constants, when geometrically similar specimens are considered.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250181"/>
            <a:ext cx="2057400" cy="8299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9408" y="1094544"/>
            <a:ext cx="4507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Size effect model for </a:t>
            </a:r>
            <a:r>
              <a:rPr lang="en-US" sz="2400" b="1" dirty="0" smtClean="0">
                <a:solidFill>
                  <a:srgbClr val="C00000"/>
                </a:solidFill>
              </a:rPr>
              <a:t>GPC-</a:t>
            </a:r>
            <a:r>
              <a:rPr lang="en-US" sz="2400" b="1" dirty="0" err="1" smtClean="0">
                <a:solidFill>
                  <a:srgbClr val="C00000"/>
                </a:solidFill>
              </a:rPr>
              <a:t>contd</a:t>
            </a:r>
            <a:r>
              <a:rPr lang="en-US" sz="2400" b="1" dirty="0" smtClean="0">
                <a:solidFill>
                  <a:srgbClr val="C00000"/>
                </a:solidFill>
              </a:rPr>
              <a:t>…</a:t>
            </a:r>
            <a:endParaRPr lang="en-IN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417" y="2152605"/>
            <a:ext cx="3576350" cy="3025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Kim and Eo (1990)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905000"/>
            <a:ext cx="7924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 and Eo </a:t>
            </a:r>
            <a:r>
              <a:rPr lang="en-IN" sz="2000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trend of the size effect for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specimens with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dissimilar initial cracks and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the basic formula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by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Bazant where including the parameter called Size independent strength (</a:t>
            </a:r>
            <a:r>
              <a:rPr lang="el-GR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0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strength is further expressed as the sum of size dependent and size independent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strength.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67100" y="4343400"/>
            <a:ext cx="2362199" cy="836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1299"/>
            <a:ext cx="7543800" cy="64198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rgbClr val="C00000"/>
                </a:solidFill>
              </a:rPr>
              <a:t>Results and Conclusions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310166"/>
              </p:ext>
            </p:extLst>
          </p:nvPr>
        </p:nvGraphicFramePr>
        <p:xfrm>
          <a:off x="1447800" y="2438400"/>
          <a:ext cx="5638800" cy="2679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9754">
                  <a:extLst>
                    <a:ext uri="{9D8B030D-6E8A-4147-A177-3AD203B41FA5}">
                      <a16:colId xmlns="" xmlns:a16="http://schemas.microsoft.com/office/drawing/2014/main" val="2900869558"/>
                    </a:ext>
                  </a:extLst>
                </a:gridCol>
                <a:gridCol w="1929754">
                  <a:extLst>
                    <a:ext uri="{9D8B030D-6E8A-4147-A177-3AD203B41FA5}">
                      <a16:colId xmlns="" xmlns:a16="http://schemas.microsoft.com/office/drawing/2014/main" val="317467125"/>
                    </a:ext>
                  </a:extLst>
                </a:gridCol>
                <a:gridCol w="1779292">
                  <a:extLst>
                    <a:ext uri="{9D8B030D-6E8A-4147-A177-3AD203B41FA5}">
                      <a16:colId xmlns="" xmlns:a16="http://schemas.microsoft.com/office/drawing/2014/main" val="2748247731"/>
                    </a:ext>
                  </a:extLst>
                </a:gridCol>
              </a:tblGrid>
              <a:tr h="5120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Specimen type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Experimental 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(N/mm</a:t>
                      </a:r>
                      <a:r>
                        <a:rPr lang="en-GB" sz="1000" baseline="30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</a:rPr>
                        <a:t>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Proposed 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(N/mm</a:t>
                      </a:r>
                      <a:r>
                        <a:rPr lang="en-GB" sz="1000" baseline="30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</a:rPr>
                        <a:t>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795771166"/>
                  </a:ext>
                </a:extLst>
              </a:tr>
              <a:tr h="361323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Cube (100 mm)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54.52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54.60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8914941"/>
                  </a:ext>
                </a:extLst>
              </a:tr>
              <a:tr h="3613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43.00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43.06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77662401"/>
                  </a:ext>
                </a:extLst>
              </a:tr>
              <a:tr h="3613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69.49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69.59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55631458"/>
                  </a:ext>
                </a:extLst>
              </a:tr>
              <a:tr h="361323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Cube (150 mm)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53.12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53.19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60943350"/>
                  </a:ext>
                </a:extLst>
              </a:tr>
              <a:tr h="3613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46.03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46.09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238518361"/>
                  </a:ext>
                </a:extLst>
              </a:tr>
              <a:tr h="3613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67.85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67.95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97524733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57200" y="2857301"/>
            <a:ext cx="8229600" cy="638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52352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399" y="1750130"/>
            <a:ext cx="701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the experimental and proposed model values are as follows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52578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experimental studies the size effect of GPC 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satisfactorily predict the experimental compressive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concrete.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90600"/>
            <a:ext cx="7543800" cy="121920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rgbClr val="C00000"/>
                </a:solidFill>
                <a:cs typeface="Times New Roman" panose="02020603050405020304" pitchFamily="18" charset="0"/>
              </a:rPr>
              <a:t>References</a:t>
            </a:r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05000"/>
            <a:ext cx="7711440" cy="4525963"/>
          </a:xfrm>
        </p:spPr>
        <p:txBody>
          <a:bodyPr>
            <a:normAutofit fontScale="32500" lnSpcReduction="20000"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Bažant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Z. P. (1984). Size effect in blunt fracture: concrete, rock, metal.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engineering mechanics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(4), 518-535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Bažant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Z. P., &amp; Oh, B. H. (1983). Crack band theory for fracture of concrete. </a:t>
            </a:r>
            <a:r>
              <a:rPr lang="en-US" sz="35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Matériaux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construction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(3), 155-177.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Dehestani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Nikbin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I. M., &amp;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Asadollahi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(2014). Effects of specimen shape and size on the compressive strength of </a:t>
            </a:r>
            <a:r>
              <a:rPr lang="en-US" sz="3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   consolidating 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 (SCC).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and building materials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685-691.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Gonnerman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 F. (1925). Effect of size and shape of test specimen on compressive strength of concrete. In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ASTM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(Vol. 25, pp. 237-250).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Hamad, A. J. (2017). Size and shape effect of specimen on the compressive strength of HPLWFC reinforced with glass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University-Engineering Sciences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(4), 373-380.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Kim, J. K. (1990). Size effect in concrete specimens with dissimilar initial cracks.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Magazine of Concrete Research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(153), 233-238.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Sim, J. I., Yang, K. H., Kim, H. Y., &amp; Choi, B. J. (2013). Size and shape effects on compressive strength of lightweight concrete.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and building Materials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854-864.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Singh, B.,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Ishwarya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G., Gupta, M., &amp; Bhattacharyya, S. K. (2015). Geopolymer concrete: A review of some recent developments.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and building materials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78-90.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 R., Murthy, A. R., &amp;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Verma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(2018). Theoretical modelling and acoustic emission monitoring of RC beams strengthened with UHPC. Construction and Building Materials, 158, 670-682.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 R.,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Verma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&amp;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Ambily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 S. (2018). Sustainable cleaner production of concrete with high volume copper slag. Journal of cleaner production, 193, 43-58.</a:t>
            </a:r>
            <a:endParaRPr lang="en-IN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d">
    <a:dk1>
      <a:sysClr val="windowText" lastClr="000000"/>
    </a:dk1>
    <a:lt1>
      <a:sysClr val="window" lastClr="FFFFFF"/>
    </a:lt1>
    <a:dk2>
      <a:srgbClr val="323232"/>
    </a:dk2>
    <a:lt2>
      <a:srgbClr val="E5C243"/>
    </a:lt2>
    <a:accent1>
      <a:srgbClr val="A5300F"/>
    </a:accent1>
    <a:accent2>
      <a:srgbClr val="D55816"/>
    </a:accent2>
    <a:accent3>
      <a:srgbClr val="E19825"/>
    </a:accent3>
    <a:accent4>
      <a:srgbClr val="B19C7D"/>
    </a:accent4>
    <a:accent5>
      <a:srgbClr val="7F5F52"/>
    </a:accent5>
    <a:accent6>
      <a:srgbClr val="B27D4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1030</TotalTime>
  <Words>1286</Words>
  <Application>Microsoft Office PowerPoint</Application>
  <PresentationFormat>On-screen Show (4:3)</PresentationFormat>
  <Paragraphs>297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Agency FB</vt:lpstr>
      <vt:lpstr>Aharoni</vt:lpstr>
      <vt:lpstr>Arial</vt:lpstr>
      <vt:lpstr>Calibri</vt:lpstr>
      <vt:lpstr>Calibri Light</vt:lpstr>
      <vt:lpstr>Cambria Math</vt:lpstr>
      <vt:lpstr>Times New Roman</vt:lpstr>
      <vt:lpstr>Wingdings</vt:lpstr>
      <vt:lpstr>Retrospect</vt:lpstr>
      <vt:lpstr>Office Theme</vt:lpstr>
      <vt:lpstr>INTERNATIONAL CONFERENCE ON GLOBAL ENVIRONMENTAL CHANGES AND SUSTAINABLE DEVELOPMENT – ICGECSD’19</vt:lpstr>
      <vt:lpstr>Contents </vt:lpstr>
      <vt:lpstr>Introduction</vt:lpstr>
      <vt:lpstr>Introduction - Geopolymer Concrete  </vt:lpstr>
      <vt:lpstr>Comparison of Different Types of Concretes with GPC</vt:lpstr>
      <vt:lpstr>Research Gap  on GPC ………..?</vt:lpstr>
      <vt:lpstr>Objectives</vt:lpstr>
      <vt:lpstr>Experimental study</vt:lpstr>
      <vt:lpstr>Results</vt:lpstr>
      <vt:lpstr>Stress-strain response</vt:lpstr>
      <vt:lpstr>PowerPoint Presentation</vt:lpstr>
      <vt:lpstr>Size effect of uniaxial compressive strength</vt:lpstr>
      <vt:lpstr>Stress-strain behaviour of concrete</vt:lpstr>
      <vt:lpstr>PowerPoint Presentation</vt:lpstr>
      <vt:lpstr>PowerPoint Presentation</vt:lpstr>
      <vt:lpstr>Size effect model for GPC</vt:lpstr>
      <vt:lpstr>PowerPoint Presentation</vt:lpstr>
      <vt:lpstr>PowerPoint Presentation</vt:lpstr>
      <vt:lpstr>Results and Conclusions</vt:lpstr>
      <vt:lpstr>References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conference on global environmental changes and sustainable development – icgecsd’19</dc:title>
  <dc:creator>admin</dc:creator>
  <cp:lastModifiedBy>LENOVO LAP</cp:lastModifiedBy>
  <cp:revision>54</cp:revision>
  <dcterms:created xsi:type="dcterms:W3CDTF">2019-03-14T09:08:00Z</dcterms:created>
  <dcterms:modified xsi:type="dcterms:W3CDTF">2019-04-03T18:42:34Z</dcterms:modified>
</cp:coreProperties>
</file>